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f779a223ee40c0" /><Relationship Type="http://schemas.openxmlformats.org/officeDocument/2006/relationships/extended-properties" Target="/docProps/app.xml" Id="Rffdfbaa3701b4abf" /><Relationship Type="http://schemas.openxmlformats.org/officeDocument/2006/relationships/officeDocument" Target="/ppt/presentation.xml" Id="Rc78c7e6bafbe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96301ab6a4028"/>
  </p:sldMasterIdLst>
  <p:notesMasterIdLst>
    <p:notesMasterId xmlns:r="http://schemas.openxmlformats.org/officeDocument/2006/relationships" r:id="R82c8745fecc747d5"/>
  </p:notesMasterIdLst>
  <p:sldIdLst>
    <p:sldId xmlns:r="http://schemas.openxmlformats.org/officeDocument/2006/relationships" id="256" r:id="R51bc651478e64644"/>
  </p:sldIdLst>
  <p:sldSz cx="12192000" cy="10096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f4d0a841654bb0" /><Relationship Type="http://schemas.openxmlformats.org/officeDocument/2006/relationships/slideMaster" Target="/ppt/slideMasters/slideMaster1.xml" Id="Rf1f96301ab6a4028" /><Relationship Type="http://schemas.openxmlformats.org/officeDocument/2006/relationships/notesMaster" Target="/ppt/notesMasters/notesMaster1.xml" Id="R82c8745fecc747d5" /><Relationship Type="http://schemas.openxmlformats.org/officeDocument/2006/relationships/presProps" Target="/ppt/presProps.xml" Id="R1b4b0634154c41a8" /><Relationship Type="http://schemas.openxmlformats.org/officeDocument/2006/relationships/tableStyles" Target="/ppt/tableStyles.xml" Id="R79c4418646b4458e" /><Relationship Type="http://schemas.openxmlformats.org/officeDocument/2006/relationships/slide" Target="/ppt/slides/slide1.xml" Id="R51bc651478e646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758576f1946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24524a50b744cc" /><Relationship Type="http://schemas.openxmlformats.org/officeDocument/2006/relationships/notesMaster" Target="/ppt/notesMasters/notesMaster1.xml" Id="Rab4d7613cb4f42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Scientific sources: scripts/manuscript_build_20260914 and docs/manuscript_polished_20260919. Real image assets: D:\STUDY\My_github\sci_project\scripts\figures_reference_matching_20260914\assets. MPDD metal_plate/test/scratches/026.png, A1 joint matching, seed 0 K=1. Score map follows stored resize and Gaussian sigma=4 processing. Red contour uses archived 256-bin Otsu polygons without loading a test mask. Three support thumbnails illustrate the general K-image input; they do not claim the output example used all three. B/C/S/D are upright encoder labels. p is query-patch index, b branch index, r normal-bank candidate. Native model outputs are the continuous anomaly map and its spatial maximum. Contour is display only. Extra encoder is a fixed construction, never a runtime switch. All diagrams and labels are editable native shapes, with real images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a678db41840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4f21af54c4220" /><Relationship Type="http://schemas.openxmlformats.org/officeDocument/2006/relationships/slideLayout" Target="/ppt/slideLayouts/slideLayout1.xml" Id="R4a9f2df44d04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9f2df44d04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883ee1d8a404e" /><Relationship Type="http://schemas.openxmlformats.org/officeDocument/2006/relationships/image" Target="/ppt/media/image.png" Id="R458c845549574990" /><Relationship Type="http://schemas.openxmlformats.org/officeDocument/2006/relationships/image" Target="/ppt/media/image2.png" Id="R74ba76b42b174590" /><Relationship Type="http://schemas.openxmlformats.org/officeDocument/2006/relationships/image" Target="/ppt/media/image3.png" Id="Rbc2a19a609b94430" /><Relationship Type="http://schemas.openxmlformats.org/officeDocument/2006/relationships/image" Target="/ppt/media/image4.png" Id="R6fe8cd3ec30342c7" /><Relationship Type="http://schemas.openxmlformats.org/officeDocument/2006/relationships/image" Target="/ppt/media/image5.png" Id="Red94a8f95e6f446a" /><Relationship Type="http://schemas.openxmlformats.org/officeDocument/2006/relationships/image" Target="/ppt/media/image6.png" Id="R6f90b3896067453e" /><Relationship Type="http://schemas.openxmlformats.org/officeDocument/2006/relationships/notesSlide" Target="/ppt/notesSlides/notesSlide1.xml" Id="Rae0b0dc08ad7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memory-band">
            <a:extLst xmlns:a="http://schemas.openxmlformats.org/drawingml/2006/main">
              <a:ext uri="{FF2B5EF4-FFF2-40B4-BE49-F238E27FC236}">
                <a16:creationId xmlns:a16="http://schemas.microsoft.com/office/drawing/2014/main" id="{484A8EAD-6E29-4801-97F0-F8D7185C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19634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ery-band">
            <a:extLst xmlns:a="http://schemas.openxmlformats.org/drawingml/2006/main">
              <a:ext uri="{FF2B5EF4-FFF2-40B4-BE49-F238E27FC236}">
                <a16:creationId xmlns:a16="http://schemas.microsoft.com/office/drawing/2014/main" id="{098680BC-29C1-47C9-8C01-24B712DF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314700"/>
            <a:ext cx="11963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ntrol-band">
            <a:extLst xmlns:a="http://schemas.openxmlformats.org/drawingml/2006/main">
              <a:ext uri="{FF2B5EF4-FFF2-40B4-BE49-F238E27FC236}">
                <a16:creationId xmlns:a16="http://schemas.microsoft.com/office/drawing/2014/main" id="{FF9942D4-6E44-4D4F-8F73-11D305C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162800"/>
            <a:ext cx="11963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a">
            <a:extLst xmlns:a="http://schemas.openxmlformats.org/drawingml/2006/main">
              <a:ext uri="{FF2B5EF4-FFF2-40B4-BE49-F238E27FC236}">
                <a16:creationId xmlns:a16="http://schemas.microsoft.com/office/drawing/2014/main" id="{D78D0841-427D-4A7B-B091-3A97C6A3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(a) Construct the normal reference bank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c845549574990"/>
          <a:stretch xmlns:a="http://schemas.openxmlformats.org/drawingml/2006/main"/>
        </p:blipFill>
        <p:spPr>
          <a:xfrm xmlns:a="http://schemas.openxmlformats.org/drawingml/2006/main">
            <a:off x="257175" y="8572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support-border-0">
            <a:extLst xmlns:a="http://schemas.openxmlformats.org/drawingml/2006/main">
              <a:ext uri="{FF2B5EF4-FFF2-40B4-BE49-F238E27FC236}">
                <a16:creationId xmlns:a16="http://schemas.microsoft.com/office/drawing/2014/main" id="{E5D7B32F-5E3E-4315-8238-8203DF6D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572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a76b42b174590"/>
          <a:stretch xmlns:a="http://schemas.openxmlformats.org/drawingml/2006/main"/>
        </p:blipFill>
        <p:spPr>
          <a:xfrm xmlns:a="http://schemas.openxmlformats.org/drawingml/2006/main">
            <a:off x="609600" y="10858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support-border-1">
            <a:extLst xmlns:a="http://schemas.openxmlformats.org/drawingml/2006/main">
              <a:ext uri="{FF2B5EF4-FFF2-40B4-BE49-F238E27FC236}">
                <a16:creationId xmlns:a16="http://schemas.microsoft.com/office/drawing/2014/main" id="{2D0D5D99-97C7-4EF9-9215-92C07C92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a19a609b94430"/>
          <a:stretch xmlns:a="http://schemas.openxmlformats.org/drawingml/2006/main"/>
        </p:blipFill>
        <p:spPr>
          <a:xfrm xmlns:a="http://schemas.openxmlformats.org/drawingml/2006/main">
            <a:off x="962025" y="13144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0" name="support-border-2">
            <a:extLst xmlns:a="http://schemas.openxmlformats.org/drawingml/2006/main">
              <a:ext uri="{FF2B5EF4-FFF2-40B4-BE49-F238E27FC236}">
                <a16:creationId xmlns:a16="http://schemas.microsoft.com/office/drawing/2014/main" id="{209FE1DD-C64E-4C8B-BAF2-763AD6A4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3144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sp>
        <p:nvSpPr>
          <p:cNvPr id="11" name="support-set">
            <a:extLst xmlns:a="http://schemas.openxmlformats.org/drawingml/2006/main">
              <a:ext uri="{FF2B5EF4-FFF2-40B4-BE49-F238E27FC236}">
                <a16:creationId xmlns:a16="http://schemas.microsoft.com/office/drawing/2014/main" id="{A938B29D-8DD3-4470-86AD-C0804F50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336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𝒳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12" name="support-description">
            <a:extLst xmlns:a="http://schemas.openxmlformats.org/drawingml/2006/main">
              <a:ext uri="{FF2B5EF4-FFF2-40B4-BE49-F238E27FC236}">
                <a16:creationId xmlns:a16="http://schemas.microsoft.com/office/drawing/2014/main" id="{600B35B5-4E4E-410C-BE6B-A35D2A1E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normal images</a:t>
            </a:r>
          </a:p>
        </p:txBody>
      </p:sp>
      <p:sp>
        <p:nvSpPr>
          <p:cNvPr id="13" name="frozen-box">
            <a:extLst xmlns:a="http://schemas.openxmlformats.org/drawingml/2006/main">
              <a:ext uri="{FF2B5EF4-FFF2-40B4-BE49-F238E27FC236}">
                <a16:creationId xmlns:a16="http://schemas.microsoft.com/office/drawing/2014/main" id="{87F7D699-72F3-4EC6-BEF3-BFC077A2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62000"/>
            <a:ext cx="3009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14" name="frozen-title">
            <a:extLst xmlns:a="http://schemas.openxmlformats.org/drawingml/2006/main">
              <a:ext uri="{FF2B5EF4-FFF2-40B4-BE49-F238E27FC236}">
                <a16:creationId xmlns:a16="http://schemas.microsoft.com/office/drawing/2014/main" id="{C833A4D3-5BD1-40F0-AEC7-3C44A75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9057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Frozen encoders</a:t>
            </a:r>
          </a:p>
        </p:txBody>
      </p:sp>
      <p:sp>
        <p:nvSpPr>
          <p:cNvPr id="15" name="branch-0">
            <a:extLst xmlns:a="http://schemas.openxmlformats.org/drawingml/2006/main">
              <a:ext uri="{FF2B5EF4-FFF2-40B4-BE49-F238E27FC236}">
                <a16:creationId xmlns:a16="http://schemas.microsoft.com/office/drawing/2014/main" id="{B152A100-FDFC-4E3F-8243-E4E06EB8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209675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7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6" name="branch-label-0">
            <a:extLst xmlns:a="http://schemas.openxmlformats.org/drawingml/2006/main">
              <a:ext uri="{FF2B5EF4-FFF2-40B4-BE49-F238E27FC236}">
                <a16:creationId xmlns:a16="http://schemas.microsoft.com/office/drawing/2014/main" id="{2F64AED5-77A5-40D1-8935-0E7C4EED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1906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DINOv2-B</a:t>
            </a:r>
          </a:p>
        </p:txBody>
      </p:sp>
      <p:sp>
        <p:nvSpPr>
          <p:cNvPr id="17" name="branch-1">
            <a:extLst xmlns:a="http://schemas.openxmlformats.org/drawingml/2006/main">
              <a:ext uri="{FF2B5EF4-FFF2-40B4-BE49-F238E27FC236}">
                <a16:creationId xmlns:a16="http://schemas.microsoft.com/office/drawing/2014/main" id="{DE4C5D8C-6850-4386-996D-3F80ED7D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543050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F"/>
          </a:solidFill>
          <a:ln xmlns:a="http://schemas.openxmlformats.org/drawingml/2006/main" w="14288">
            <a:solidFill>
              <a:srgbClr val="B27C20"/>
            </a:solidFill>
            <a:prstDash val="solid"/>
          </a:ln>
        </p:spPr>
      </p:sp>
      <p:sp>
        <p:nvSpPr>
          <p:cNvPr id="18" name="branch-label-1">
            <a:extLst xmlns:a="http://schemas.openxmlformats.org/drawingml/2006/main">
              <a:ext uri="{FF2B5EF4-FFF2-40B4-BE49-F238E27FC236}">
                <a16:creationId xmlns:a16="http://schemas.microsoft.com/office/drawing/2014/main" id="{C35B0D5B-24D8-4FCF-BB44-6F05EB9C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240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AnomalyCLIP visual</a:t>
            </a:r>
          </a:p>
        </p:txBody>
      </p:sp>
      <p:sp>
        <p:nvSpPr>
          <p:cNvPr id="19" name="branch-2">
            <a:extLst xmlns:a="http://schemas.openxmlformats.org/drawingml/2006/main">
              <a:ext uri="{FF2B5EF4-FFF2-40B4-BE49-F238E27FC236}">
                <a16:creationId xmlns:a16="http://schemas.microsoft.com/office/drawing/2014/main" id="{B3505A2F-02D4-4B1E-B897-0CF1CCA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876425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8"/>
          </a:solidFill>
          <a:ln xmlns:a="http://schemas.openxmlformats.org/drawingml/2006/main" w="14288">
            <a:solidFill>
              <a:srgbClr val="3F7C5E"/>
            </a:solidFill>
            <a:prstDash val="solid"/>
          </a:ln>
        </p:spPr>
      </p:sp>
      <p:sp>
        <p:nvSpPr>
          <p:cNvPr id="20" name="branch-label-2">
            <a:extLst xmlns:a="http://schemas.openxmlformats.org/drawingml/2006/main">
              <a:ext uri="{FF2B5EF4-FFF2-40B4-BE49-F238E27FC236}">
                <a16:creationId xmlns:a16="http://schemas.microsoft.com/office/drawing/2014/main" id="{3ABE9BA7-C730-445B-9E74-89ECD224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857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rPr>
              <a:t>Extra descriptor slot</a:t>
            </a:r>
          </a:p>
        </p:txBody>
      </p:sp>
      <p:sp>
        <p:nvSpPr>
          <p:cNvPr id="21" name="frozen-note">
            <a:extLst xmlns:a="http://schemas.openxmlformats.org/drawingml/2006/main">
              <a:ext uri="{FF2B5EF4-FFF2-40B4-BE49-F238E27FC236}">
                <a16:creationId xmlns:a16="http://schemas.microsoft.com/office/drawing/2014/main" id="{189455C3-EB5C-4082-B647-AB451778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Frozen parameters</a:t>
            </a:r>
          </a:p>
        </p:txBody>
      </p:sp>
      <p:sp>
        <p:nvSpPr>
          <p:cNvPr id="22" name="anchor-0">
            <a:extLst xmlns:a="http://schemas.openxmlformats.org/drawingml/2006/main">
              <a:ext uri="{FF2B5EF4-FFF2-40B4-BE49-F238E27FC236}">
                <a16:creationId xmlns:a16="http://schemas.microsoft.com/office/drawing/2014/main" id="{7FA935F7-64F7-4866-A784-227CABA8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anchor-1">
            <a:extLst xmlns:a="http://schemas.openxmlformats.org/drawingml/2006/main">
              <a:ext uri="{FF2B5EF4-FFF2-40B4-BE49-F238E27FC236}">
                <a16:creationId xmlns:a16="http://schemas.microsoft.com/office/drawing/2014/main" id="{5BE454AE-9554-46ED-9F27-11104B9B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3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014538" y="1590676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5" name="anchor-2">
            <a:extLst xmlns:a="http://schemas.openxmlformats.org/drawingml/2006/main">
              <a:ext uri="{FF2B5EF4-FFF2-40B4-BE49-F238E27FC236}">
                <a16:creationId xmlns:a16="http://schemas.microsoft.com/office/drawing/2014/main" id="{7BFFA19B-9789-4EE4-B91A-8F3E52B6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anchor-3">
            <a:extLst xmlns:a="http://schemas.openxmlformats.org/drawingml/2006/main">
              <a:ext uri="{FF2B5EF4-FFF2-40B4-BE49-F238E27FC236}">
                <a16:creationId xmlns:a16="http://schemas.microsoft.com/office/drawing/2014/main" id="{219F7BE5-575A-425A-980A-BA2E9624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643563" y="1590676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" name="alignment-box">
            <a:extLst xmlns:a="http://schemas.openxmlformats.org/drawingml/2006/main">
              <a:ext uri="{FF2B5EF4-FFF2-40B4-BE49-F238E27FC236}">
                <a16:creationId xmlns:a16="http://schemas.microsoft.com/office/drawing/2014/main" id="{37FEDBD9-8A51-48D2-85C7-BDD670AA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62000"/>
            <a:ext cx="21240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19050">
            <a:solidFill>
              <a:srgbClr val="4C7C86"/>
            </a:solidFill>
            <a:prstDash val="solid"/>
          </a:ln>
        </p:spPr>
      </p:sp>
      <p:sp>
        <p:nvSpPr>
          <p:cNvPr id="29" name="alignment-title">
            <a:extLst xmlns:a="http://schemas.openxmlformats.org/drawingml/2006/main">
              <a:ext uri="{FF2B5EF4-FFF2-40B4-BE49-F238E27FC236}">
                <a16:creationId xmlns:a16="http://schemas.microsoft.com/office/drawing/2014/main" id="{49890EA6-F46F-4CFE-93CB-BECD11A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09625"/>
            <a:ext cx="190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Align grids</a:t>
            </a:r>
          </a:p>
        </p:txBody>
      </p:sp>
      <p:sp>
        <p:nvSpPr>
          <p:cNvPr id="30" name="feature-grid-0-0">
            <a:extLst xmlns:a="http://schemas.openxmlformats.org/drawingml/2006/main">
              <a:ext uri="{FF2B5EF4-FFF2-40B4-BE49-F238E27FC236}">
                <a16:creationId xmlns:a16="http://schemas.microsoft.com/office/drawing/2014/main" id="{F2007E5B-01F2-4E7E-99BE-14EA8531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1" name="feature-grid-0-1">
            <a:extLst xmlns:a="http://schemas.openxmlformats.org/drawingml/2006/main">
              <a:ext uri="{FF2B5EF4-FFF2-40B4-BE49-F238E27FC236}">
                <a16:creationId xmlns:a16="http://schemas.microsoft.com/office/drawing/2014/main" id="{8897A414-EC0C-4873-B9BE-11FE6E70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2" name="feature-grid-0-2">
            <a:extLst xmlns:a="http://schemas.openxmlformats.org/drawingml/2006/main">
              <a:ext uri="{FF2B5EF4-FFF2-40B4-BE49-F238E27FC236}">
                <a16:creationId xmlns:a16="http://schemas.microsoft.com/office/drawing/2014/main" id="{AC1C775E-71C1-4F64-A519-4DB63236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3" name="feature-grid-1-0">
            <a:extLst xmlns:a="http://schemas.openxmlformats.org/drawingml/2006/main">
              <a:ext uri="{FF2B5EF4-FFF2-40B4-BE49-F238E27FC236}">
                <a16:creationId xmlns:a16="http://schemas.microsoft.com/office/drawing/2014/main" id="{55C2F6AE-8929-4309-9386-8015B27F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4" name="feature-grid-1-1">
            <a:extLst xmlns:a="http://schemas.openxmlformats.org/drawingml/2006/main">
              <a:ext uri="{FF2B5EF4-FFF2-40B4-BE49-F238E27FC236}">
                <a16:creationId xmlns:a16="http://schemas.microsoft.com/office/drawing/2014/main" id="{EA5C61D3-CEE1-4F2F-A0BF-09E8C910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5" name="feature-grid-1-2">
            <a:extLst xmlns:a="http://schemas.openxmlformats.org/drawingml/2006/main">
              <a:ext uri="{FF2B5EF4-FFF2-40B4-BE49-F238E27FC236}">
                <a16:creationId xmlns:a16="http://schemas.microsoft.com/office/drawing/2014/main" id="{9741A842-6A7B-4535-8343-50D2FCFA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6" name="feature-grid-2-0">
            <a:extLst xmlns:a="http://schemas.openxmlformats.org/drawingml/2006/main">
              <a:ext uri="{FF2B5EF4-FFF2-40B4-BE49-F238E27FC236}">
                <a16:creationId xmlns:a16="http://schemas.microsoft.com/office/drawing/2014/main" id="{0566B081-BCA2-4C6A-B391-BE15ACE7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7" name="feature-grid-2-1">
            <a:extLst xmlns:a="http://schemas.openxmlformats.org/drawingml/2006/main">
              <a:ext uri="{FF2B5EF4-FFF2-40B4-BE49-F238E27FC236}">
                <a16:creationId xmlns:a16="http://schemas.microsoft.com/office/drawing/2014/main" id="{0F34AA33-B86E-48FE-A00D-D310EB1C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8" name="feature-grid-2-2">
            <a:extLst xmlns:a="http://schemas.openxmlformats.org/drawingml/2006/main">
              <a:ext uri="{FF2B5EF4-FFF2-40B4-BE49-F238E27FC236}">
                <a16:creationId xmlns:a16="http://schemas.microsoft.com/office/drawing/2014/main" id="{9E39D151-288E-474F-AF2A-D9809019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9" name="unit-norm">
            <a:extLst xmlns:a="http://schemas.openxmlformats.org/drawingml/2006/main">
              <a:ext uri="{FF2B5EF4-FFF2-40B4-BE49-F238E27FC236}">
                <a16:creationId xmlns:a16="http://schemas.microsoft.com/office/drawing/2014/main" id="{62C3117F-098E-4317-ADCC-0DFF9FF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097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ℓ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unit</a:t>
            </a:r>
          </a:p>
        </p:txBody>
      </p:sp>
      <p:sp>
        <p:nvSpPr>
          <p:cNvPr id="40" name="aligned-note">
            <a:extLst xmlns:a="http://schemas.openxmlformats.org/drawingml/2006/main">
              <a:ext uri="{FF2B5EF4-FFF2-40B4-BE49-F238E27FC236}">
                <a16:creationId xmlns:a16="http://schemas.microsoft.com/office/drawing/2014/main" id="{F6A823FD-E89D-45A1-AA3A-8B94A86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431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Unit descriptors</a:t>
            </a:r>
          </a:p>
        </p:txBody>
      </p:sp>
      <p:sp>
        <p:nvSpPr>
          <p:cNvPr id="41" name="anchor-4">
            <a:extLst xmlns:a="http://schemas.openxmlformats.org/drawingml/2006/main">
              <a:ext uri="{FF2B5EF4-FFF2-40B4-BE49-F238E27FC236}">
                <a16:creationId xmlns:a16="http://schemas.microsoft.com/office/drawing/2014/main" id="{272A93B6-6186-4976-82FF-F8B43903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anchor-5">
            <a:extLst xmlns:a="http://schemas.openxmlformats.org/drawingml/2006/main">
              <a:ext uri="{FF2B5EF4-FFF2-40B4-BE49-F238E27FC236}">
                <a16:creationId xmlns:a16="http://schemas.microsoft.com/office/drawing/2014/main" id="{418C841C-3150-4D11-9244-A6F6D48C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6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2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243888" y="1590676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4" name="bank-box">
            <a:extLst xmlns:a="http://schemas.openxmlformats.org/drawingml/2006/main">
              <a:ext uri="{FF2B5EF4-FFF2-40B4-BE49-F238E27FC236}">
                <a16:creationId xmlns:a16="http://schemas.microsoft.com/office/drawing/2014/main" id="{1CDECF97-4630-4805-931D-B3577DA2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620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19050">
            <a:solidFill>
              <a:srgbClr val="5C7386"/>
            </a:solidFill>
            <a:prstDash val="solid"/>
          </a:ln>
        </p:spPr>
      </p:sp>
      <p:sp>
        <p:nvSpPr>
          <p:cNvPr id="45" name="bank-title">
            <a:extLst xmlns:a="http://schemas.openxmlformats.org/drawingml/2006/main">
              <a:ext uri="{FF2B5EF4-FFF2-40B4-BE49-F238E27FC236}">
                <a16:creationId xmlns:a16="http://schemas.microsoft.com/office/drawing/2014/main" id="{E48FBF4C-43A7-4384-8CE8-0BFA0997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0100"/>
            <a:ext cx="3162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Fixed reference bank</a:t>
            </a:r>
          </a:p>
        </p:txBody>
      </p:sp>
      <p:sp>
        <p:nvSpPr>
          <p:cNvPr id="46" name="bank-0-0">
            <a:extLst xmlns:a="http://schemas.openxmlformats.org/drawingml/2006/main">
              <a:ext uri="{FF2B5EF4-FFF2-40B4-BE49-F238E27FC236}">
                <a16:creationId xmlns:a16="http://schemas.microsoft.com/office/drawing/2014/main" id="{EA21F4C1-0B1E-4207-BB77-AA33AB6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7" name="bank-0-1">
            <a:extLst xmlns:a="http://schemas.openxmlformats.org/drawingml/2006/main">
              <a:ext uri="{FF2B5EF4-FFF2-40B4-BE49-F238E27FC236}">
                <a16:creationId xmlns:a16="http://schemas.microsoft.com/office/drawing/2014/main" id="{D3D57EC4-5FD0-437B-90A1-D9A3D050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8" name="bank-0-2">
            <a:extLst xmlns:a="http://schemas.openxmlformats.org/drawingml/2006/main">
              <a:ext uri="{FF2B5EF4-FFF2-40B4-BE49-F238E27FC236}">
                <a16:creationId xmlns:a16="http://schemas.microsoft.com/office/drawing/2014/main" id="{D5C5EE7D-2374-403B-BF57-4A8FBE93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9" name="bank-0-3">
            <a:extLst xmlns:a="http://schemas.openxmlformats.org/drawingml/2006/main">
              <a:ext uri="{FF2B5EF4-FFF2-40B4-BE49-F238E27FC236}">
                <a16:creationId xmlns:a16="http://schemas.microsoft.com/office/drawing/2014/main" id="{16A43F73-960C-4DC7-BB9B-01E4CE92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0" name="bank-0-4">
            <a:extLst xmlns:a="http://schemas.openxmlformats.org/drawingml/2006/main">
              <a:ext uri="{FF2B5EF4-FFF2-40B4-BE49-F238E27FC236}">
                <a16:creationId xmlns:a16="http://schemas.microsoft.com/office/drawing/2014/main" id="{7AE53A38-94B7-4059-A9E4-2C3CDA34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1" name="bank-0-5">
            <a:extLst xmlns:a="http://schemas.openxmlformats.org/drawingml/2006/main">
              <a:ext uri="{FF2B5EF4-FFF2-40B4-BE49-F238E27FC236}">
                <a16:creationId xmlns:a16="http://schemas.microsoft.com/office/drawing/2014/main" id="{AF9EAB85-E346-4E19-BE44-5EDEA75D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2" name="bank-0-6">
            <a:extLst xmlns:a="http://schemas.openxmlformats.org/drawingml/2006/main">
              <a:ext uri="{FF2B5EF4-FFF2-40B4-BE49-F238E27FC236}">
                <a16:creationId xmlns:a16="http://schemas.microsoft.com/office/drawing/2014/main" id="{2817C689-9480-4157-93B4-21053A41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3" name="bank-0-7">
            <a:extLst xmlns:a="http://schemas.openxmlformats.org/drawingml/2006/main">
              <a:ext uri="{FF2B5EF4-FFF2-40B4-BE49-F238E27FC236}">
                <a16:creationId xmlns:a16="http://schemas.microsoft.com/office/drawing/2014/main" id="{82889CA4-1E72-4059-8635-5EB1428A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4" name="bank-1-0">
            <a:extLst xmlns:a="http://schemas.openxmlformats.org/drawingml/2006/main">
              <a:ext uri="{FF2B5EF4-FFF2-40B4-BE49-F238E27FC236}">
                <a16:creationId xmlns:a16="http://schemas.microsoft.com/office/drawing/2014/main" id="{A71419C6-4A7D-46BB-B408-DD460D38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5" name="bank-1-1">
            <a:extLst xmlns:a="http://schemas.openxmlformats.org/drawingml/2006/main">
              <a:ext uri="{FF2B5EF4-FFF2-40B4-BE49-F238E27FC236}">
                <a16:creationId xmlns:a16="http://schemas.microsoft.com/office/drawing/2014/main" id="{F01C664D-9F21-4135-93FB-C078801E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6" name="bank-1-2">
            <a:extLst xmlns:a="http://schemas.openxmlformats.org/drawingml/2006/main">
              <a:ext uri="{FF2B5EF4-FFF2-40B4-BE49-F238E27FC236}">
                <a16:creationId xmlns:a16="http://schemas.microsoft.com/office/drawing/2014/main" id="{4246A6CF-BA82-4363-ADA5-BA61EE2F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7" name="bank-1-3">
            <a:extLst xmlns:a="http://schemas.openxmlformats.org/drawingml/2006/main">
              <a:ext uri="{FF2B5EF4-FFF2-40B4-BE49-F238E27FC236}">
                <a16:creationId xmlns:a16="http://schemas.microsoft.com/office/drawing/2014/main" id="{9A857169-865B-403C-80D2-6A0CBAD9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8" name="bank-1-4">
            <a:extLst xmlns:a="http://schemas.openxmlformats.org/drawingml/2006/main">
              <a:ext uri="{FF2B5EF4-FFF2-40B4-BE49-F238E27FC236}">
                <a16:creationId xmlns:a16="http://schemas.microsoft.com/office/drawing/2014/main" id="{E6E47368-B331-4FF2-944D-6C812DB7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9" name="bank-1-5">
            <a:extLst xmlns:a="http://schemas.openxmlformats.org/drawingml/2006/main">
              <a:ext uri="{FF2B5EF4-FFF2-40B4-BE49-F238E27FC236}">
                <a16:creationId xmlns:a16="http://schemas.microsoft.com/office/drawing/2014/main" id="{EC0C5BE6-B730-4731-8B94-060ABB65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0" name="bank-1-6">
            <a:extLst xmlns:a="http://schemas.openxmlformats.org/drawingml/2006/main">
              <a:ext uri="{FF2B5EF4-FFF2-40B4-BE49-F238E27FC236}">
                <a16:creationId xmlns:a16="http://schemas.microsoft.com/office/drawing/2014/main" id="{38252A47-CCB6-4D1E-AF84-DF6B049F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1" name="bank-1-7">
            <a:extLst xmlns:a="http://schemas.openxmlformats.org/drawingml/2006/main">
              <a:ext uri="{FF2B5EF4-FFF2-40B4-BE49-F238E27FC236}">
                <a16:creationId xmlns:a16="http://schemas.microsoft.com/office/drawing/2014/main" id="{85E37FB9-3561-4EAD-A3E8-D04CB0F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2" name="bank-2-0">
            <a:extLst xmlns:a="http://schemas.openxmlformats.org/drawingml/2006/main">
              <a:ext uri="{FF2B5EF4-FFF2-40B4-BE49-F238E27FC236}">
                <a16:creationId xmlns:a16="http://schemas.microsoft.com/office/drawing/2014/main" id="{4A8BA9E6-D2B6-4D26-A254-8588A094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3" name="bank-2-1">
            <a:extLst xmlns:a="http://schemas.openxmlformats.org/drawingml/2006/main">
              <a:ext uri="{FF2B5EF4-FFF2-40B4-BE49-F238E27FC236}">
                <a16:creationId xmlns:a16="http://schemas.microsoft.com/office/drawing/2014/main" id="{6DC508C3-51FD-474F-9C02-2947063A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4" name="bank-2-2">
            <a:extLst xmlns:a="http://schemas.openxmlformats.org/drawingml/2006/main">
              <a:ext uri="{FF2B5EF4-FFF2-40B4-BE49-F238E27FC236}">
                <a16:creationId xmlns:a16="http://schemas.microsoft.com/office/drawing/2014/main" id="{49F3E5FE-E6DA-433E-A731-3AB9FBA8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5" name="bank-2-3">
            <a:extLst xmlns:a="http://schemas.openxmlformats.org/drawingml/2006/main">
              <a:ext uri="{FF2B5EF4-FFF2-40B4-BE49-F238E27FC236}">
                <a16:creationId xmlns:a16="http://schemas.microsoft.com/office/drawing/2014/main" id="{A1A36C6F-84BB-48D0-BC08-2D97E60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6" name="bank-2-4">
            <a:extLst xmlns:a="http://schemas.openxmlformats.org/drawingml/2006/main">
              <a:ext uri="{FF2B5EF4-FFF2-40B4-BE49-F238E27FC236}">
                <a16:creationId xmlns:a16="http://schemas.microsoft.com/office/drawing/2014/main" id="{7DD6A1EE-C102-4E2C-B54B-6926B77A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7" name="bank-2-5">
            <a:extLst xmlns:a="http://schemas.openxmlformats.org/drawingml/2006/main">
              <a:ext uri="{FF2B5EF4-FFF2-40B4-BE49-F238E27FC236}">
                <a16:creationId xmlns:a16="http://schemas.microsoft.com/office/drawing/2014/main" id="{9B89FB89-0A28-4C45-A8E1-C7A375CD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8" name="bank-2-6">
            <a:extLst xmlns:a="http://schemas.openxmlformats.org/drawingml/2006/main">
              <a:ext uri="{FF2B5EF4-FFF2-40B4-BE49-F238E27FC236}">
                <a16:creationId xmlns:a16="http://schemas.microsoft.com/office/drawing/2014/main" id="{315F8B1D-EA77-4362-9D6E-36565636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9" name="bank-2-7">
            <a:extLst xmlns:a="http://schemas.openxmlformats.org/drawingml/2006/main">
              <a:ext uri="{FF2B5EF4-FFF2-40B4-BE49-F238E27FC236}">
                <a16:creationId xmlns:a16="http://schemas.microsoft.com/office/drawing/2014/main" id="{29A21765-FC91-475A-9449-5B927F6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70" name="bank-accent">
            <a:extLst xmlns:a="http://schemas.openxmlformats.org/drawingml/2006/main">
              <a:ext uri="{FF2B5EF4-FFF2-40B4-BE49-F238E27FC236}">
                <a16:creationId xmlns:a16="http://schemas.microsoft.com/office/drawing/2014/main" id="{AABF1EA2-CF19-416E-A63C-6E21AE47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62100"/>
            <a:ext cx="2981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E6F9E"/>
            </a:solidFill>
            <a:prstDash val="solid"/>
          </a:ln>
        </p:spPr>
      </p:sp>
      <p:sp>
        <p:nvSpPr>
          <p:cNvPr id="71" name="candidate-set">
            <a:extLst xmlns:a="http://schemas.openxmlformats.org/drawingml/2006/main">
              <a:ext uri="{FF2B5EF4-FFF2-40B4-BE49-F238E27FC236}">
                <a16:creationId xmlns:a16="http://schemas.microsoft.com/office/drawing/2014/main" id="{69DF94A5-8A72-44AB-AA36-D113020B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241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2E6F9E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 ∈ ℛ</a:t>
            </a:r>
            <a:r>
              <a:rPr sz="2250" b="0" i="1" baseline="-25000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72" name="bank-note">
            <a:extLst xmlns:a="http://schemas.openxmlformats.org/drawingml/2006/main">
              <a:ext uri="{FF2B5EF4-FFF2-40B4-BE49-F238E27FC236}">
                <a16:creationId xmlns:a16="http://schemas.microsoft.com/office/drawing/2014/main" id="{BE95B61C-1335-4EC7-9DDB-CE2A3431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241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All patches</a:t>
            </a:r>
          </a:p>
        </p:txBody>
      </p:sp>
      <p:sp>
        <p:nvSpPr>
          <p:cNvPr id="73" name="anchor-6">
            <a:extLst xmlns:a="http://schemas.openxmlformats.org/drawingml/2006/main">
              <a:ext uri="{FF2B5EF4-FFF2-40B4-BE49-F238E27FC236}">
                <a16:creationId xmlns:a16="http://schemas.microsoft.com/office/drawing/2014/main" id="{C7166473-DD63-4EF5-8CD3-01F61CD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2700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anchor-7">
            <a:extLst xmlns:a="http://schemas.openxmlformats.org/drawingml/2006/main">
              <a:ext uri="{FF2B5EF4-FFF2-40B4-BE49-F238E27FC236}">
                <a16:creationId xmlns:a16="http://schemas.microsoft.com/office/drawing/2014/main" id="{1AA20EE1-DDD1-4019-ADB6-F2FA6DF0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4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1610976" y="2709863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6" name="anchor-8">
            <a:extLst xmlns:a="http://schemas.openxmlformats.org/drawingml/2006/main">
              <a:ext uri="{FF2B5EF4-FFF2-40B4-BE49-F238E27FC236}">
                <a16:creationId xmlns:a16="http://schemas.microsoft.com/office/drawing/2014/main" id="{DD7A9DF9-3405-4D5D-B339-1F2C5D7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anchor-9">
            <a:extLst xmlns:a="http://schemas.openxmlformats.org/drawingml/2006/main">
              <a:ext uri="{FF2B5EF4-FFF2-40B4-BE49-F238E27FC236}">
                <a16:creationId xmlns:a16="http://schemas.microsoft.com/office/drawing/2014/main" id="{55D10A02-0A35-4B9D-BD94-00AD146D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7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8043863" y="3095626"/>
            <a:ext cx="3562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9" name="anchor-10">
            <a:extLst xmlns:a="http://schemas.openxmlformats.org/drawingml/2006/main">
              <a:ext uri="{FF2B5EF4-FFF2-40B4-BE49-F238E27FC236}">
                <a16:creationId xmlns:a16="http://schemas.microsoft.com/office/drawing/2014/main" id="{967F8DA2-82DB-4D79-8B89-B30390C4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anchor-11">
            <a:extLst xmlns:a="http://schemas.openxmlformats.org/drawingml/2006/main">
              <a:ext uri="{FF2B5EF4-FFF2-40B4-BE49-F238E27FC236}">
                <a16:creationId xmlns:a16="http://schemas.microsoft.com/office/drawing/2014/main" id="{D53BF6D9-BE42-4312-8EB3-D2CF681E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938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0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8039101" y="3100388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82" name="read-only">
            <a:extLst xmlns:a="http://schemas.openxmlformats.org/drawingml/2006/main">
              <a:ext uri="{FF2B5EF4-FFF2-40B4-BE49-F238E27FC236}">
                <a16:creationId xmlns:a16="http://schemas.microsoft.com/office/drawing/2014/main" id="{8458FEDC-71FE-4A9D-A8B8-4FC70C2F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432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5C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5C7386"/>
                </a:solidFill>
                <a:latin typeface="Times New Roman"/>
                <a:ea typeface="Times New Roman"/>
                <a:cs typeface="Times New Roman"/>
              </a:rPr>
              <a:t>Read only</a:t>
            </a:r>
          </a:p>
        </p:txBody>
      </p:sp>
      <p:sp>
        <p:nvSpPr>
          <p:cNvPr id="83" name="section-b">
            <a:extLst xmlns:a="http://schemas.openxmlformats.org/drawingml/2006/main">
              <a:ext uri="{FF2B5EF4-FFF2-40B4-BE49-F238E27FC236}">
                <a16:creationId xmlns:a16="http://schemas.microsoft.com/office/drawing/2014/main" id="{2C578672-71BD-4640-BFAD-BA2A42AE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4099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(b) Score the query using the fixed bank</a:t>
            </a:r>
          </a:p>
        </p:txBody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8cd3ec30342c7"/>
          <a:stretch xmlns:a="http://schemas.openxmlformats.org/drawingml/2006/main"/>
        </p:blipFill>
        <p:spPr>
          <a:xfrm xmlns:a="http://schemas.openxmlformats.org/drawingml/2006/main">
            <a:off x="266700" y="4124325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85" name="query-frame">
            <a:extLst xmlns:a="http://schemas.openxmlformats.org/drawingml/2006/main">
              <a:ext uri="{FF2B5EF4-FFF2-40B4-BE49-F238E27FC236}">
                <a16:creationId xmlns:a16="http://schemas.microsoft.com/office/drawing/2014/main" id="{1473AAA3-BEB8-4EA0-9008-C315E84F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24325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sp>
        <p:nvSpPr>
          <p:cNvPr id="86" name="query-input">
            <a:extLst xmlns:a="http://schemas.openxmlformats.org/drawingml/2006/main">
              <a:ext uri="{FF2B5EF4-FFF2-40B4-BE49-F238E27FC236}">
                <a16:creationId xmlns:a16="http://schemas.microsoft.com/office/drawing/2014/main" id="{593870B1-BDE0-4465-858F-ED42D544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65785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Query </a:t>
            </a: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87" name="anchor-12">
            <a:extLst xmlns:a="http://schemas.openxmlformats.org/drawingml/2006/main">
              <a:ext uri="{FF2B5EF4-FFF2-40B4-BE49-F238E27FC236}">
                <a16:creationId xmlns:a16="http://schemas.microsoft.com/office/drawing/2014/main" id="{D0C0570A-CF75-4002-A4EA-FD662772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8" name="anchor-13">
            <a:extLst xmlns:a="http://schemas.openxmlformats.org/drawingml/2006/main">
              <a:ext uri="{FF2B5EF4-FFF2-40B4-BE49-F238E27FC236}">
                <a16:creationId xmlns:a16="http://schemas.microsoft.com/office/drawing/2014/main" id="{612ABAD1-1F80-4912-97FC-32A2238C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8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1747838" y="4848226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0" name="query-encoder-path">
            <a:extLst xmlns:a="http://schemas.openxmlformats.org/drawingml/2006/main">
              <a:ext uri="{FF2B5EF4-FFF2-40B4-BE49-F238E27FC236}">
                <a16:creationId xmlns:a16="http://schemas.microsoft.com/office/drawing/2014/main" id="{7C3BC1BE-E38A-4811-B3A6-FF288DEA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18859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91" name="query-path-title">
            <a:extLst xmlns:a="http://schemas.openxmlformats.org/drawingml/2006/main">
              <a:ext uri="{FF2B5EF4-FFF2-40B4-BE49-F238E27FC236}">
                <a16:creationId xmlns:a16="http://schemas.microsoft.com/office/drawing/2014/main" id="{17DF796D-4C7F-4811-BAC7-E44CD5E8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38625"/>
            <a:ext cx="1771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Same frozen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feature path</a:t>
            </a:r>
          </a:p>
        </p:txBody>
      </p:sp>
      <p:sp>
        <p:nvSpPr>
          <p:cNvPr id="92" name="query-path-steps">
            <a:extLst xmlns:a="http://schemas.openxmlformats.org/drawingml/2006/main">
              <a:ext uri="{FF2B5EF4-FFF2-40B4-BE49-F238E27FC236}">
                <a16:creationId xmlns:a16="http://schemas.microsoft.com/office/drawing/2014/main" id="{99D19CD4-5575-4552-B612-FDCBE20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00700"/>
            <a:ext cx="205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Align + normalize</a:t>
            </a:r>
          </a:p>
        </p:txBody>
      </p:sp>
      <p:sp>
        <p:nvSpPr>
          <p:cNvPr id="93" name="query-grid-0-0">
            <a:extLst xmlns:a="http://schemas.openxmlformats.org/drawingml/2006/main">
              <a:ext uri="{FF2B5EF4-FFF2-40B4-BE49-F238E27FC236}">
                <a16:creationId xmlns:a16="http://schemas.microsoft.com/office/drawing/2014/main" id="{7DD5CC83-84D1-442F-877D-F8ABD6DC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4" name="query-grid-0-1">
            <a:extLst xmlns:a="http://schemas.openxmlformats.org/drawingml/2006/main">
              <a:ext uri="{FF2B5EF4-FFF2-40B4-BE49-F238E27FC236}">
                <a16:creationId xmlns:a16="http://schemas.microsoft.com/office/drawing/2014/main" id="{A4301940-A8B8-40E9-9A27-1837EBFE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5" name="query-grid-0-2">
            <a:extLst xmlns:a="http://schemas.openxmlformats.org/drawingml/2006/main">
              <a:ext uri="{FF2B5EF4-FFF2-40B4-BE49-F238E27FC236}">
                <a16:creationId xmlns:a16="http://schemas.microsoft.com/office/drawing/2014/main" id="{22116667-5AA0-450E-8B31-5D26AC67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6" name="query-grid-0-3">
            <a:extLst xmlns:a="http://schemas.openxmlformats.org/drawingml/2006/main">
              <a:ext uri="{FF2B5EF4-FFF2-40B4-BE49-F238E27FC236}">
                <a16:creationId xmlns:a16="http://schemas.microsoft.com/office/drawing/2014/main" id="{37AE2E77-A701-4D91-9330-A7A82D39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7" name="anchor-14">
            <a:extLst xmlns:a="http://schemas.openxmlformats.org/drawingml/2006/main">
              <a:ext uri="{FF2B5EF4-FFF2-40B4-BE49-F238E27FC236}">
                <a16:creationId xmlns:a16="http://schemas.microsoft.com/office/drawing/2014/main" id="{D8946AB4-7FCD-4941-92D7-16278603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8" name="anchor-15">
            <a:extLst xmlns:a="http://schemas.openxmlformats.org/drawingml/2006/main">
              <a:ext uri="{FF2B5EF4-FFF2-40B4-BE49-F238E27FC236}">
                <a16:creationId xmlns:a16="http://schemas.microsoft.com/office/drawing/2014/main" id="{267FEA18-B3C4-42BD-A9C8-A7B15694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38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8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4033838" y="4848226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00" name="matching-box">
            <a:extLst xmlns:a="http://schemas.openxmlformats.org/drawingml/2006/main">
              <a:ext uri="{FF2B5EF4-FFF2-40B4-BE49-F238E27FC236}">
                <a16:creationId xmlns:a16="http://schemas.microsoft.com/office/drawing/2014/main" id="{F17C559C-BC9C-4E05-8BFE-CDB73BA5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10025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6"/>
          </a:solidFill>
          <a:ln xmlns:a="http://schemas.openxmlformats.org/drawingml/2006/main" w="19050">
            <a:solidFill>
              <a:srgbClr val="6E4E9E"/>
            </a:solidFill>
            <a:prstDash val="solid"/>
          </a:ln>
        </p:spPr>
      </p:sp>
      <p:sp>
        <p:nvSpPr>
          <p:cNvPr id="101" name="matching-title">
            <a:extLst xmlns:a="http://schemas.openxmlformats.org/drawingml/2006/main">
              <a:ext uri="{FF2B5EF4-FFF2-40B4-BE49-F238E27FC236}">
                <a16:creationId xmlns:a16="http://schemas.microsoft.com/office/drawing/2014/main" id="{C22DCF5E-416F-46B9-8058-355DC8B1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481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Reference matching</a:t>
            </a:r>
          </a:p>
        </p:txBody>
      </p:sp>
      <p:sp>
        <p:nvSpPr>
          <p:cNvPr id="102" name="j-background">
            <a:extLst xmlns:a="http://schemas.openxmlformats.org/drawingml/2006/main">
              <a:ext uri="{FF2B5EF4-FFF2-40B4-BE49-F238E27FC236}">
                <a16:creationId xmlns:a16="http://schemas.microsoft.com/office/drawing/2014/main" id="{9E3F4E8F-E77A-46A8-AE01-32EC0E7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F1"/>
          </a:solidFill>
          <a:ln xmlns:a="http://schemas.openxmlformats.org/drawingml/2006/main" w="11430">
            <a:solidFill>
              <a:srgbClr val="6E4E9E"/>
            </a:solidFill>
            <a:prstDash val="solid"/>
          </a:ln>
        </p:spPr>
      </p:sp>
      <p:sp>
        <p:nvSpPr>
          <p:cNvPr id="103" name="joint-equation">
            <a:extLst xmlns:a="http://schemas.openxmlformats.org/drawingml/2006/main">
              <a:ext uri="{FF2B5EF4-FFF2-40B4-BE49-F238E27FC236}">
                <a16:creationId xmlns:a16="http://schemas.microsoft.com/office/drawing/2014/main" id="{E86C038E-09A8-458E-BFDD-69411E3D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 = min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∑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w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4" name="l-background">
            <a:extLst xmlns:a="http://schemas.openxmlformats.org/drawingml/2006/main">
              <a:ext uri="{FF2B5EF4-FFF2-40B4-BE49-F238E27FC236}">
                <a16:creationId xmlns:a16="http://schemas.microsoft.com/office/drawing/2014/main" id="{9740BC48-2C47-4770-BFAF-ACE49B6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1"/>
          </a:solidFill>
          <a:ln xmlns:a="http://schemas.openxmlformats.org/drawingml/2006/main" w="11430">
            <a:solidFill>
              <a:srgbClr val="B23A2C"/>
            </a:solidFill>
            <a:prstDash val="solid"/>
          </a:ln>
        </p:spPr>
      </p:sp>
      <p:sp>
        <p:nvSpPr>
          <p:cNvPr id="105" name="independent-equation">
            <a:extLst xmlns:a="http://schemas.openxmlformats.org/drawingml/2006/main">
              <a:ext uri="{FF2B5EF4-FFF2-40B4-BE49-F238E27FC236}">
                <a16:creationId xmlns:a16="http://schemas.microsoft.com/office/drawing/2014/main" id="{21390EB0-DE49-43F5-AA6F-B84D4C51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006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 = ∑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w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min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6" name="resize-smooth">
            <a:extLst xmlns:a="http://schemas.openxmlformats.org/drawingml/2006/main">
              <a:ext uri="{FF2B5EF4-FFF2-40B4-BE49-F238E27FC236}">
                <a16:creationId xmlns:a16="http://schemas.microsoft.com/office/drawing/2014/main" id="{BD7305E1-88D0-40A7-B871-2BFA0AF3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864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Resize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×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  Gaussian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4</a:t>
            </a:r>
          </a:p>
        </p:txBody>
      </p:sp>
      <p:sp>
        <p:nvSpPr>
          <p:cNvPr id="107" name="anchor-16">
            <a:extLst xmlns:a="http://schemas.openxmlformats.org/drawingml/2006/main">
              <a:ext uri="{FF2B5EF4-FFF2-40B4-BE49-F238E27FC236}">
                <a16:creationId xmlns:a16="http://schemas.microsoft.com/office/drawing/2014/main" id="{C5916435-9492-4215-A254-349ABDD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510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8" name="anchor-17">
            <a:extLst xmlns:a="http://schemas.openxmlformats.org/drawingml/2006/main">
              <a:ext uri="{FF2B5EF4-FFF2-40B4-BE49-F238E27FC236}">
                <a16:creationId xmlns:a16="http://schemas.microsoft.com/office/drawing/2014/main" id="{36474D36-6762-4344-B972-D127F6BB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662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8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6419851" y="5519738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0" name="anchor-18">
            <a:extLst xmlns:a="http://schemas.openxmlformats.org/drawingml/2006/main">
              <a:ext uri="{FF2B5EF4-FFF2-40B4-BE49-F238E27FC236}">
                <a16:creationId xmlns:a16="http://schemas.microsoft.com/office/drawing/2014/main" id="{E6B36B1C-D7FB-4EFE-97AA-6439550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590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1" name="anchor-19">
            <a:extLst xmlns:a="http://schemas.openxmlformats.org/drawingml/2006/main">
              <a:ext uri="{FF2B5EF4-FFF2-40B4-BE49-F238E27FC236}">
                <a16:creationId xmlns:a16="http://schemas.microsoft.com/office/drawing/2014/main" id="{885B6112-9F41-418F-BB81-8DB9CF14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90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1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8529638" y="5905501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3" name="matching-explanation">
            <a:extLst xmlns:a="http://schemas.openxmlformats.org/drawingml/2006/main">
              <a:ext uri="{FF2B5EF4-FFF2-40B4-BE49-F238E27FC236}">
                <a16:creationId xmlns:a16="http://schemas.microsoft.com/office/drawing/2014/main" id="{C670CD43-2C19-4CD5-BE9C-7E752AE5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3150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J  one shared row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L  one row per branch</a:t>
            </a:r>
          </a:p>
        </p:txBody>
      </p:sp>
      <p:sp>
        <p:nvSpPr>
          <p:cNvPr id="114" name="outputs-box">
            <a:extLst xmlns:a="http://schemas.openxmlformats.org/drawingml/2006/main">
              <a:ext uri="{FF2B5EF4-FFF2-40B4-BE49-F238E27FC236}">
                <a16:creationId xmlns:a16="http://schemas.microsoft.com/office/drawing/2014/main" id="{337935FB-D96C-4CB1-9B13-41A9E7C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30099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115" name="output-heading">
            <a:extLst xmlns:a="http://schemas.openxmlformats.org/drawingml/2006/main">
              <a:ext uri="{FF2B5EF4-FFF2-40B4-BE49-F238E27FC236}">
                <a16:creationId xmlns:a16="http://schemas.microsoft.com/office/drawing/2014/main" id="{A6ADDC8C-9280-46F1-AB75-F78E200B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1955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Output and display</a:t>
            </a:r>
          </a:p>
        </p:txBody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4a8f95e6f446a"/>
          <a:stretch xmlns:a="http://schemas.openxmlformats.org/drawingml/2006/main"/>
        </p:blipFill>
        <p:spPr>
          <a:xfrm xmlns:a="http://schemas.openxmlformats.org/drawingml/2006/main">
            <a:off x="9048750" y="4552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17" name="map-frame">
            <a:extLst xmlns:a="http://schemas.openxmlformats.org/drawingml/2006/main">
              <a:ext uri="{FF2B5EF4-FFF2-40B4-BE49-F238E27FC236}">
                <a16:creationId xmlns:a16="http://schemas.microsoft.com/office/drawing/2014/main" id="{881CEC42-495A-4046-BBC9-78168F67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4A5AE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0b389606745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3700" y="4552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19" name="threshold-display-contour">
            <a:extLst xmlns:a="http://schemas.openxmlformats.org/drawingml/2006/main">
              <a:ext uri="{FF2B5EF4-FFF2-40B4-BE49-F238E27FC236}">
                <a16:creationId xmlns:a16="http://schemas.microsoft.com/office/drawing/2014/main" id="{0617F315-81A1-4F06-9D11-77B07E38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238250" cy="1238250"/>
          </a:xfrm>
          <a:custGeom xmlns:a="http://schemas.openxmlformats.org/drawingml/2006/main">
            <a:pathLst>
              <a:path w="4267200" h="4267200">
                <a:moveTo>
                  <a:pt x="2733675" y="3457575"/>
                </a:moveTo>
                <a:lnTo>
                  <a:pt x="2743200" y="3448050"/>
                </a:lnTo>
                <a:lnTo>
                  <a:pt x="2752725" y="3448050"/>
                </a:lnTo>
                <a:lnTo>
                  <a:pt x="2771775" y="3467100"/>
                </a:lnTo>
                <a:lnTo>
                  <a:pt x="2771775" y="3476625"/>
                </a:lnTo>
                <a:lnTo>
                  <a:pt x="2781300" y="3486150"/>
                </a:lnTo>
                <a:lnTo>
                  <a:pt x="2781300" y="3514725"/>
                </a:lnTo>
                <a:lnTo>
                  <a:pt x="2762250" y="3533775"/>
                </a:lnTo>
                <a:lnTo>
                  <a:pt x="2743200" y="3533775"/>
                </a:lnTo>
                <a:lnTo>
                  <a:pt x="2733675" y="3524250"/>
                </a:lnTo>
                <a:close/>
              </a:path>
              <a:path w="4267200" h="4267200">
                <a:moveTo>
                  <a:pt x="2447925" y="2581275"/>
                </a:moveTo>
                <a:lnTo>
                  <a:pt x="2428875" y="2600325"/>
                </a:lnTo>
                <a:lnTo>
                  <a:pt x="2428875" y="2609850"/>
                </a:lnTo>
                <a:lnTo>
                  <a:pt x="2447925" y="2628900"/>
                </a:lnTo>
                <a:lnTo>
                  <a:pt x="2486025" y="2628900"/>
                </a:lnTo>
                <a:lnTo>
                  <a:pt x="2495550" y="2619375"/>
                </a:lnTo>
                <a:lnTo>
                  <a:pt x="2495550" y="2590800"/>
                </a:lnTo>
                <a:lnTo>
                  <a:pt x="2486025" y="2590800"/>
                </a:lnTo>
                <a:lnTo>
                  <a:pt x="2476500" y="2581275"/>
                </a:lnTo>
                <a:close/>
              </a:path>
              <a:path w="4267200" h="4267200">
                <a:moveTo>
                  <a:pt x="1114425" y="2228850"/>
                </a:moveTo>
                <a:lnTo>
                  <a:pt x="1104900" y="2238375"/>
                </a:lnTo>
                <a:lnTo>
                  <a:pt x="1095375" y="2238375"/>
                </a:lnTo>
                <a:lnTo>
                  <a:pt x="1076325" y="2257425"/>
                </a:lnTo>
                <a:lnTo>
                  <a:pt x="1076325" y="2266950"/>
                </a:lnTo>
                <a:lnTo>
                  <a:pt x="1057275" y="2286000"/>
                </a:lnTo>
                <a:lnTo>
                  <a:pt x="1057275" y="2305050"/>
                </a:lnTo>
                <a:lnTo>
                  <a:pt x="1047750" y="2314575"/>
                </a:lnTo>
                <a:lnTo>
                  <a:pt x="1047750" y="2352675"/>
                </a:lnTo>
                <a:lnTo>
                  <a:pt x="1057275" y="2362200"/>
                </a:lnTo>
                <a:lnTo>
                  <a:pt x="1057275" y="2390775"/>
                </a:lnTo>
                <a:lnTo>
                  <a:pt x="1066800" y="2400300"/>
                </a:lnTo>
                <a:lnTo>
                  <a:pt x="1066800" y="2428875"/>
                </a:lnTo>
                <a:lnTo>
                  <a:pt x="1076325" y="2438400"/>
                </a:lnTo>
                <a:lnTo>
                  <a:pt x="1076325" y="2476500"/>
                </a:lnTo>
                <a:lnTo>
                  <a:pt x="1066800" y="2486025"/>
                </a:lnTo>
                <a:lnTo>
                  <a:pt x="1066800" y="2514600"/>
                </a:lnTo>
                <a:lnTo>
                  <a:pt x="1057275" y="2524125"/>
                </a:lnTo>
                <a:lnTo>
                  <a:pt x="1057275" y="2543175"/>
                </a:lnTo>
                <a:lnTo>
                  <a:pt x="1047750" y="2552700"/>
                </a:lnTo>
                <a:lnTo>
                  <a:pt x="1047750" y="2638425"/>
                </a:lnTo>
                <a:lnTo>
                  <a:pt x="1057275" y="2647950"/>
                </a:lnTo>
                <a:lnTo>
                  <a:pt x="1057275" y="2676525"/>
                </a:lnTo>
                <a:lnTo>
                  <a:pt x="1066800" y="2686050"/>
                </a:lnTo>
                <a:lnTo>
                  <a:pt x="1066800" y="2714625"/>
                </a:lnTo>
                <a:lnTo>
                  <a:pt x="1076325" y="2724150"/>
                </a:lnTo>
                <a:lnTo>
                  <a:pt x="1076325" y="3019425"/>
                </a:lnTo>
                <a:lnTo>
                  <a:pt x="1085850" y="3028950"/>
                </a:lnTo>
                <a:lnTo>
                  <a:pt x="1085850" y="3057525"/>
                </a:lnTo>
                <a:lnTo>
                  <a:pt x="1095375" y="3067050"/>
                </a:lnTo>
                <a:lnTo>
                  <a:pt x="1095375" y="3095625"/>
                </a:lnTo>
                <a:lnTo>
                  <a:pt x="1104900" y="3105150"/>
                </a:lnTo>
                <a:lnTo>
                  <a:pt x="1104900" y="3114675"/>
                </a:lnTo>
                <a:lnTo>
                  <a:pt x="1114425" y="3124200"/>
                </a:lnTo>
                <a:lnTo>
                  <a:pt x="1114425" y="3133725"/>
                </a:lnTo>
                <a:lnTo>
                  <a:pt x="1123950" y="3143250"/>
                </a:lnTo>
                <a:lnTo>
                  <a:pt x="1133475" y="3143250"/>
                </a:lnTo>
                <a:lnTo>
                  <a:pt x="1143000" y="3152775"/>
                </a:lnTo>
                <a:lnTo>
                  <a:pt x="1181100" y="3152775"/>
                </a:lnTo>
                <a:lnTo>
                  <a:pt x="1200150" y="3133725"/>
                </a:lnTo>
                <a:lnTo>
                  <a:pt x="1200150" y="3086100"/>
                </a:lnTo>
                <a:lnTo>
                  <a:pt x="1209675" y="3076575"/>
                </a:lnTo>
                <a:lnTo>
                  <a:pt x="1209675" y="2971800"/>
                </a:lnTo>
                <a:lnTo>
                  <a:pt x="1219200" y="2962275"/>
                </a:lnTo>
                <a:lnTo>
                  <a:pt x="1219200" y="2924175"/>
                </a:lnTo>
                <a:lnTo>
                  <a:pt x="1228725" y="2914650"/>
                </a:lnTo>
                <a:lnTo>
                  <a:pt x="1228725" y="2905125"/>
                </a:lnTo>
                <a:lnTo>
                  <a:pt x="1266825" y="2867025"/>
                </a:lnTo>
                <a:lnTo>
                  <a:pt x="1314450" y="2867025"/>
                </a:lnTo>
                <a:lnTo>
                  <a:pt x="1323975" y="2876550"/>
                </a:lnTo>
                <a:lnTo>
                  <a:pt x="1333500" y="2876550"/>
                </a:lnTo>
                <a:lnTo>
                  <a:pt x="1352550" y="2895600"/>
                </a:lnTo>
                <a:lnTo>
                  <a:pt x="1352550" y="2943225"/>
                </a:lnTo>
                <a:lnTo>
                  <a:pt x="1343025" y="2952750"/>
                </a:lnTo>
                <a:lnTo>
                  <a:pt x="1343025" y="2981325"/>
                </a:lnTo>
                <a:lnTo>
                  <a:pt x="1333500" y="2990850"/>
                </a:lnTo>
                <a:lnTo>
                  <a:pt x="1333500" y="3124200"/>
                </a:lnTo>
                <a:lnTo>
                  <a:pt x="1343025" y="3133725"/>
                </a:lnTo>
                <a:lnTo>
                  <a:pt x="1343025" y="3152775"/>
                </a:lnTo>
                <a:lnTo>
                  <a:pt x="1352550" y="3162300"/>
                </a:lnTo>
                <a:lnTo>
                  <a:pt x="1362075" y="3162300"/>
                </a:lnTo>
                <a:lnTo>
                  <a:pt x="1371600" y="3171825"/>
                </a:lnTo>
                <a:lnTo>
                  <a:pt x="1495425" y="3171825"/>
                </a:lnTo>
                <a:lnTo>
                  <a:pt x="1504950" y="3162300"/>
                </a:lnTo>
                <a:lnTo>
                  <a:pt x="1514475" y="3162300"/>
                </a:lnTo>
                <a:lnTo>
                  <a:pt x="1562100" y="3114675"/>
                </a:lnTo>
                <a:lnTo>
                  <a:pt x="1562100" y="3105150"/>
                </a:lnTo>
                <a:lnTo>
                  <a:pt x="1571625" y="3095625"/>
                </a:lnTo>
                <a:lnTo>
                  <a:pt x="1571625" y="3086100"/>
                </a:lnTo>
                <a:lnTo>
                  <a:pt x="1581150" y="3076575"/>
                </a:lnTo>
                <a:lnTo>
                  <a:pt x="1581150" y="3067050"/>
                </a:lnTo>
                <a:lnTo>
                  <a:pt x="1647825" y="3000375"/>
                </a:lnTo>
                <a:lnTo>
                  <a:pt x="1657350" y="3000375"/>
                </a:lnTo>
                <a:lnTo>
                  <a:pt x="1666875" y="2990850"/>
                </a:lnTo>
                <a:lnTo>
                  <a:pt x="1666875" y="2981325"/>
                </a:lnTo>
                <a:lnTo>
                  <a:pt x="1704975" y="2943225"/>
                </a:lnTo>
                <a:lnTo>
                  <a:pt x="1704975" y="2933700"/>
                </a:lnTo>
                <a:lnTo>
                  <a:pt x="1781175" y="2857500"/>
                </a:lnTo>
                <a:lnTo>
                  <a:pt x="1790700" y="2857500"/>
                </a:lnTo>
                <a:lnTo>
                  <a:pt x="1800225" y="2847975"/>
                </a:lnTo>
                <a:lnTo>
                  <a:pt x="1809750" y="2847975"/>
                </a:lnTo>
                <a:lnTo>
                  <a:pt x="1819275" y="2838450"/>
                </a:lnTo>
                <a:lnTo>
                  <a:pt x="1828800" y="2838450"/>
                </a:lnTo>
                <a:lnTo>
                  <a:pt x="1838325" y="2828925"/>
                </a:lnTo>
                <a:lnTo>
                  <a:pt x="1847850" y="2828925"/>
                </a:lnTo>
                <a:lnTo>
                  <a:pt x="1905000" y="2771775"/>
                </a:lnTo>
                <a:lnTo>
                  <a:pt x="1905000" y="2762250"/>
                </a:lnTo>
                <a:lnTo>
                  <a:pt x="1914525" y="2752725"/>
                </a:lnTo>
                <a:lnTo>
                  <a:pt x="1914525" y="2733675"/>
                </a:lnTo>
                <a:lnTo>
                  <a:pt x="1924050" y="2724150"/>
                </a:lnTo>
                <a:lnTo>
                  <a:pt x="1924050" y="2705100"/>
                </a:lnTo>
                <a:lnTo>
                  <a:pt x="1933575" y="2695575"/>
                </a:lnTo>
                <a:lnTo>
                  <a:pt x="1933575" y="2686050"/>
                </a:lnTo>
                <a:lnTo>
                  <a:pt x="1971675" y="2647950"/>
                </a:lnTo>
                <a:lnTo>
                  <a:pt x="2038350" y="2647950"/>
                </a:lnTo>
                <a:lnTo>
                  <a:pt x="2047875" y="2638425"/>
                </a:lnTo>
                <a:lnTo>
                  <a:pt x="2066925" y="2638425"/>
                </a:lnTo>
                <a:lnTo>
                  <a:pt x="2076450" y="2628900"/>
                </a:lnTo>
                <a:lnTo>
                  <a:pt x="2076450" y="2600325"/>
                </a:lnTo>
                <a:lnTo>
                  <a:pt x="2057400" y="2581275"/>
                </a:lnTo>
                <a:lnTo>
                  <a:pt x="2047875" y="2581275"/>
                </a:lnTo>
                <a:lnTo>
                  <a:pt x="2038350" y="2571750"/>
                </a:lnTo>
                <a:lnTo>
                  <a:pt x="1924050" y="2571750"/>
                </a:lnTo>
                <a:lnTo>
                  <a:pt x="1914525" y="2562225"/>
                </a:lnTo>
                <a:lnTo>
                  <a:pt x="1905000" y="2562225"/>
                </a:lnTo>
                <a:lnTo>
                  <a:pt x="1876425" y="2533650"/>
                </a:lnTo>
                <a:lnTo>
                  <a:pt x="1876425" y="2476500"/>
                </a:lnTo>
                <a:lnTo>
                  <a:pt x="1866900" y="2466975"/>
                </a:lnTo>
                <a:lnTo>
                  <a:pt x="1866900" y="2428875"/>
                </a:lnTo>
                <a:lnTo>
                  <a:pt x="1857375" y="2419350"/>
                </a:lnTo>
                <a:lnTo>
                  <a:pt x="1857375" y="2409825"/>
                </a:lnTo>
                <a:lnTo>
                  <a:pt x="1838325" y="2390775"/>
                </a:lnTo>
                <a:lnTo>
                  <a:pt x="1819275" y="2390775"/>
                </a:lnTo>
                <a:lnTo>
                  <a:pt x="1809750" y="2381250"/>
                </a:lnTo>
                <a:lnTo>
                  <a:pt x="1781175" y="2381250"/>
                </a:lnTo>
                <a:lnTo>
                  <a:pt x="1771650" y="2390775"/>
                </a:lnTo>
                <a:lnTo>
                  <a:pt x="1762125" y="2390775"/>
                </a:lnTo>
                <a:lnTo>
                  <a:pt x="1752600" y="2400300"/>
                </a:lnTo>
                <a:lnTo>
                  <a:pt x="1743075" y="2400300"/>
                </a:lnTo>
                <a:lnTo>
                  <a:pt x="1685925" y="2457450"/>
                </a:lnTo>
                <a:lnTo>
                  <a:pt x="1676400" y="2457450"/>
                </a:lnTo>
                <a:lnTo>
                  <a:pt x="1666875" y="2466975"/>
                </a:lnTo>
                <a:lnTo>
                  <a:pt x="1638300" y="2466975"/>
                </a:lnTo>
                <a:lnTo>
                  <a:pt x="1628775" y="2457450"/>
                </a:lnTo>
                <a:lnTo>
                  <a:pt x="1609725" y="2457450"/>
                </a:lnTo>
                <a:lnTo>
                  <a:pt x="1600200" y="2447925"/>
                </a:lnTo>
                <a:lnTo>
                  <a:pt x="1590675" y="2447925"/>
                </a:lnTo>
                <a:lnTo>
                  <a:pt x="1552575" y="2409825"/>
                </a:lnTo>
                <a:lnTo>
                  <a:pt x="1552575" y="2400300"/>
                </a:lnTo>
                <a:lnTo>
                  <a:pt x="1543050" y="2390775"/>
                </a:lnTo>
                <a:lnTo>
                  <a:pt x="1543050" y="2371725"/>
                </a:lnTo>
                <a:lnTo>
                  <a:pt x="1524000" y="2352675"/>
                </a:lnTo>
                <a:lnTo>
                  <a:pt x="1514475" y="2352675"/>
                </a:lnTo>
                <a:lnTo>
                  <a:pt x="1504950" y="2362200"/>
                </a:lnTo>
                <a:lnTo>
                  <a:pt x="1495425" y="2362200"/>
                </a:lnTo>
                <a:lnTo>
                  <a:pt x="1485900" y="2371725"/>
                </a:lnTo>
                <a:lnTo>
                  <a:pt x="1466850" y="2371725"/>
                </a:lnTo>
                <a:lnTo>
                  <a:pt x="1457325" y="2381250"/>
                </a:lnTo>
                <a:lnTo>
                  <a:pt x="1438275" y="2381250"/>
                </a:lnTo>
                <a:lnTo>
                  <a:pt x="1428750" y="2390775"/>
                </a:lnTo>
                <a:lnTo>
                  <a:pt x="1323975" y="2390775"/>
                </a:lnTo>
                <a:lnTo>
                  <a:pt x="1314450" y="2381250"/>
                </a:lnTo>
                <a:lnTo>
                  <a:pt x="1304925" y="2381250"/>
                </a:lnTo>
                <a:lnTo>
                  <a:pt x="1295400" y="2371725"/>
                </a:lnTo>
                <a:lnTo>
                  <a:pt x="1285875" y="2371725"/>
                </a:lnTo>
                <a:lnTo>
                  <a:pt x="1257300" y="2343150"/>
                </a:lnTo>
                <a:lnTo>
                  <a:pt x="1257300" y="2333625"/>
                </a:lnTo>
                <a:lnTo>
                  <a:pt x="1238250" y="2314575"/>
                </a:lnTo>
                <a:lnTo>
                  <a:pt x="1238250" y="2305050"/>
                </a:lnTo>
                <a:lnTo>
                  <a:pt x="1171575" y="2238375"/>
                </a:lnTo>
                <a:lnTo>
                  <a:pt x="1162050" y="2238375"/>
                </a:lnTo>
                <a:lnTo>
                  <a:pt x="1152525" y="2228850"/>
                </a:lnTo>
                <a:close/>
              </a:path>
              <a:path w="4267200" h="4267200">
                <a:moveTo>
                  <a:pt x="2619375" y="2133600"/>
                </a:moveTo>
                <a:lnTo>
                  <a:pt x="2609850" y="2143125"/>
                </a:lnTo>
                <a:lnTo>
                  <a:pt x="2600325" y="2143125"/>
                </a:lnTo>
                <a:lnTo>
                  <a:pt x="2581275" y="2162175"/>
                </a:lnTo>
                <a:lnTo>
                  <a:pt x="2581275" y="2209800"/>
                </a:lnTo>
                <a:lnTo>
                  <a:pt x="2590800" y="2219325"/>
                </a:lnTo>
                <a:lnTo>
                  <a:pt x="2600325" y="2219325"/>
                </a:lnTo>
                <a:lnTo>
                  <a:pt x="2609850" y="2228850"/>
                </a:lnTo>
                <a:lnTo>
                  <a:pt x="2619375" y="2219325"/>
                </a:lnTo>
                <a:lnTo>
                  <a:pt x="2628900" y="2219325"/>
                </a:lnTo>
                <a:lnTo>
                  <a:pt x="2628900" y="2209800"/>
                </a:lnTo>
                <a:lnTo>
                  <a:pt x="2638425" y="2200275"/>
                </a:lnTo>
                <a:lnTo>
                  <a:pt x="2638425" y="2152650"/>
                </a:lnTo>
                <a:close/>
              </a:path>
              <a:path w="4267200" h="4267200">
                <a:moveTo>
                  <a:pt x="4219575" y="2095500"/>
                </a:moveTo>
                <a:lnTo>
                  <a:pt x="4210050" y="2105025"/>
                </a:lnTo>
                <a:lnTo>
                  <a:pt x="4191000" y="2105025"/>
                </a:lnTo>
                <a:lnTo>
                  <a:pt x="4181475" y="2114550"/>
                </a:lnTo>
                <a:lnTo>
                  <a:pt x="4171950" y="2114550"/>
                </a:lnTo>
                <a:lnTo>
                  <a:pt x="4152900" y="2133600"/>
                </a:lnTo>
                <a:lnTo>
                  <a:pt x="4152900" y="2143125"/>
                </a:lnTo>
                <a:lnTo>
                  <a:pt x="4133850" y="2162175"/>
                </a:lnTo>
                <a:lnTo>
                  <a:pt x="4133850" y="2181225"/>
                </a:lnTo>
                <a:lnTo>
                  <a:pt x="4124325" y="2190750"/>
                </a:lnTo>
                <a:lnTo>
                  <a:pt x="4124325" y="2228850"/>
                </a:lnTo>
                <a:lnTo>
                  <a:pt x="4114800" y="2238375"/>
                </a:lnTo>
                <a:lnTo>
                  <a:pt x="4114800" y="2352675"/>
                </a:lnTo>
                <a:lnTo>
                  <a:pt x="4124325" y="2362200"/>
                </a:lnTo>
                <a:lnTo>
                  <a:pt x="4124325" y="2438400"/>
                </a:lnTo>
                <a:lnTo>
                  <a:pt x="4133850" y="2447925"/>
                </a:lnTo>
                <a:lnTo>
                  <a:pt x="4133850" y="2505075"/>
                </a:lnTo>
                <a:lnTo>
                  <a:pt x="4143375" y="2514600"/>
                </a:lnTo>
                <a:lnTo>
                  <a:pt x="4143375" y="2552700"/>
                </a:lnTo>
                <a:lnTo>
                  <a:pt x="4152900" y="2562225"/>
                </a:lnTo>
                <a:lnTo>
                  <a:pt x="4152900" y="2590800"/>
                </a:lnTo>
                <a:lnTo>
                  <a:pt x="4162425" y="2600325"/>
                </a:lnTo>
                <a:lnTo>
                  <a:pt x="4162425" y="2609850"/>
                </a:lnTo>
                <a:lnTo>
                  <a:pt x="4171950" y="2619375"/>
                </a:lnTo>
                <a:lnTo>
                  <a:pt x="4171950" y="2628900"/>
                </a:lnTo>
                <a:lnTo>
                  <a:pt x="4181475" y="2638425"/>
                </a:lnTo>
                <a:lnTo>
                  <a:pt x="4191000" y="2638425"/>
                </a:lnTo>
                <a:lnTo>
                  <a:pt x="4200525" y="2647950"/>
                </a:lnTo>
                <a:lnTo>
                  <a:pt x="4257675" y="2647950"/>
                </a:lnTo>
                <a:lnTo>
                  <a:pt x="4257675" y="2095500"/>
                </a:lnTo>
                <a:close/>
              </a:path>
              <a:path w="4267200" h="4267200">
                <a:moveTo>
                  <a:pt x="1743075" y="1476375"/>
                </a:moveTo>
                <a:lnTo>
                  <a:pt x="1733550" y="1485900"/>
                </a:lnTo>
                <a:lnTo>
                  <a:pt x="1685925" y="1485900"/>
                </a:lnTo>
                <a:lnTo>
                  <a:pt x="1676400" y="1495425"/>
                </a:lnTo>
                <a:lnTo>
                  <a:pt x="1666875" y="1495425"/>
                </a:lnTo>
                <a:lnTo>
                  <a:pt x="1657350" y="1504950"/>
                </a:lnTo>
                <a:lnTo>
                  <a:pt x="1647825" y="1504950"/>
                </a:lnTo>
                <a:lnTo>
                  <a:pt x="1628775" y="1524000"/>
                </a:lnTo>
                <a:lnTo>
                  <a:pt x="1628775" y="1533525"/>
                </a:lnTo>
                <a:lnTo>
                  <a:pt x="1619250" y="1543050"/>
                </a:lnTo>
                <a:lnTo>
                  <a:pt x="1619250" y="1552575"/>
                </a:lnTo>
                <a:lnTo>
                  <a:pt x="1581150" y="1590675"/>
                </a:lnTo>
                <a:lnTo>
                  <a:pt x="1571625" y="1590675"/>
                </a:lnTo>
                <a:lnTo>
                  <a:pt x="1562100" y="1600200"/>
                </a:lnTo>
                <a:lnTo>
                  <a:pt x="1552575" y="1600200"/>
                </a:lnTo>
                <a:lnTo>
                  <a:pt x="1543050" y="1609725"/>
                </a:lnTo>
                <a:lnTo>
                  <a:pt x="1533525" y="1609725"/>
                </a:lnTo>
                <a:lnTo>
                  <a:pt x="1524000" y="1619250"/>
                </a:lnTo>
                <a:lnTo>
                  <a:pt x="1514475" y="1619250"/>
                </a:lnTo>
                <a:lnTo>
                  <a:pt x="1476375" y="1657350"/>
                </a:lnTo>
                <a:lnTo>
                  <a:pt x="1476375" y="1676400"/>
                </a:lnTo>
                <a:lnTo>
                  <a:pt x="1466850" y="1685925"/>
                </a:lnTo>
                <a:lnTo>
                  <a:pt x="1466850" y="1762125"/>
                </a:lnTo>
                <a:lnTo>
                  <a:pt x="1476375" y="1771650"/>
                </a:lnTo>
                <a:lnTo>
                  <a:pt x="1514475" y="1771650"/>
                </a:lnTo>
                <a:lnTo>
                  <a:pt x="1524000" y="1762125"/>
                </a:lnTo>
                <a:lnTo>
                  <a:pt x="1533525" y="1762125"/>
                </a:lnTo>
                <a:lnTo>
                  <a:pt x="1590675" y="1704975"/>
                </a:lnTo>
                <a:lnTo>
                  <a:pt x="1600200" y="1704975"/>
                </a:lnTo>
                <a:lnTo>
                  <a:pt x="1619250" y="1685925"/>
                </a:lnTo>
                <a:lnTo>
                  <a:pt x="1628775" y="1685925"/>
                </a:lnTo>
                <a:lnTo>
                  <a:pt x="1638300" y="1676400"/>
                </a:lnTo>
                <a:lnTo>
                  <a:pt x="1685925" y="1676400"/>
                </a:lnTo>
                <a:lnTo>
                  <a:pt x="1695450" y="1685925"/>
                </a:lnTo>
                <a:lnTo>
                  <a:pt x="1704975" y="1685925"/>
                </a:lnTo>
                <a:lnTo>
                  <a:pt x="1743075" y="1724025"/>
                </a:lnTo>
                <a:lnTo>
                  <a:pt x="1743075" y="1733550"/>
                </a:lnTo>
                <a:lnTo>
                  <a:pt x="1762125" y="1752600"/>
                </a:lnTo>
                <a:lnTo>
                  <a:pt x="1762125" y="1762125"/>
                </a:lnTo>
                <a:lnTo>
                  <a:pt x="1771650" y="1771650"/>
                </a:lnTo>
                <a:lnTo>
                  <a:pt x="1781175" y="1771650"/>
                </a:lnTo>
                <a:lnTo>
                  <a:pt x="1790700" y="1781175"/>
                </a:lnTo>
                <a:lnTo>
                  <a:pt x="1800225" y="1781175"/>
                </a:lnTo>
                <a:lnTo>
                  <a:pt x="1819275" y="1762125"/>
                </a:lnTo>
                <a:lnTo>
                  <a:pt x="1819275" y="1724025"/>
                </a:lnTo>
                <a:lnTo>
                  <a:pt x="1809750" y="1714500"/>
                </a:lnTo>
                <a:lnTo>
                  <a:pt x="1809750" y="1562100"/>
                </a:lnTo>
                <a:lnTo>
                  <a:pt x="1800225" y="1552575"/>
                </a:lnTo>
                <a:lnTo>
                  <a:pt x="1800225" y="1514475"/>
                </a:lnTo>
                <a:lnTo>
                  <a:pt x="1790700" y="1504950"/>
                </a:lnTo>
                <a:lnTo>
                  <a:pt x="1790700" y="1495425"/>
                </a:lnTo>
                <a:lnTo>
                  <a:pt x="1781175" y="1485900"/>
                </a:lnTo>
                <a:lnTo>
                  <a:pt x="1762125" y="1485900"/>
                </a:lnTo>
                <a:lnTo>
                  <a:pt x="1752600" y="1476375"/>
                </a:lnTo>
                <a:close/>
              </a:path>
              <a:path w="4267200" h="4267200">
                <a:moveTo>
                  <a:pt x="2600325" y="914400"/>
                </a:moveTo>
                <a:lnTo>
                  <a:pt x="2609850" y="904875"/>
                </a:lnTo>
                <a:lnTo>
                  <a:pt x="2619375" y="904875"/>
                </a:lnTo>
                <a:lnTo>
                  <a:pt x="2647950" y="933450"/>
                </a:lnTo>
                <a:lnTo>
                  <a:pt x="2647950" y="952500"/>
                </a:lnTo>
                <a:lnTo>
                  <a:pt x="2657475" y="962025"/>
                </a:lnTo>
                <a:lnTo>
                  <a:pt x="2657475" y="971550"/>
                </a:lnTo>
                <a:lnTo>
                  <a:pt x="2647950" y="981075"/>
                </a:lnTo>
                <a:lnTo>
                  <a:pt x="2647950" y="1009650"/>
                </a:lnTo>
                <a:lnTo>
                  <a:pt x="2638425" y="1019175"/>
                </a:lnTo>
                <a:lnTo>
                  <a:pt x="2638425" y="1028700"/>
                </a:lnTo>
                <a:lnTo>
                  <a:pt x="2628900" y="1038225"/>
                </a:lnTo>
                <a:lnTo>
                  <a:pt x="2619375" y="1038225"/>
                </a:lnTo>
                <a:lnTo>
                  <a:pt x="2609850" y="1047750"/>
                </a:lnTo>
                <a:lnTo>
                  <a:pt x="2600325" y="1047750"/>
                </a:lnTo>
                <a:lnTo>
                  <a:pt x="2590800" y="1057275"/>
                </a:lnTo>
                <a:lnTo>
                  <a:pt x="2552700" y="1057275"/>
                </a:lnTo>
                <a:lnTo>
                  <a:pt x="2543175" y="1047750"/>
                </a:lnTo>
                <a:lnTo>
                  <a:pt x="2524125" y="1047750"/>
                </a:lnTo>
                <a:lnTo>
                  <a:pt x="2495550" y="1019175"/>
                </a:lnTo>
                <a:lnTo>
                  <a:pt x="2495550" y="1009650"/>
                </a:lnTo>
                <a:lnTo>
                  <a:pt x="2505075" y="1000125"/>
                </a:lnTo>
                <a:lnTo>
                  <a:pt x="2505075" y="990600"/>
                </a:lnTo>
                <a:lnTo>
                  <a:pt x="2581275" y="914400"/>
                </a:lnTo>
                <a:close/>
              </a:path>
              <a:path w="4267200" h="4267200">
                <a:moveTo>
                  <a:pt x="2838450" y="390525"/>
                </a:moveTo>
                <a:lnTo>
                  <a:pt x="2828925" y="400050"/>
                </a:lnTo>
                <a:lnTo>
                  <a:pt x="2790825" y="400050"/>
                </a:lnTo>
                <a:lnTo>
                  <a:pt x="2781300" y="409575"/>
                </a:lnTo>
                <a:lnTo>
                  <a:pt x="2752725" y="409575"/>
                </a:lnTo>
                <a:lnTo>
                  <a:pt x="2743200" y="419100"/>
                </a:lnTo>
                <a:lnTo>
                  <a:pt x="2724150" y="419100"/>
                </a:lnTo>
                <a:lnTo>
                  <a:pt x="2714625" y="428625"/>
                </a:lnTo>
                <a:lnTo>
                  <a:pt x="2705100" y="428625"/>
                </a:lnTo>
                <a:lnTo>
                  <a:pt x="2695575" y="438150"/>
                </a:lnTo>
                <a:lnTo>
                  <a:pt x="2686050" y="438150"/>
                </a:lnTo>
                <a:lnTo>
                  <a:pt x="2676525" y="447675"/>
                </a:lnTo>
                <a:lnTo>
                  <a:pt x="2676525" y="457200"/>
                </a:lnTo>
                <a:lnTo>
                  <a:pt x="2657475" y="476250"/>
                </a:lnTo>
                <a:lnTo>
                  <a:pt x="2657475" y="485775"/>
                </a:lnTo>
                <a:lnTo>
                  <a:pt x="2647950" y="495300"/>
                </a:lnTo>
                <a:lnTo>
                  <a:pt x="2647950" y="504825"/>
                </a:lnTo>
                <a:lnTo>
                  <a:pt x="2638425" y="514350"/>
                </a:lnTo>
                <a:lnTo>
                  <a:pt x="2638425" y="523875"/>
                </a:lnTo>
                <a:lnTo>
                  <a:pt x="2619375" y="542925"/>
                </a:lnTo>
                <a:lnTo>
                  <a:pt x="2552700" y="542925"/>
                </a:lnTo>
                <a:lnTo>
                  <a:pt x="2543175" y="533400"/>
                </a:lnTo>
                <a:lnTo>
                  <a:pt x="2524125" y="533400"/>
                </a:lnTo>
                <a:lnTo>
                  <a:pt x="2514600" y="523875"/>
                </a:lnTo>
                <a:lnTo>
                  <a:pt x="2438400" y="523875"/>
                </a:lnTo>
                <a:lnTo>
                  <a:pt x="2428875" y="533400"/>
                </a:lnTo>
                <a:lnTo>
                  <a:pt x="2409825" y="533400"/>
                </a:lnTo>
                <a:lnTo>
                  <a:pt x="2400300" y="542925"/>
                </a:lnTo>
                <a:lnTo>
                  <a:pt x="2390775" y="542925"/>
                </a:lnTo>
                <a:lnTo>
                  <a:pt x="2381250" y="552450"/>
                </a:lnTo>
                <a:lnTo>
                  <a:pt x="2371725" y="552450"/>
                </a:lnTo>
                <a:lnTo>
                  <a:pt x="2362200" y="561975"/>
                </a:lnTo>
                <a:lnTo>
                  <a:pt x="2352675" y="561975"/>
                </a:lnTo>
                <a:lnTo>
                  <a:pt x="2343150" y="571500"/>
                </a:lnTo>
                <a:lnTo>
                  <a:pt x="2333625" y="571500"/>
                </a:lnTo>
                <a:lnTo>
                  <a:pt x="2324100" y="581025"/>
                </a:lnTo>
                <a:lnTo>
                  <a:pt x="2314575" y="581025"/>
                </a:lnTo>
                <a:lnTo>
                  <a:pt x="2305050" y="590550"/>
                </a:lnTo>
                <a:lnTo>
                  <a:pt x="2276475" y="590550"/>
                </a:lnTo>
                <a:lnTo>
                  <a:pt x="2266950" y="600075"/>
                </a:lnTo>
                <a:lnTo>
                  <a:pt x="2228850" y="600075"/>
                </a:lnTo>
                <a:lnTo>
                  <a:pt x="2219325" y="609600"/>
                </a:lnTo>
                <a:lnTo>
                  <a:pt x="2200275" y="609600"/>
                </a:lnTo>
                <a:lnTo>
                  <a:pt x="2190750" y="619125"/>
                </a:lnTo>
                <a:lnTo>
                  <a:pt x="2171700" y="619125"/>
                </a:lnTo>
                <a:lnTo>
                  <a:pt x="2162175" y="628650"/>
                </a:lnTo>
                <a:lnTo>
                  <a:pt x="2143125" y="628650"/>
                </a:lnTo>
                <a:lnTo>
                  <a:pt x="2133600" y="638175"/>
                </a:lnTo>
                <a:lnTo>
                  <a:pt x="2085975" y="638175"/>
                </a:lnTo>
                <a:lnTo>
                  <a:pt x="2028825" y="581025"/>
                </a:lnTo>
                <a:lnTo>
                  <a:pt x="2028825" y="5715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71675" y="523875"/>
                </a:lnTo>
                <a:lnTo>
                  <a:pt x="1952625" y="523875"/>
                </a:lnTo>
                <a:lnTo>
                  <a:pt x="1943100" y="514350"/>
                </a:lnTo>
                <a:lnTo>
                  <a:pt x="1885950" y="514350"/>
                </a:lnTo>
                <a:lnTo>
                  <a:pt x="1876425" y="523875"/>
                </a:lnTo>
                <a:lnTo>
                  <a:pt x="1838325" y="523875"/>
                </a:lnTo>
                <a:lnTo>
                  <a:pt x="1828800" y="533400"/>
                </a:lnTo>
                <a:lnTo>
                  <a:pt x="1724025" y="533400"/>
                </a:lnTo>
                <a:lnTo>
                  <a:pt x="1714500" y="523875"/>
                </a:lnTo>
                <a:lnTo>
                  <a:pt x="1676400" y="523875"/>
                </a:lnTo>
                <a:lnTo>
                  <a:pt x="1666875" y="514350"/>
                </a:lnTo>
                <a:lnTo>
                  <a:pt x="1647825" y="514350"/>
                </a:lnTo>
                <a:lnTo>
                  <a:pt x="1638300" y="523875"/>
                </a:lnTo>
                <a:lnTo>
                  <a:pt x="1619250" y="523875"/>
                </a:lnTo>
                <a:lnTo>
                  <a:pt x="1609725" y="533400"/>
                </a:lnTo>
                <a:lnTo>
                  <a:pt x="1600200" y="533400"/>
                </a:lnTo>
                <a:lnTo>
                  <a:pt x="1590675" y="542925"/>
                </a:lnTo>
                <a:lnTo>
                  <a:pt x="1581150" y="542925"/>
                </a:lnTo>
                <a:lnTo>
                  <a:pt x="1571625" y="552450"/>
                </a:lnTo>
                <a:lnTo>
                  <a:pt x="1562100" y="552450"/>
                </a:lnTo>
                <a:lnTo>
                  <a:pt x="1552575" y="561975"/>
                </a:lnTo>
                <a:lnTo>
                  <a:pt x="1524000" y="561975"/>
                </a:lnTo>
                <a:lnTo>
                  <a:pt x="1514475" y="571500"/>
                </a:lnTo>
                <a:lnTo>
                  <a:pt x="1485900" y="571500"/>
                </a:lnTo>
                <a:lnTo>
                  <a:pt x="1476375" y="561975"/>
                </a:lnTo>
                <a:lnTo>
                  <a:pt x="1457325" y="561975"/>
                </a:lnTo>
                <a:lnTo>
                  <a:pt x="1447800" y="552450"/>
                </a:lnTo>
                <a:lnTo>
                  <a:pt x="1400175" y="552450"/>
                </a:lnTo>
                <a:lnTo>
                  <a:pt x="1390650" y="561975"/>
                </a:lnTo>
                <a:lnTo>
                  <a:pt x="1381125" y="561975"/>
                </a:lnTo>
                <a:lnTo>
                  <a:pt x="1343025" y="600075"/>
                </a:lnTo>
                <a:lnTo>
                  <a:pt x="1333500" y="600075"/>
                </a:lnTo>
                <a:lnTo>
                  <a:pt x="1323975" y="609600"/>
                </a:lnTo>
                <a:lnTo>
                  <a:pt x="1314450" y="609600"/>
                </a:lnTo>
                <a:lnTo>
                  <a:pt x="1304925" y="619125"/>
                </a:lnTo>
                <a:lnTo>
                  <a:pt x="1266825" y="619125"/>
                </a:lnTo>
                <a:lnTo>
                  <a:pt x="1257300" y="609600"/>
                </a:lnTo>
                <a:lnTo>
                  <a:pt x="1247775" y="609600"/>
                </a:lnTo>
                <a:lnTo>
                  <a:pt x="1238250" y="600075"/>
                </a:lnTo>
                <a:lnTo>
                  <a:pt x="1228725" y="600075"/>
                </a:lnTo>
                <a:lnTo>
                  <a:pt x="1219200" y="590550"/>
                </a:lnTo>
                <a:lnTo>
                  <a:pt x="1209675" y="590550"/>
                </a:lnTo>
                <a:lnTo>
                  <a:pt x="1190625" y="571500"/>
                </a:lnTo>
                <a:lnTo>
                  <a:pt x="1181100" y="571500"/>
                </a:lnTo>
                <a:lnTo>
                  <a:pt x="1171575" y="561975"/>
                </a:lnTo>
                <a:lnTo>
                  <a:pt x="1152525" y="561975"/>
                </a:lnTo>
                <a:lnTo>
                  <a:pt x="1143000" y="552450"/>
                </a:lnTo>
                <a:lnTo>
                  <a:pt x="1114425" y="552450"/>
                </a:lnTo>
                <a:lnTo>
                  <a:pt x="1104900" y="542925"/>
                </a:lnTo>
                <a:lnTo>
                  <a:pt x="971550" y="542925"/>
                </a:lnTo>
                <a:lnTo>
                  <a:pt x="962025" y="533400"/>
                </a:lnTo>
                <a:lnTo>
                  <a:pt x="857250" y="533400"/>
                </a:lnTo>
                <a:lnTo>
                  <a:pt x="847725" y="542925"/>
                </a:lnTo>
                <a:lnTo>
                  <a:pt x="838200" y="542925"/>
                </a:lnTo>
                <a:lnTo>
                  <a:pt x="828675" y="552450"/>
                </a:lnTo>
                <a:lnTo>
                  <a:pt x="819150" y="552450"/>
                </a:lnTo>
                <a:lnTo>
                  <a:pt x="733425" y="638175"/>
                </a:lnTo>
                <a:lnTo>
                  <a:pt x="723900" y="638175"/>
                </a:lnTo>
                <a:lnTo>
                  <a:pt x="704850" y="657225"/>
                </a:lnTo>
                <a:lnTo>
                  <a:pt x="695325" y="657225"/>
                </a:lnTo>
                <a:lnTo>
                  <a:pt x="676275" y="676275"/>
                </a:lnTo>
                <a:lnTo>
                  <a:pt x="666750" y="676275"/>
                </a:lnTo>
                <a:lnTo>
                  <a:pt x="657225" y="685800"/>
                </a:lnTo>
                <a:lnTo>
                  <a:pt x="657225" y="695325"/>
                </a:lnTo>
                <a:lnTo>
                  <a:pt x="647700" y="704850"/>
                </a:lnTo>
                <a:lnTo>
                  <a:pt x="647700" y="714375"/>
                </a:lnTo>
                <a:lnTo>
                  <a:pt x="638175" y="723900"/>
                </a:lnTo>
                <a:lnTo>
                  <a:pt x="638175" y="771525"/>
                </a:lnTo>
                <a:lnTo>
                  <a:pt x="647700" y="781050"/>
                </a:lnTo>
                <a:lnTo>
                  <a:pt x="647700" y="790575"/>
                </a:lnTo>
                <a:lnTo>
                  <a:pt x="657225" y="800100"/>
                </a:lnTo>
                <a:lnTo>
                  <a:pt x="657225" y="809625"/>
                </a:lnTo>
                <a:lnTo>
                  <a:pt x="695325" y="847725"/>
                </a:lnTo>
                <a:lnTo>
                  <a:pt x="695325" y="857250"/>
                </a:lnTo>
                <a:lnTo>
                  <a:pt x="704850" y="866775"/>
                </a:lnTo>
                <a:lnTo>
                  <a:pt x="704850" y="876300"/>
                </a:lnTo>
                <a:lnTo>
                  <a:pt x="714375" y="885825"/>
                </a:lnTo>
                <a:lnTo>
                  <a:pt x="714375" y="981075"/>
                </a:lnTo>
                <a:lnTo>
                  <a:pt x="723900" y="990600"/>
                </a:lnTo>
                <a:lnTo>
                  <a:pt x="723900" y="1019175"/>
                </a:lnTo>
                <a:lnTo>
                  <a:pt x="733425" y="1028700"/>
                </a:lnTo>
                <a:lnTo>
                  <a:pt x="733425" y="1038225"/>
                </a:lnTo>
                <a:lnTo>
                  <a:pt x="742950" y="1047750"/>
                </a:lnTo>
                <a:lnTo>
                  <a:pt x="742950" y="1066800"/>
                </a:lnTo>
                <a:lnTo>
                  <a:pt x="752475" y="1076325"/>
                </a:lnTo>
                <a:lnTo>
                  <a:pt x="752475" y="1104900"/>
                </a:lnTo>
                <a:lnTo>
                  <a:pt x="762000" y="1114425"/>
                </a:lnTo>
                <a:lnTo>
                  <a:pt x="762000" y="1162050"/>
                </a:lnTo>
                <a:lnTo>
                  <a:pt x="771525" y="1171575"/>
                </a:lnTo>
                <a:lnTo>
                  <a:pt x="771525" y="1209675"/>
                </a:lnTo>
                <a:lnTo>
                  <a:pt x="781050" y="1219200"/>
                </a:lnTo>
                <a:lnTo>
                  <a:pt x="78105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800100" y="1266825"/>
                </a:lnTo>
                <a:lnTo>
                  <a:pt x="800100" y="1276350"/>
                </a:lnTo>
                <a:lnTo>
                  <a:pt x="809625" y="1285875"/>
                </a:lnTo>
                <a:lnTo>
                  <a:pt x="809625" y="1295400"/>
                </a:lnTo>
                <a:lnTo>
                  <a:pt x="828675" y="1314450"/>
                </a:lnTo>
                <a:lnTo>
                  <a:pt x="828675" y="1323975"/>
                </a:lnTo>
                <a:lnTo>
                  <a:pt x="857250" y="1352550"/>
                </a:lnTo>
                <a:lnTo>
                  <a:pt x="857250" y="1362075"/>
                </a:lnTo>
                <a:lnTo>
                  <a:pt x="876300" y="1381125"/>
                </a:lnTo>
                <a:lnTo>
                  <a:pt x="876300" y="1390650"/>
                </a:lnTo>
                <a:lnTo>
                  <a:pt x="885825" y="1400175"/>
                </a:lnTo>
                <a:lnTo>
                  <a:pt x="885825" y="1409700"/>
                </a:lnTo>
                <a:lnTo>
                  <a:pt x="895350" y="1419225"/>
                </a:lnTo>
                <a:lnTo>
                  <a:pt x="895350" y="1428750"/>
                </a:lnTo>
                <a:lnTo>
                  <a:pt x="904875" y="1438275"/>
                </a:lnTo>
                <a:lnTo>
                  <a:pt x="904875" y="1447800"/>
                </a:lnTo>
                <a:lnTo>
                  <a:pt x="914400" y="1457325"/>
                </a:lnTo>
                <a:lnTo>
                  <a:pt x="914400" y="1476375"/>
                </a:lnTo>
                <a:lnTo>
                  <a:pt x="923925" y="1485900"/>
                </a:lnTo>
                <a:lnTo>
                  <a:pt x="923925" y="1504950"/>
                </a:lnTo>
                <a:lnTo>
                  <a:pt x="933450" y="1514475"/>
                </a:lnTo>
                <a:lnTo>
                  <a:pt x="933450" y="1695450"/>
                </a:lnTo>
                <a:lnTo>
                  <a:pt x="942975" y="1704975"/>
                </a:lnTo>
                <a:lnTo>
                  <a:pt x="942975" y="1743075"/>
                </a:lnTo>
                <a:lnTo>
                  <a:pt x="952500" y="1752600"/>
                </a:lnTo>
                <a:lnTo>
                  <a:pt x="952500" y="1790700"/>
                </a:lnTo>
                <a:lnTo>
                  <a:pt x="962025" y="1800225"/>
                </a:lnTo>
                <a:lnTo>
                  <a:pt x="962025" y="1819275"/>
                </a:lnTo>
                <a:lnTo>
                  <a:pt x="971550" y="1828800"/>
                </a:lnTo>
                <a:lnTo>
                  <a:pt x="971550" y="1838325"/>
                </a:lnTo>
                <a:lnTo>
                  <a:pt x="981075" y="1847850"/>
                </a:lnTo>
                <a:lnTo>
                  <a:pt x="981075" y="1857375"/>
                </a:lnTo>
                <a:lnTo>
                  <a:pt x="1019175" y="1895475"/>
                </a:lnTo>
                <a:lnTo>
                  <a:pt x="1057275" y="1895475"/>
                </a:lnTo>
                <a:lnTo>
                  <a:pt x="1066800" y="1885950"/>
                </a:lnTo>
                <a:lnTo>
                  <a:pt x="1076325" y="1885950"/>
                </a:lnTo>
                <a:lnTo>
                  <a:pt x="1085850" y="1876425"/>
                </a:lnTo>
                <a:lnTo>
                  <a:pt x="1095375" y="1876425"/>
                </a:lnTo>
                <a:lnTo>
                  <a:pt x="1114425" y="1857375"/>
                </a:lnTo>
                <a:lnTo>
                  <a:pt x="1152525" y="1857375"/>
                </a:lnTo>
                <a:lnTo>
                  <a:pt x="1190625" y="1895475"/>
                </a:lnTo>
                <a:lnTo>
                  <a:pt x="1190625" y="1933575"/>
                </a:lnTo>
                <a:lnTo>
                  <a:pt x="1162050" y="1962150"/>
                </a:lnTo>
                <a:lnTo>
                  <a:pt x="1152525" y="1962150"/>
                </a:lnTo>
                <a:lnTo>
                  <a:pt x="1143000" y="1971675"/>
                </a:lnTo>
                <a:lnTo>
                  <a:pt x="1133475" y="1971675"/>
                </a:lnTo>
                <a:lnTo>
                  <a:pt x="1123950" y="1981200"/>
                </a:lnTo>
                <a:lnTo>
                  <a:pt x="1104900" y="1981200"/>
                </a:lnTo>
                <a:lnTo>
                  <a:pt x="1095375" y="1990725"/>
                </a:lnTo>
                <a:lnTo>
                  <a:pt x="1085850" y="1990725"/>
                </a:lnTo>
                <a:lnTo>
                  <a:pt x="1066800" y="2009775"/>
                </a:lnTo>
                <a:lnTo>
                  <a:pt x="1066800" y="2019300"/>
                </a:lnTo>
                <a:lnTo>
                  <a:pt x="1057275" y="2028825"/>
                </a:lnTo>
                <a:lnTo>
                  <a:pt x="1057275" y="2066925"/>
                </a:lnTo>
                <a:lnTo>
                  <a:pt x="1066800" y="2076450"/>
                </a:lnTo>
                <a:lnTo>
                  <a:pt x="1066800" y="2085975"/>
                </a:lnTo>
                <a:lnTo>
                  <a:pt x="1076325" y="2095500"/>
                </a:lnTo>
                <a:lnTo>
                  <a:pt x="1076325" y="2105025"/>
                </a:lnTo>
                <a:lnTo>
                  <a:pt x="1095375" y="2124075"/>
                </a:lnTo>
                <a:lnTo>
                  <a:pt x="1104900" y="2124075"/>
                </a:lnTo>
                <a:lnTo>
                  <a:pt x="1114425" y="2133600"/>
                </a:lnTo>
                <a:lnTo>
                  <a:pt x="1123950" y="2133600"/>
                </a:lnTo>
                <a:lnTo>
                  <a:pt x="1133475" y="2143125"/>
                </a:lnTo>
                <a:lnTo>
                  <a:pt x="1143000" y="2133600"/>
                </a:lnTo>
                <a:lnTo>
                  <a:pt x="1162050" y="2133600"/>
                </a:lnTo>
                <a:lnTo>
                  <a:pt x="1238250" y="2057400"/>
                </a:lnTo>
                <a:lnTo>
                  <a:pt x="1238250" y="2047875"/>
                </a:lnTo>
                <a:lnTo>
                  <a:pt x="1257300" y="2028825"/>
                </a:lnTo>
                <a:lnTo>
                  <a:pt x="1257300" y="2019300"/>
                </a:lnTo>
                <a:lnTo>
                  <a:pt x="1285875" y="1990725"/>
                </a:lnTo>
                <a:lnTo>
                  <a:pt x="1285875" y="1981200"/>
                </a:lnTo>
                <a:lnTo>
                  <a:pt x="1304925" y="1962150"/>
                </a:lnTo>
                <a:lnTo>
                  <a:pt x="1304925" y="1952625"/>
                </a:lnTo>
                <a:lnTo>
                  <a:pt x="1314450" y="1943100"/>
                </a:lnTo>
                <a:lnTo>
                  <a:pt x="1314450" y="1924050"/>
                </a:lnTo>
                <a:lnTo>
                  <a:pt x="1323975" y="1914525"/>
                </a:lnTo>
                <a:lnTo>
                  <a:pt x="1323975" y="1895475"/>
                </a:lnTo>
                <a:lnTo>
                  <a:pt x="1333500" y="1885950"/>
                </a:lnTo>
                <a:lnTo>
                  <a:pt x="1333500" y="1866900"/>
                </a:lnTo>
                <a:lnTo>
                  <a:pt x="1343025" y="1857375"/>
                </a:lnTo>
                <a:lnTo>
                  <a:pt x="1343025" y="1847850"/>
                </a:lnTo>
                <a:lnTo>
                  <a:pt x="1352550" y="1838325"/>
                </a:lnTo>
                <a:lnTo>
                  <a:pt x="1352550" y="1828800"/>
                </a:lnTo>
                <a:lnTo>
                  <a:pt x="1362075" y="1819275"/>
                </a:lnTo>
                <a:lnTo>
                  <a:pt x="1362075" y="1809750"/>
                </a:lnTo>
                <a:lnTo>
                  <a:pt x="1371600" y="1800225"/>
                </a:lnTo>
                <a:lnTo>
                  <a:pt x="1371600" y="1752600"/>
                </a:lnTo>
                <a:lnTo>
                  <a:pt x="1362075" y="1743075"/>
                </a:lnTo>
                <a:lnTo>
                  <a:pt x="1362075" y="1704975"/>
                </a:lnTo>
                <a:lnTo>
                  <a:pt x="1352550" y="1695450"/>
                </a:lnTo>
                <a:lnTo>
                  <a:pt x="1352550" y="1666875"/>
                </a:lnTo>
                <a:lnTo>
                  <a:pt x="1343025" y="1657350"/>
                </a:lnTo>
                <a:lnTo>
                  <a:pt x="1343025" y="1647825"/>
                </a:lnTo>
                <a:lnTo>
                  <a:pt x="1323975" y="1628775"/>
                </a:lnTo>
                <a:lnTo>
                  <a:pt x="1314450" y="1628775"/>
                </a:lnTo>
                <a:lnTo>
                  <a:pt x="1304925" y="1619250"/>
                </a:lnTo>
                <a:lnTo>
                  <a:pt x="1295400" y="1619250"/>
                </a:lnTo>
                <a:lnTo>
                  <a:pt x="1285875" y="1609725"/>
                </a:lnTo>
                <a:lnTo>
                  <a:pt x="1171575" y="1609725"/>
                </a:lnTo>
                <a:lnTo>
                  <a:pt x="1162050" y="1600200"/>
                </a:lnTo>
                <a:lnTo>
                  <a:pt x="1133475" y="1600200"/>
                </a:lnTo>
                <a:lnTo>
                  <a:pt x="1123950" y="1590675"/>
                </a:lnTo>
                <a:lnTo>
                  <a:pt x="1114425" y="1590675"/>
                </a:lnTo>
                <a:lnTo>
                  <a:pt x="1076325" y="1552575"/>
                </a:lnTo>
                <a:lnTo>
                  <a:pt x="1076325" y="1543050"/>
                </a:lnTo>
                <a:lnTo>
                  <a:pt x="1066800" y="1533525"/>
                </a:lnTo>
                <a:lnTo>
                  <a:pt x="1066800" y="1495425"/>
                </a:lnTo>
                <a:lnTo>
                  <a:pt x="1076325" y="1485900"/>
                </a:lnTo>
                <a:lnTo>
                  <a:pt x="1076325" y="1476375"/>
                </a:lnTo>
                <a:lnTo>
                  <a:pt x="1085850" y="1466850"/>
                </a:lnTo>
                <a:lnTo>
                  <a:pt x="1085850" y="1457325"/>
                </a:lnTo>
                <a:lnTo>
                  <a:pt x="1095375" y="1447800"/>
                </a:lnTo>
                <a:lnTo>
                  <a:pt x="1095375" y="1428750"/>
                </a:lnTo>
                <a:lnTo>
                  <a:pt x="1104900" y="1419225"/>
                </a:lnTo>
                <a:lnTo>
                  <a:pt x="1104900" y="1409700"/>
                </a:lnTo>
                <a:lnTo>
                  <a:pt x="1114425" y="1400175"/>
                </a:lnTo>
                <a:lnTo>
                  <a:pt x="1114425" y="1295400"/>
                </a:lnTo>
                <a:lnTo>
                  <a:pt x="1104900" y="1285875"/>
                </a:lnTo>
                <a:lnTo>
                  <a:pt x="1104900" y="1257300"/>
                </a:lnTo>
                <a:lnTo>
                  <a:pt x="1095375" y="1247775"/>
                </a:lnTo>
                <a:lnTo>
                  <a:pt x="1095375" y="1228725"/>
                </a:lnTo>
                <a:lnTo>
                  <a:pt x="1085850" y="1219200"/>
                </a:lnTo>
                <a:lnTo>
                  <a:pt x="1085850" y="1209675"/>
                </a:lnTo>
                <a:lnTo>
                  <a:pt x="1076325" y="1200150"/>
                </a:lnTo>
                <a:lnTo>
                  <a:pt x="1076325" y="1190625"/>
                </a:lnTo>
                <a:lnTo>
                  <a:pt x="1066800" y="1181100"/>
                </a:lnTo>
                <a:lnTo>
                  <a:pt x="1066800" y="1171575"/>
                </a:lnTo>
                <a:lnTo>
                  <a:pt x="1047750" y="1152525"/>
                </a:lnTo>
                <a:lnTo>
                  <a:pt x="1047750" y="1143000"/>
                </a:lnTo>
                <a:lnTo>
                  <a:pt x="1038225" y="1133475"/>
                </a:lnTo>
                <a:lnTo>
                  <a:pt x="1038225" y="1123950"/>
                </a:lnTo>
                <a:lnTo>
                  <a:pt x="1028700" y="1114425"/>
                </a:lnTo>
                <a:lnTo>
                  <a:pt x="1028700" y="1095375"/>
                </a:lnTo>
                <a:lnTo>
                  <a:pt x="1019175" y="1085850"/>
                </a:lnTo>
                <a:lnTo>
                  <a:pt x="1019175" y="1028700"/>
                </a:lnTo>
                <a:lnTo>
                  <a:pt x="1009650" y="1019175"/>
                </a:lnTo>
                <a:lnTo>
                  <a:pt x="1009650" y="990600"/>
                </a:lnTo>
                <a:lnTo>
                  <a:pt x="1019175" y="981075"/>
                </a:lnTo>
                <a:lnTo>
                  <a:pt x="1019175" y="952500"/>
                </a:lnTo>
                <a:lnTo>
                  <a:pt x="1028700" y="942975"/>
                </a:lnTo>
                <a:lnTo>
                  <a:pt x="1028700" y="923925"/>
                </a:lnTo>
                <a:lnTo>
                  <a:pt x="1038225" y="914400"/>
                </a:lnTo>
                <a:lnTo>
                  <a:pt x="1038225" y="904875"/>
                </a:lnTo>
                <a:lnTo>
                  <a:pt x="1085850" y="857250"/>
                </a:lnTo>
                <a:lnTo>
                  <a:pt x="1095375" y="857250"/>
                </a:lnTo>
                <a:lnTo>
                  <a:pt x="1104900" y="847725"/>
                </a:lnTo>
                <a:lnTo>
                  <a:pt x="1123950" y="847725"/>
                </a:lnTo>
                <a:lnTo>
                  <a:pt x="1133475" y="838200"/>
                </a:lnTo>
                <a:lnTo>
                  <a:pt x="1162050" y="838200"/>
                </a:lnTo>
                <a:lnTo>
                  <a:pt x="1171575" y="828675"/>
                </a:lnTo>
                <a:lnTo>
                  <a:pt x="1209675" y="828675"/>
                </a:lnTo>
                <a:lnTo>
                  <a:pt x="1219200" y="819150"/>
                </a:lnTo>
                <a:lnTo>
                  <a:pt x="1352550" y="819150"/>
                </a:lnTo>
                <a:lnTo>
                  <a:pt x="1371600" y="838200"/>
                </a:lnTo>
                <a:lnTo>
                  <a:pt x="1371600" y="857250"/>
                </a:lnTo>
                <a:lnTo>
                  <a:pt x="1362075" y="866775"/>
                </a:lnTo>
                <a:lnTo>
                  <a:pt x="1362075" y="876300"/>
                </a:lnTo>
                <a:lnTo>
                  <a:pt x="1343025" y="895350"/>
                </a:lnTo>
                <a:lnTo>
                  <a:pt x="1343025" y="904875"/>
                </a:lnTo>
                <a:lnTo>
                  <a:pt x="1333500" y="914400"/>
                </a:lnTo>
                <a:lnTo>
                  <a:pt x="1333500" y="923925"/>
                </a:lnTo>
                <a:lnTo>
                  <a:pt x="1323975" y="933450"/>
                </a:lnTo>
                <a:lnTo>
                  <a:pt x="1323975" y="942975"/>
                </a:lnTo>
                <a:lnTo>
                  <a:pt x="1314450" y="952500"/>
                </a:lnTo>
                <a:lnTo>
                  <a:pt x="1314450" y="971550"/>
                </a:lnTo>
                <a:lnTo>
                  <a:pt x="1304925" y="981075"/>
                </a:lnTo>
                <a:lnTo>
                  <a:pt x="1304925" y="1009650"/>
                </a:lnTo>
                <a:lnTo>
                  <a:pt x="1295400" y="1019175"/>
                </a:lnTo>
                <a:lnTo>
                  <a:pt x="1295400" y="1038225"/>
                </a:lnTo>
                <a:lnTo>
                  <a:pt x="1285875" y="1047750"/>
                </a:lnTo>
                <a:lnTo>
                  <a:pt x="1285875" y="1057275"/>
                </a:lnTo>
                <a:lnTo>
                  <a:pt x="1266825" y="1076325"/>
                </a:lnTo>
                <a:lnTo>
                  <a:pt x="1266825" y="1085850"/>
                </a:lnTo>
                <a:lnTo>
                  <a:pt x="1228725" y="1123950"/>
                </a:lnTo>
                <a:lnTo>
                  <a:pt x="1228725" y="1133475"/>
                </a:lnTo>
                <a:lnTo>
                  <a:pt x="1219200" y="11430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209675" y="1171575"/>
                </a:lnTo>
                <a:lnTo>
                  <a:pt x="1200150" y="1181100"/>
                </a:lnTo>
                <a:lnTo>
                  <a:pt x="1200150" y="1219200"/>
                </a:lnTo>
                <a:lnTo>
                  <a:pt x="1190625" y="1228725"/>
                </a:lnTo>
                <a:lnTo>
                  <a:pt x="1190625" y="1247775"/>
                </a:lnTo>
                <a:lnTo>
                  <a:pt x="1200150" y="1257300"/>
                </a:lnTo>
                <a:lnTo>
                  <a:pt x="1200150" y="1276350"/>
                </a:lnTo>
                <a:lnTo>
                  <a:pt x="1209675" y="1285875"/>
                </a:lnTo>
                <a:lnTo>
                  <a:pt x="1219200" y="1285875"/>
                </a:lnTo>
                <a:lnTo>
                  <a:pt x="1228725" y="1295400"/>
                </a:lnTo>
                <a:lnTo>
                  <a:pt x="1266825" y="1295400"/>
                </a:lnTo>
                <a:lnTo>
                  <a:pt x="1276350" y="1285875"/>
                </a:lnTo>
                <a:lnTo>
                  <a:pt x="1285875" y="1285875"/>
                </a:lnTo>
                <a:lnTo>
                  <a:pt x="1314450" y="1257300"/>
                </a:lnTo>
                <a:lnTo>
                  <a:pt x="1314450" y="1247775"/>
                </a:lnTo>
                <a:lnTo>
                  <a:pt x="1352550" y="1209675"/>
                </a:lnTo>
                <a:lnTo>
                  <a:pt x="1390650" y="1209675"/>
                </a:lnTo>
                <a:lnTo>
                  <a:pt x="1428750" y="1247775"/>
                </a:lnTo>
                <a:lnTo>
                  <a:pt x="1428750" y="1257300"/>
                </a:lnTo>
                <a:lnTo>
                  <a:pt x="1438275" y="1266825"/>
                </a:lnTo>
                <a:lnTo>
                  <a:pt x="1438275" y="1276350"/>
                </a:lnTo>
                <a:lnTo>
                  <a:pt x="1447800" y="1285875"/>
                </a:lnTo>
                <a:lnTo>
                  <a:pt x="1447800" y="1295400"/>
                </a:lnTo>
                <a:lnTo>
                  <a:pt x="1457325" y="1304925"/>
                </a:lnTo>
                <a:lnTo>
                  <a:pt x="1457325" y="1314450"/>
                </a:lnTo>
                <a:lnTo>
                  <a:pt x="1466850" y="1323975"/>
                </a:lnTo>
                <a:lnTo>
                  <a:pt x="1466850" y="1333500"/>
                </a:lnTo>
                <a:lnTo>
                  <a:pt x="1485900" y="1352550"/>
                </a:lnTo>
                <a:lnTo>
                  <a:pt x="1485900" y="1362075"/>
                </a:lnTo>
                <a:lnTo>
                  <a:pt x="1495425" y="1371600"/>
                </a:lnTo>
                <a:lnTo>
                  <a:pt x="1504950" y="1371600"/>
                </a:lnTo>
                <a:lnTo>
                  <a:pt x="1524000" y="1390650"/>
                </a:lnTo>
                <a:lnTo>
                  <a:pt x="1562100" y="1390650"/>
                </a:lnTo>
                <a:lnTo>
                  <a:pt x="1571625" y="1381125"/>
                </a:lnTo>
                <a:lnTo>
                  <a:pt x="1581150" y="1381125"/>
                </a:lnTo>
                <a:lnTo>
                  <a:pt x="1590675" y="1371600"/>
                </a:lnTo>
                <a:lnTo>
                  <a:pt x="1600200" y="1371600"/>
                </a:lnTo>
                <a:lnTo>
                  <a:pt x="1619250" y="1352550"/>
                </a:lnTo>
                <a:lnTo>
                  <a:pt x="1628775" y="1352550"/>
                </a:lnTo>
                <a:lnTo>
                  <a:pt x="1638300" y="1343025"/>
                </a:lnTo>
                <a:lnTo>
                  <a:pt x="1685925" y="1343025"/>
                </a:lnTo>
                <a:lnTo>
                  <a:pt x="1695450" y="1352550"/>
                </a:lnTo>
                <a:lnTo>
                  <a:pt x="1704975" y="1352550"/>
                </a:lnTo>
                <a:lnTo>
                  <a:pt x="1714500" y="1362075"/>
                </a:lnTo>
                <a:lnTo>
                  <a:pt x="1724025" y="1362075"/>
                </a:lnTo>
                <a:lnTo>
                  <a:pt x="1733550" y="1371600"/>
                </a:lnTo>
                <a:lnTo>
                  <a:pt x="1743075" y="1371600"/>
                </a:lnTo>
                <a:lnTo>
                  <a:pt x="1752600" y="1381125"/>
                </a:lnTo>
                <a:lnTo>
                  <a:pt x="1828800" y="1381125"/>
                </a:lnTo>
                <a:lnTo>
                  <a:pt x="1838325" y="1371600"/>
                </a:lnTo>
                <a:lnTo>
                  <a:pt x="1847850" y="1371600"/>
                </a:lnTo>
                <a:lnTo>
                  <a:pt x="1857375" y="1362075"/>
                </a:lnTo>
                <a:lnTo>
                  <a:pt x="1866900" y="1362075"/>
                </a:lnTo>
                <a:lnTo>
                  <a:pt x="1876425" y="1352550"/>
                </a:lnTo>
                <a:lnTo>
                  <a:pt x="1876425" y="1343025"/>
                </a:lnTo>
                <a:lnTo>
                  <a:pt x="1885950" y="1333500"/>
                </a:lnTo>
                <a:lnTo>
                  <a:pt x="1885950" y="1323975"/>
                </a:lnTo>
                <a:lnTo>
                  <a:pt x="1895475" y="1314450"/>
                </a:lnTo>
                <a:lnTo>
                  <a:pt x="1895475" y="1295400"/>
                </a:lnTo>
                <a:lnTo>
                  <a:pt x="1905000" y="1285875"/>
                </a:lnTo>
                <a:lnTo>
                  <a:pt x="1905000" y="1247775"/>
                </a:lnTo>
                <a:lnTo>
                  <a:pt x="1914525" y="1238250"/>
                </a:lnTo>
                <a:lnTo>
                  <a:pt x="1914525" y="1200150"/>
                </a:lnTo>
                <a:lnTo>
                  <a:pt x="1924050" y="1190625"/>
                </a:lnTo>
                <a:lnTo>
                  <a:pt x="1924050" y="1171575"/>
                </a:lnTo>
                <a:lnTo>
                  <a:pt x="1933575" y="1162050"/>
                </a:lnTo>
                <a:lnTo>
                  <a:pt x="1933575" y="1152525"/>
                </a:lnTo>
                <a:lnTo>
                  <a:pt x="1971675" y="1114425"/>
                </a:lnTo>
                <a:lnTo>
                  <a:pt x="1990725" y="1114425"/>
                </a:lnTo>
                <a:lnTo>
                  <a:pt x="2000250" y="1104900"/>
                </a:lnTo>
                <a:lnTo>
                  <a:pt x="2009775" y="1104900"/>
                </a:lnTo>
                <a:lnTo>
                  <a:pt x="2028825" y="1085850"/>
                </a:lnTo>
                <a:lnTo>
                  <a:pt x="2028825" y="1076325"/>
                </a:lnTo>
                <a:lnTo>
                  <a:pt x="2038350" y="1066800"/>
                </a:lnTo>
                <a:lnTo>
                  <a:pt x="2038350" y="1047750"/>
                </a:lnTo>
                <a:lnTo>
                  <a:pt x="2047875" y="1038225"/>
                </a:lnTo>
                <a:lnTo>
                  <a:pt x="2047875" y="1019175"/>
                </a:lnTo>
                <a:lnTo>
                  <a:pt x="2057400" y="1009650"/>
                </a:lnTo>
                <a:lnTo>
                  <a:pt x="2057400" y="1000125"/>
                </a:lnTo>
                <a:lnTo>
                  <a:pt x="2095500" y="962025"/>
                </a:lnTo>
                <a:lnTo>
                  <a:pt x="2105025" y="962025"/>
                </a:lnTo>
                <a:lnTo>
                  <a:pt x="2114550" y="952500"/>
                </a:lnTo>
                <a:lnTo>
                  <a:pt x="2133600" y="952500"/>
                </a:lnTo>
                <a:lnTo>
                  <a:pt x="2143125" y="942975"/>
                </a:lnTo>
                <a:lnTo>
                  <a:pt x="2219325" y="942975"/>
                </a:lnTo>
                <a:lnTo>
                  <a:pt x="2228850" y="952500"/>
                </a:lnTo>
                <a:lnTo>
                  <a:pt x="2247900" y="952500"/>
                </a:lnTo>
                <a:lnTo>
                  <a:pt x="2257425" y="962025"/>
                </a:lnTo>
                <a:lnTo>
                  <a:pt x="2286000" y="962025"/>
                </a:lnTo>
                <a:lnTo>
                  <a:pt x="2295525" y="971550"/>
                </a:lnTo>
                <a:lnTo>
                  <a:pt x="2324100" y="971550"/>
                </a:lnTo>
                <a:lnTo>
                  <a:pt x="2333625" y="981075"/>
                </a:lnTo>
                <a:lnTo>
                  <a:pt x="2352675" y="981075"/>
                </a:lnTo>
                <a:lnTo>
                  <a:pt x="2362200" y="990600"/>
                </a:lnTo>
                <a:lnTo>
                  <a:pt x="2371725" y="990600"/>
                </a:lnTo>
                <a:lnTo>
                  <a:pt x="2419350" y="1038225"/>
                </a:lnTo>
                <a:lnTo>
                  <a:pt x="2419350" y="1066800"/>
                </a:lnTo>
                <a:lnTo>
                  <a:pt x="2409825" y="1076325"/>
                </a:lnTo>
                <a:lnTo>
                  <a:pt x="2409825" y="1104900"/>
                </a:lnTo>
                <a:lnTo>
                  <a:pt x="2400300" y="1114425"/>
                </a:lnTo>
                <a:lnTo>
                  <a:pt x="2400300" y="1123950"/>
                </a:lnTo>
                <a:lnTo>
                  <a:pt x="2390775" y="1133475"/>
                </a:lnTo>
                <a:lnTo>
                  <a:pt x="2390775" y="1143000"/>
                </a:lnTo>
                <a:lnTo>
                  <a:pt x="2381250" y="1152525"/>
                </a:lnTo>
                <a:lnTo>
                  <a:pt x="2381250" y="1162050"/>
                </a:lnTo>
                <a:lnTo>
                  <a:pt x="2371725" y="1171575"/>
                </a:lnTo>
                <a:lnTo>
                  <a:pt x="2371725" y="1181100"/>
                </a:lnTo>
                <a:lnTo>
                  <a:pt x="2324100" y="1228725"/>
                </a:lnTo>
                <a:lnTo>
                  <a:pt x="2266950" y="1228725"/>
                </a:lnTo>
                <a:lnTo>
                  <a:pt x="2257425" y="1219200"/>
                </a:lnTo>
                <a:lnTo>
                  <a:pt x="2219325" y="1219200"/>
                </a:lnTo>
                <a:lnTo>
                  <a:pt x="2209800" y="1209675"/>
                </a:lnTo>
                <a:lnTo>
                  <a:pt x="2200275" y="1209675"/>
                </a:lnTo>
                <a:lnTo>
                  <a:pt x="2190750" y="1219200"/>
                </a:lnTo>
                <a:lnTo>
                  <a:pt x="2162175" y="1219200"/>
                </a:lnTo>
                <a:lnTo>
                  <a:pt x="2133600" y="1247775"/>
                </a:lnTo>
                <a:lnTo>
                  <a:pt x="2133600" y="1314450"/>
                </a:lnTo>
                <a:lnTo>
                  <a:pt x="2143125" y="1323975"/>
                </a:lnTo>
                <a:lnTo>
                  <a:pt x="2143125" y="1343025"/>
                </a:lnTo>
                <a:lnTo>
                  <a:pt x="2152650" y="1352550"/>
                </a:lnTo>
                <a:lnTo>
                  <a:pt x="2152650" y="1362075"/>
                </a:lnTo>
                <a:lnTo>
                  <a:pt x="2162175" y="1371600"/>
                </a:lnTo>
                <a:lnTo>
                  <a:pt x="2162175" y="1381125"/>
                </a:lnTo>
                <a:lnTo>
                  <a:pt x="2171700" y="1390650"/>
                </a:lnTo>
                <a:lnTo>
                  <a:pt x="2171700" y="1447800"/>
                </a:lnTo>
                <a:lnTo>
                  <a:pt x="2162175" y="1457325"/>
                </a:lnTo>
                <a:lnTo>
                  <a:pt x="2162175" y="1571625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81225" y="1600200"/>
                </a:lnTo>
                <a:lnTo>
                  <a:pt x="2181225" y="1619250"/>
                </a:lnTo>
                <a:lnTo>
                  <a:pt x="2190750" y="1628775"/>
                </a:lnTo>
                <a:lnTo>
                  <a:pt x="2190750" y="1657350"/>
                </a:lnTo>
                <a:lnTo>
                  <a:pt x="2181225" y="1666875"/>
                </a:lnTo>
                <a:lnTo>
                  <a:pt x="2181225" y="1676400"/>
                </a:lnTo>
                <a:lnTo>
                  <a:pt x="2152650" y="1704975"/>
                </a:lnTo>
                <a:lnTo>
                  <a:pt x="2152650" y="1714500"/>
                </a:lnTo>
                <a:lnTo>
                  <a:pt x="2133600" y="1733550"/>
                </a:lnTo>
                <a:lnTo>
                  <a:pt x="2133600" y="1743075"/>
                </a:lnTo>
                <a:lnTo>
                  <a:pt x="2124075" y="1752600"/>
                </a:lnTo>
                <a:lnTo>
                  <a:pt x="2124075" y="1819275"/>
                </a:lnTo>
                <a:lnTo>
                  <a:pt x="2133600" y="1828800"/>
                </a:lnTo>
                <a:lnTo>
                  <a:pt x="2133600" y="1838325"/>
                </a:lnTo>
                <a:lnTo>
                  <a:pt x="2143125" y="1847850"/>
                </a:lnTo>
                <a:lnTo>
                  <a:pt x="2143125" y="1857375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90750" y="1895475"/>
                </a:lnTo>
                <a:lnTo>
                  <a:pt x="2200275" y="1895475"/>
                </a:lnTo>
                <a:lnTo>
                  <a:pt x="2209800" y="1905000"/>
                </a:lnTo>
                <a:lnTo>
                  <a:pt x="2219325" y="1905000"/>
                </a:lnTo>
                <a:lnTo>
                  <a:pt x="2228850" y="1914525"/>
                </a:lnTo>
                <a:lnTo>
                  <a:pt x="2238375" y="1914525"/>
                </a:lnTo>
                <a:lnTo>
                  <a:pt x="2247900" y="1924050"/>
                </a:lnTo>
                <a:lnTo>
                  <a:pt x="2257425" y="1924050"/>
                </a:lnTo>
                <a:lnTo>
                  <a:pt x="2266950" y="1933575"/>
                </a:lnTo>
                <a:lnTo>
                  <a:pt x="2276475" y="1933575"/>
                </a:lnTo>
                <a:lnTo>
                  <a:pt x="2286000" y="1943100"/>
                </a:lnTo>
                <a:lnTo>
                  <a:pt x="2333625" y="1943100"/>
                </a:lnTo>
                <a:lnTo>
                  <a:pt x="2362200" y="1914525"/>
                </a:lnTo>
                <a:lnTo>
                  <a:pt x="2362200" y="1895475"/>
                </a:lnTo>
                <a:lnTo>
                  <a:pt x="2371725" y="1885950"/>
                </a:lnTo>
                <a:lnTo>
                  <a:pt x="2371725" y="1838325"/>
                </a:lnTo>
                <a:lnTo>
                  <a:pt x="2381250" y="1828800"/>
                </a:lnTo>
                <a:lnTo>
                  <a:pt x="2381250" y="1809750"/>
                </a:lnTo>
                <a:lnTo>
                  <a:pt x="2428875" y="1762125"/>
                </a:lnTo>
                <a:lnTo>
                  <a:pt x="2476500" y="1762125"/>
                </a:lnTo>
                <a:lnTo>
                  <a:pt x="2495550" y="1781175"/>
                </a:lnTo>
                <a:lnTo>
                  <a:pt x="2505075" y="1781175"/>
                </a:lnTo>
                <a:lnTo>
                  <a:pt x="2543175" y="1819275"/>
                </a:lnTo>
                <a:lnTo>
                  <a:pt x="2543175" y="1828800"/>
                </a:lnTo>
                <a:lnTo>
                  <a:pt x="2609850" y="1895475"/>
                </a:lnTo>
                <a:lnTo>
                  <a:pt x="2619375" y="1895475"/>
                </a:lnTo>
                <a:lnTo>
                  <a:pt x="2628900" y="1905000"/>
                </a:lnTo>
                <a:lnTo>
                  <a:pt x="2657475" y="1905000"/>
                </a:lnTo>
                <a:lnTo>
                  <a:pt x="2667000" y="1914525"/>
                </a:lnTo>
                <a:lnTo>
                  <a:pt x="2857500" y="1914525"/>
                </a:lnTo>
                <a:lnTo>
                  <a:pt x="2886075" y="1943100"/>
                </a:lnTo>
                <a:lnTo>
                  <a:pt x="2895600" y="1943100"/>
                </a:lnTo>
                <a:lnTo>
                  <a:pt x="2905125" y="1952625"/>
                </a:lnTo>
                <a:lnTo>
                  <a:pt x="2924175" y="1952625"/>
                </a:lnTo>
                <a:lnTo>
                  <a:pt x="2933700" y="1962150"/>
                </a:lnTo>
                <a:lnTo>
                  <a:pt x="2962275" y="1962150"/>
                </a:lnTo>
                <a:lnTo>
                  <a:pt x="2971800" y="1971675"/>
                </a:lnTo>
                <a:lnTo>
                  <a:pt x="3076575" y="1971675"/>
                </a:lnTo>
                <a:lnTo>
                  <a:pt x="3086100" y="1981200"/>
                </a:lnTo>
                <a:lnTo>
                  <a:pt x="3105150" y="1981200"/>
                </a:lnTo>
                <a:lnTo>
                  <a:pt x="3143250" y="2019300"/>
                </a:lnTo>
                <a:lnTo>
                  <a:pt x="3143250" y="2028825"/>
                </a:lnTo>
                <a:lnTo>
                  <a:pt x="3152775" y="2038350"/>
                </a:lnTo>
                <a:lnTo>
                  <a:pt x="3152775" y="2057400"/>
                </a:lnTo>
                <a:lnTo>
                  <a:pt x="3162300" y="2066925"/>
                </a:lnTo>
                <a:lnTo>
                  <a:pt x="3162300" y="2105025"/>
                </a:lnTo>
                <a:lnTo>
                  <a:pt x="3171825" y="2114550"/>
                </a:lnTo>
                <a:lnTo>
                  <a:pt x="3171825" y="2219325"/>
                </a:lnTo>
                <a:lnTo>
                  <a:pt x="3133725" y="2257425"/>
                </a:lnTo>
                <a:lnTo>
                  <a:pt x="3124200" y="2257425"/>
                </a:lnTo>
                <a:lnTo>
                  <a:pt x="3114675" y="2266950"/>
                </a:lnTo>
                <a:lnTo>
                  <a:pt x="3105150" y="2266950"/>
                </a:lnTo>
                <a:lnTo>
                  <a:pt x="3095625" y="2276475"/>
                </a:lnTo>
                <a:lnTo>
                  <a:pt x="3076575" y="2276475"/>
                </a:lnTo>
                <a:lnTo>
                  <a:pt x="3048000" y="2305050"/>
                </a:lnTo>
                <a:lnTo>
                  <a:pt x="3038475" y="2305050"/>
                </a:lnTo>
                <a:lnTo>
                  <a:pt x="3009900" y="2333625"/>
                </a:lnTo>
                <a:lnTo>
                  <a:pt x="3000375" y="2333625"/>
                </a:lnTo>
                <a:lnTo>
                  <a:pt x="2990850" y="2343150"/>
                </a:lnTo>
                <a:lnTo>
                  <a:pt x="2971800" y="2343150"/>
                </a:lnTo>
                <a:lnTo>
                  <a:pt x="2962275" y="2333625"/>
                </a:lnTo>
                <a:lnTo>
                  <a:pt x="2933700" y="2333625"/>
                </a:lnTo>
                <a:lnTo>
                  <a:pt x="2924175" y="2324100"/>
                </a:lnTo>
                <a:lnTo>
                  <a:pt x="2876550" y="2324100"/>
                </a:lnTo>
                <a:lnTo>
                  <a:pt x="2867025" y="2314575"/>
                </a:lnTo>
                <a:lnTo>
                  <a:pt x="2828925" y="2314575"/>
                </a:lnTo>
                <a:lnTo>
                  <a:pt x="2819400" y="2324100"/>
                </a:lnTo>
                <a:lnTo>
                  <a:pt x="2743200" y="2324100"/>
                </a:lnTo>
                <a:lnTo>
                  <a:pt x="2733675" y="2333625"/>
                </a:lnTo>
                <a:lnTo>
                  <a:pt x="2714625" y="2333625"/>
                </a:lnTo>
                <a:lnTo>
                  <a:pt x="2705100" y="2343150"/>
                </a:lnTo>
                <a:lnTo>
                  <a:pt x="2695575" y="2343150"/>
                </a:lnTo>
                <a:lnTo>
                  <a:pt x="2686050" y="2352675"/>
                </a:lnTo>
                <a:lnTo>
                  <a:pt x="2676525" y="2352675"/>
                </a:lnTo>
                <a:lnTo>
                  <a:pt x="2628900" y="2400300"/>
                </a:lnTo>
                <a:lnTo>
                  <a:pt x="2628900" y="2409825"/>
                </a:lnTo>
                <a:lnTo>
                  <a:pt x="2619375" y="2419350"/>
                </a:lnTo>
                <a:lnTo>
                  <a:pt x="2619375" y="2428875"/>
                </a:lnTo>
                <a:lnTo>
                  <a:pt x="2609850" y="2438400"/>
                </a:lnTo>
                <a:lnTo>
                  <a:pt x="2609850" y="2514600"/>
                </a:lnTo>
                <a:lnTo>
                  <a:pt x="2619375" y="2524125"/>
                </a:lnTo>
                <a:lnTo>
                  <a:pt x="2619375" y="2533650"/>
                </a:lnTo>
                <a:lnTo>
                  <a:pt x="2628900" y="2543175"/>
                </a:lnTo>
                <a:lnTo>
                  <a:pt x="2628900" y="2552700"/>
                </a:lnTo>
                <a:lnTo>
                  <a:pt x="2686050" y="2609850"/>
                </a:lnTo>
                <a:lnTo>
                  <a:pt x="2695575" y="2609850"/>
                </a:lnTo>
                <a:lnTo>
                  <a:pt x="2733675" y="2647950"/>
                </a:lnTo>
                <a:lnTo>
                  <a:pt x="2733675" y="2657475"/>
                </a:lnTo>
                <a:lnTo>
                  <a:pt x="2743200" y="2667000"/>
                </a:lnTo>
                <a:lnTo>
                  <a:pt x="2743200" y="2705100"/>
                </a:lnTo>
                <a:lnTo>
                  <a:pt x="2752725" y="2714625"/>
                </a:lnTo>
                <a:lnTo>
                  <a:pt x="2752725" y="2743200"/>
                </a:lnTo>
                <a:lnTo>
                  <a:pt x="2762250" y="2752725"/>
                </a:lnTo>
                <a:lnTo>
                  <a:pt x="2762250" y="2771775"/>
                </a:lnTo>
                <a:lnTo>
                  <a:pt x="2771775" y="2781300"/>
                </a:lnTo>
                <a:lnTo>
                  <a:pt x="2771775" y="2790825"/>
                </a:lnTo>
                <a:lnTo>
                  <a:pt x="2838450" y="2857500"/>
                </a:lnTo>
                <a:lnTo>
                  <a:pt x="2847975" y="2857500"/>
                </a:lnTo>
                <a:lnTo>
                  <a:pt x="2876550" y="2886075"/>
                </a:lnTo>
                <a:lnTo>
                  <a:pt x="2876550" y="2895600"/>
                </a:lnTo>
                <a:lnTo>
                  <a:pt x="2886075" y="2905125"/>
                </a:lnTo>
                <a:lnTo>
                  <a:pt x="2886075" y="2924175"/>
                </a:lnTo>
                <a:lnTo>
                  <a:pt x="2895600" y="2933700"/>
                </a:lnTo>
                <a:lnTo>
                  <a:pt x="2895600" y="2990850"/>
                </a:lnTo>
                <a:lnTo>
                  <a:pt x="2905125" y="3000375"/>
                </a:lnTo>
                <a:lnTo>
                  <a:pt x="2905125" y="3019425"/>
                </a:lnTo>
                <a:lnTo>
                  <a:pt x="2924175" y="3038475"/>
                </a:lnTo>
                <a:lnTo>
                  <a:pt x="2924175" y="3048000"/>
                </a:lnTo>
                <a:lnTo>
                  <a:pt x="2933700" y="3057525"/>
                </a:lnTo>
                <a:lnTo>
                  <a:pt x="2933700" y="3067050"/>
                </a:lnTo>
                <a:lnTo>
                  <a:pt x="2952750" y="3086100"/>
                </a:lnTo>
                <a:lnTo>
                  <a:pt x="2952750" y="3124200"/>
                </a:lnTo>
                <a:lnTo>
                  <a:pt x="2943225" y="3133725"/>
                </a:lnTo>
                <a:lnTo>
                  <a:pt x="2933700" y="3133725"/>
                </a:lnTo>
                <a:lnTo>
                  <a:pt x="2924175" y="3143250"/>
                </a:lnTo>
                <a:lnTo>
                  <a:pt x="2886075" y="3143250"/>
                </a:lnTo>
                <a:lnTo>
                  <a:pt x="2876550" y="3133725"/>
                </a:lnTo>
                <a:lnTo>
                  <a:pt x="2867025" y="3133725"/>
                </a:lnTo>
                <a:lnTo>
                  <a:pt x="2857500" y="3124200"/>
                </a:lnTo>
                <a:lnTo>
                  <a:pt x="2857500" y="3114675"/>
                </a:lnTo>
                <a:lnTo>
                  <a:pt x="2847975" y="3105150"/>
                </a:lnTo>
                <a:lnTo>
                  <a:pt x="2847975" y="3095625"/>
                </a:lnTo>
                <a:lnTo>
                  <a:pt x="2838450" y="3086100"/>
                </a:lnTo>
                <a:lnTo>
                  <a:pt x="2838450" y="3076575"/>
                </a:lnTo>
                <a:lnTo>
                  <a:pt x="2828925" y="3067050"/>
                </a:lnTo>
                <a:lnTo>
                  <a:pt x="2828925" y="3057525"/>
                </a:lnTo>
                <a:lnTo>
                  <a:pt x="2819400" y="3048000"/>
                </a:lnTo>
                <a:lnTo>
                  <a:pt x="2819400" y="3038475"/>
                </a:lnTo>
                <a:lnTo>
                  <a:pt x="2809875" y="3028950"/>
                </a:lnTo>
                <a:lnTo>
                  <a:pt x="2800350" y="3028950"/>
                </a:lnTo>
                <a:lnTo>
                  <a:pt x="2790825" y="3019425"/>
                </a:lnTo>
                <a:lnTo>
                  <a:pt x="2781300" y="3019425"/>
                </a:lnTo>
                <a:lnTo>
                  <a:pt x="2771775" y="3009900"/>
                </a:lnTo>
                <a:lnTo>
                  <a:pt x="2752725" y="3009900"/>
                </a:lnTo>
                <a:lnTo>
                  <a:pt x="2743200" y="3000375"/>
                </a:lnTo>
                <a:lnTo>
                  <a:pt x="2705100" y="3000375"/>
                </a:lnTo>
                <a:lnTo>
                  <a:pt x="2695575" y="2990850"/>
                </a:lnTo>
                <a:lnTo>
                  <a:pt x="2571750" y="2990850"/>
                </a:lnTo>
                <a:lnTo>
                  <a:pt x="2562225" y="3000375"/>
                </a:lnTo>
                <a:lnTo>
                  <a:pt x="2543175" y="3000375"/>
                </a:lnTo>
                <a:lnTo>
                  <a:pt x="2533650" y="3009900"/>
                </a:lnTo>
                <a:lnTo>
                  <a:pt x="2514600" y="3009900"/>
                </a:lnTo>
                <a:lnTo>
                  <a:pt x="2505075" y="3019425"/>
                </a:lnTo>
                <a:lnTo>
                  <a:pt x="2476500" y="3019425"/>
                </a:lnTo>
                <a:lnTo>
                  <a:pt x="2466975" y="3028950"/>
                </a:lnTo>
                <a:lnTo>
                  <a:pt x="2343150" y="3028950"/>
                </a:lnTo>
                <a:lnTo>
                  <a:pt x="2333625" y="3038475"/>
                </a:lnTo>
                <a:lnTo>
                  <a:pt x="2286000" y="3038475"/>
                </a:lnTo>
                <a:lnTo>
                  <a:pt x="2276475" y="3048000"/>
                </a:lnTo>
                <a:lnTo>
                  <a:pt x="2247900" y="3048000"/>
                </a:lnTo>
                <a:lnTo>
                  <a:pt x="2238375" y="3057525"/>
                </a:lnTo>
                <a:lnTo>
                  <a:pt x="2209800" y="3057525"/>
                </a:lnTo>
                <a:lnTo>
                  <a:pt x="2200275" y="3067050"/>
                </a:lnTo>
                <a:lnTo>
                  <a:pt x="2124075" y="3067050"/>
                </a:lnTo>
                <a:lnTo>
                  <a:pt x="2105025" y="3048000"/>
                </a:lnTo>
                <a:lnTo>
                  <a:pt x="2105025" y="3028950"/>
                </a:lnTo>
                <a:lnTo>
                  <a:pt x="2095500" y="3019425"/>
                </a:lnTo>
                <a:lnTo>
                  <a:pt x="2095500" y="2971800"/>
                </a:lnTo>
                <a:lnTo>
                  <a:pt x="2085975" y="2962275"/>
                </a:lnTo>
                <a:lnTo>
                  <a:pt x="2085975" y="2943225"/>
                </a:lnTo>
                <a:lnTo>
                  <a:pt x="2066925" y="2924175"/>
                </a:lnTo>
                <a:lnTo>
                  <a:pt x="2047875" y="2924175"/>
                </a:lnTo>
                <a:lnTo>
                  <a:pt x="2019300" y="2952750"/>
                </a:lnTo>
                <a:lnTo>
                  <a:pt x="2019300" y="2971800"/>
                </a:lnTo>
                <a:lnTo>
                  <a:pt x="2009775" y="2981325"/>
                </a:lnTo>
                <a:lnTo>
                  <a:pt x="2009775" y="3019425"/>
                </a:lnTo>
                <a:lnTo>
                  <a:pt x="2019300" y="3028950"/>
                </a:lnTo>
                <a:lnTo>
                  <a:pt x="2019300" y="3038475"/>
                </a:lnTo>
                <a:lnTo>
                  <a:pt x="2028825" y="3048000"/>
                </a:lnTo>
                <a:lnTo>
                  <a:pt x="2038350" y="3048000"/>
                </a:lnTo>
                <a:lnTo>
                  <a:pt x="2047875" y="3057525"/>
                </a:lnTo>
                <a:lnTo>
                  <a:pt x="2057400" y="3057525"/>
                </a:lnTo>
                <a:lnTo>
                  <a:pt x="2085975" y="3086100"/>
                </a:lnTo>
                <a:lnTo>
                  <a:pt x="2085975" y="3095625"/>
                </a:lnTo>
                <a:lnTo>
                  <a:pt x="2047875" y="3133725"/>
                </a:lnTo>
                <a:lnTo>
                  <a:pt x="2038350" y="3133725"/>
                </a:lnTo>
                <a:lnTo>
                  <a:pt x="2028825" y="3143250"/>
                </a:lnTo>
                <a:lnTo>
                  <a:pt x="2019300" y="3143250"/>
                </a:lnTo>
                <a:lnTo>
                  <a:pt x="2000250" y="3162300"/>
                </a:lnTo>
                <a:lnTo>
                  <a:pt x="1990725" y="3162300"/>
                </a:lnTo>
                <a:lnTo>
                  <a:pt x="1990725" y="3171825"/>
                </a:lnTo>
                <a:lnTo>
                  <a:pt x="1981200" y="3181350"/>
                </a:lnTo>
                <a:lnTo>
                  <a:pt x="1981200" y="3190875"/>
                </a:lnTo>
                <a:lnTo>
                  <a:pt x="1971675" y="3200400"/>
                </a:lnTo>
                <a:lnTo>
                  <a:pt x="1971675" y="3238500"/>
                </a:lnTo>
                <a:lnTo>
                  <a:pt x="1962150" y="3248025"/>
                </a:lnTo>
                <a:lnTo>
                  <a:pt x="1962150" y="3333750"/>
                </a:lnTo>
                <a:lnTo>
                  <a:pt x="1971675" y="3343275"/>
                </a:lnTo>
                <a:lnTo>
                  <a:pt x="1971675" y="3362325"/>
                </a:lnTo>
                <a:lnTo>
                  <a:pt x="1981200" y="3371850"/>
                </a:lnTo>
                <a:lnTo>
                  <a:pt x="1990725" y="3371850"/>
                </a:lnTo>
                <a:lnTo>
                  <a:pt x="2000250" y="3381375"/>
                </a:lnTo>
                <a:lnTo>
                  <a:pt x="2019300" y="3381375"/>
                </a:lnTo>
                <a:lnTo>
                  <a:pt x="2057400" y="3419475"/>
                </a:lnTo>
                <a:lnTo>
                  <a:pt x="2057400" y="3476625"/>
                </a:lnTo>
                <a:lnTo>
                  <a:pt x="2047875" y="3486150"/>
                </a:lnTo>
                <a:lnTo>
                  <a:pt x="2047875" y="3495675"/>
                </a:lnTo>
                <a:lnTo>
                  <a:pt x="2038350" y="3505200"/>
                </a:lnTo>
                <a:lnTo>
                  <a:pt x="2038350" y="3533775"/>
                </a:lnTo>
                <a:lnTo>
                  <a:pt x="2047875" y="3543300"/>
                </a:lnTo>
                <a:lnTo>
                  <a:pt x="2047875" y="3552825"/>
                </a:lnTo>
                <a:lnTo>
                  <a:pt x="2057400" y="3562350"/>
                </a:lnTo>
                <a:lnTo>
                  <a:pt x="2057400" y="3571875"/>
                </a:lnTo>
                <a:lnTo>
                  <a:pt x="2085975" y="3600450"/>
                </a:lnTo>
                <a:lnTo>
                  <a:pt x="2085975" y="3609975"/>
                </a:lnTo>
                <a:lnTo>
                  <a:pt x="2105025" y="3629025"/>
                </a:lnTo>
                <a:lnTo>
                  <a:pt x="2105025" y="3657600"/>
                </a:lnTo>
                <a:lnTo>
                  <a:pt x="2114550" y="3667125"/>
                </a:lnTo>
                <a:lnTo>
                  <a:pt x="2105025" y="3676650"/>
                </a:lnTo>
                <a:lnTo>
                  <a:pt x="2105025" y="3705225"/>
                </a:lnTo>
                <a:lnTo>
                  <a:pt x="2095500" y="3714750"/>
                </a:lnTo>
                <a:lnTo>
                  <a:pt x="2095500" y="3724275"/>
                </a:lnTo>
                <a:lnTo>
                  <a:pt x="2085975" y="3733800"/>
                </a:lnTo>
                <a:lnTo>
                  <a:pt x="2085975" y="3743325"/>
                </a:lnTo>
                <a:lnTo>
                  <a:pt x="2057400" y="3771900"/>
                </a:lnTo>
                <a:lnTo>
                  <a:pt x="2038350" y="3771900"/>
                </a:lnTo>
                <a:lnTo>
                  <a:pt x="2028825" y="3762375"/>
                </a:lnTo>
                <a:lnTo>
                  <a:pt x="2019300" y="3762375"/>
                </a:lnTo>
                <a:lnTo>
                  <a:pt x="2000250" y="3743325"/>
                </a:lnTo>
                <a:lnTo>
                  <a:pt x="1990725" y="3743325"/>
                </a:lnTo>
                <a:lnTo>
                  <a:pt x="1981200" y="3733800"/>
                </a:lnTo>
                <a:lnTo>
                  <a:pt x="1971675" y="3733800"/>
                </a:lnTo>
                <a:lnTo>
                  <a:pt x="1933575" y="3695700"/>
                </a:lnTo>
                <a:lnTo>
                  <a:pt x="1933575" y="3686175"/>
                </a:lnTo>
                <a:lnTo>
                  <a:pt x="1924050" y="3676650"/>
                </a:lnTo>
                <a:lnTo>
                  <a:pt x="1924050" y="3667125"/>
                </a:lnTo>
                <a:lnTo>
                  <a:pt x="1914525" y="3657600"/>
                </a:lnTo>
                <a:lnTo>
                  <a:pt x="1914525" y="3629025"/>
                </a:lnTo>
                <a:lnTo>
                  <a:pt x="1905000" y="3619500"/>
                </a:lnTo>
                <a:lnTo>
                  <a:pt x="1905000" y="3419475"/>
                </a:lnTo>
                <a:lnTo>
                  <a:pt x="1895475" y="3409950"/>
                </a:lnTo>
                <a:lnTo>
                  <a:pt x="1857375" y="3409950"/>
                </a:lnTo>
                <a:lnTo>
                  <a:pt x="1847850" y="3400425"/>
                </a:lnTo>
                <a:lnTo>
                  <a:pt x="1771650" y="3400425"/>
                </a:lnTo>
                <a:lnTo>
                  <a:pt x="1762125" y="3390900"/>
                </a:lnTo>
                <a:lnTo>
                  <a:pt x="1724025" y="3390900"/>
                </a:lnTo>
                <a:lnTo>
                  <a:pt x="1714500" y="3381375"/>
                </a:lnTo>
                <a:lnTo>
                  <a:pt x="1685925" y="3381375"/>
                </a:lnTo>
                <a:lnTo>
                  <a:pt x="1676400" y="3371850"/>
                </a:lnTo>
                <a:lnTo>
                  <a:pt x="1657350" y="3371850"/>
                </a:lnTo>
                <a:lnTo>
                  <a:pt x="1647825" y="3362325"/>
                </a:lnTo>
                <a:lnTo>
                  <a:pt x="1628775" y="3362325"/>
                </a:lnTo>
                <a:lnTo>
                  <a:pt x="1619250" y="3352800"/>
                </a:lnTo>
                <a:lnTo>
                  <a:pt x="1609725" y="3352800"/>
                </a:lnTo>
                <a:lnTo>
                  <a:pt x="1600200" y="3343275"/>
                </a:lnTo>
                <a:lnTo>
                  <a:pt x="1590675" y="3343275"/>
                </a:lnTo>
                <a:lnTo>
                  <a:pt x="1581150" y="3333750"/>
                </a:lnTo>
                <a:lnTo>
                  <a:pt x="1562100" y="3333750"/>
                </a:lnTo>
                <a:lnTo>
                  <a:pt x="1552575" y="3324225"/>
                </a:lnTo>
                <a:lnTo>
                  <a:pt x="1533525" y="3324225"/>
                </a:lnTo>
                <a:lnTo>
                  <a:pt x="1524000" y="3314700"/>
                </a:lnTo>
                <a:lnTo>
                  <a:pt x="1485900" y="3314700"/>
                </a:lnTo>
                <a:lnTo>
                  <a:pt x="1476375" y="3305175"/>
                </a:lnTo>
                <a:lnTo>
                  <a:pt x="1419225" y="3305175"/>
                </a:lnTo>
                <a:lnTo>
                  <a:pt x="1409700" y="3295650"/>
                </a:lnTo>
                <a:lnTo>
                  <a:pt x="1381125" y="3295650"/>
                </a:lnTo>
                <a:lnTo>
                  <a:pt x="1371600" y="3286125"/>
                </a:lnTo>
                <a:lnTo>
                  <a:pt x="1362075" y="3286125"/>
                </a:lnTo>
                <a:lnTo>
                  <a:pt x="1352550" y="3276600"/>
                </a:lnTo>
                <a:lnTo>
                  <a:pt x="1343025" y="3276600"/>
                </a:lnTo>
                <a:lnTo>
                  <a:pt x="1323975" y="3257550"/>
                </a:lnTo>
                <a:lnTo>
                  <a:pt x="1314450" y="3257550"/>
                </a:lnTo>
                <a:lnTo>
                  <a:pt x="1304925" y="3248025"/>
                </a:lnTo>
                <a:lnTo>
                  <a:pt x="1295400" y="3248025"/>
                </a:lnTo>
                <a:lnTo>
                  <a:pt x="1285875" y="3238500"/>
                </a:lnTo>
                <a:lnTo>
                  <a:pt x="1266825" y="3238500"/>
                </a:lnTo>
                <a:lnTo>
                  <a:pt x="1257300" y="3248025"/>
                </a:lnTo>
                <a:lnTo>
                  <a:pt x="1247775" y="3248025"/>
                </a:lnTo>
                <a:lnTo>
                  <a:pt x="1228725" y="3267075"/>
                </a:lnTo>
                <a:lnTo>
                  <a:pt x="1228725" y="3276600"/>
                </a:lnTo>
                <a:lnTo>
                  <a:pt x="1219200" y="3286125"/>
                </a:lnTo>
                <a:lnTo>
                  <a:pt x="1219200" y="3295650"/>
                </a:lnTo>
                <a:lnTo>
                  <a:pt x="1200150" y="3314700"/>
                </a:lnTo>
                <a:lnTo>
                  <a:pt x="1200150" y="3324225"/>
                </a:lnTo>
                <a:lnTo>
                  <a:pt x="1190625" y="3333750"/>
                </a:lnTo>
                <a:lnTo>
                  <a:pt x="1190625" y="3343275"/>
                </a:lnTo>
                <a:lnTo>
                  <a:pt x="1181100" y="3352800"/>
                </a:lnTo>
                <a:lnTo>
                  <a:pt x="1181100" y="3362325"/>
                </a:lnTo>
                <a:lnTo>
                  <a:pt x="1171575" y="3371850"/>
                </a:lnTo>
                <a:lnTo>
                  <a:pt x="1171575" y="3381375"/>
                </a:lnTo>
                <a:lnTo>
                  <a:pt x="1162050" y="3390900"/>
                </a:lnTo>
                <a:lnTo>
                  <a:pt x="1162050" y="3400425"/>
                </a:lnTo>
                <a:lnTo>
                  <a:pt x="1152525" y="3409950"/>
                </a:lnTo>
                <a:lnTo>
                  <a:pt x="1152525" y="3429000"/>
                </a:lnTo>
                <a:lnTo>
                  <a:pt x="1143000" y="3438525"/>
                </a:lnTo>
                <a:lnTo>
                  <a:pt x="1143000" y="3457575"/>
                </a:lnTo>
                <a:lnTo>
                  <a:pt x="1133475" y="3467100"/>
                </a:lnTo>
                <a:lnTo>
                  <a:pt x="1133475" y="3514725"/>
                </a:lnTo>
                <a:lnTo>
                  <a:pt x="1123950" y="3524250"/>
                </a:lnTo>
                <a:lnTo>
                  <a:pt x="1133475" y="3533775"/>
                </a:lnTo>
                <a:lnTo>
                  <a:pt x="1133475" y="3581400"/>
                </a:lnTo>
                <a:lnTo>
                  <a:pt x="1143000" y="3590925"/>
                </a:lnTo>
                <a:lnTo>
                  <a:pt x="1143000" y="3609975"/>
                </a:lnTo>
                <a:lnTo>
                  <a:pt x="1152525" y="3619500"/>
                </a:lnTo>
                <a:lnTo>
                  <a:pt x="1152525" y="3638550"/>
                </a:lnTo>
                <a:lnTo>
                  <a:pt x="1162050" y="3648075"/>
                </a:lnTo>
                <a:lnTo>
                  <a:pt x="1162050" y="3667125"/>
                </a:lnTo>
                <a:lnTo>
                  <a:pt x="1171575" y="3676650"/>
                </a:lnTo>
                <a:lnTo>
                  <a:pt x="1171575" y="3695700"/>
                </a:lnTo>
                <a:lnTo>
                  <a:pt x="1181100" y="3705225"/>
                </a:lnTo>
                <a:lnTo>
                  <a:pt x="1181100" y="3733800"/>
                </a:lnTo>
                <a:lnTo>
                  <a:pt x="1190625" y="3743325"/>
                </a:lnTo>
                <a:lnTo>
                  <a:pt x="1190625" y="3762375"/>
                </a:lnTo>
                <a:lnTo>
                  <a:pt x="1200150" y="3771900"/>
                </a:lnTo>
                <a:lnTo>
                  <a:pt x="1200150" y="3781425"/>
                </a:lnTo>
                <a:lnTo>
                  <a:pt x="1209675" y="3790950"/>
                </a:lnTo>
                <a:lnTo>
                  <a:pt x="1209675" y="3800475"/>
                </a:lnTo>
                <a:lnTo>
                  <a:pt x="1295400" y="3886200"/>
                </a:lnTo>
                <a:lnTo>
                  <a:pt x="1295400" y="3905250"/>
                </a:lnTo>
                <a:lnTo>
                  <a:pt x="1304925" y="3914775"/>
                </a:lnTo>
                <a:lnTo>
                  <a:pt x="1304925" y="3933825"/>
                </a:lnTo>
                <a:lnTo>
                  <a:pt x="1314450" y="3943350"/>
                </a:lnTo>
                <a:lnTo>
                  <a:pt x="1314450" y="3971925"/>
                </a:lnTo>
                <a:lnTo>
                  <a:pt x="1323975" y="3981450"/>
                </a:lnTo>
                <a:lnTo>
                  <a:pt x="1323975" y="3990975"/>
                </a:lnTo>
                <a:lnTo>
                  <a:pt x="1333500" y="4000500"/>
                </a:lnTo>
                <a:lnTo>
                  <a:pt x="1333500" y="4010025"/>
                </a:lnTo>
                <a:lnTo>
                  <a:pt x="1371600" y="4048125"/>
                </a:lnTo>
                <a:lnTo>
                  <a:pt x="1371600" y="4057650"/>
                </a:lnTo>
                <a:lnTo>
                  <a:pt x="1400175" y="4086225"/>
                </a:lnTo>
                <a:lnTo>
                  <a:pt x="1400175" y="4095750"/>
                </a:lnTo>
                <a:lnTo>
                  <a:pt x="1466850" y="4162425"/>
                </a:lnTo>
                <a:lnTo>
                  <a:pt x="1476375" y="4162425"/>
                </a:lnTo>
                <a:lnTo>
                  <a:pt x="1485900" y="4171950"/>
                </a:lnTo>
                <a:lnTo>
                  <a:pt x="1514475" y="4171950"/>
                </a:lnTo>
                <a:lnTo>
                  <a:pt x="1524000" y="4181475"/>
                </a:lnTo>
                <a:lnTo>
                  <a:pt x="1590675" y="4181475"/>
                </a:lnTo>
                <a:lnTo>
                  <a:pt x="1600200" y="4171950"/>
                </a:lnTo>
                <a:lnTo>
                  <a:pt x="1685925" y="4171950"/>
                </a:lnTo>
                <a:lnTo>
                  <a:pt x="1695450" y="4181475"/>
                </a:lnTo>
                <a:lnTo>
                  <a:pt x="1704975" y="4181475"/>
                </a:lnTo>
                <a:lnTo>
                  <a:pt x="1733550" y="4210050"/>
                </a:lnTo>
                <a:lnTo>
                  <a:pt x="1733550" y="4248150"/>
                </a:lnTo>
                <a:lnTo>
                  <a:pt x="1743075" y="4257675"/>
                </a:lnTo>
                <a:lnTo>
                  <a:pt x="1838325" y="4257675"/>
                </a:lnTo>
                <a:lnTo>
                  <a:pt x="1838325" y="4248150"/>
                </a:lnTo>
                <a:lnTo>
                  <a:pt x="1828800" y="4238625"/>
                </a:lnTo>
                <a:lnTo>
                  <a:pt x="1828800" y="4181475"/>
                </a:lnTo>
                <a:lnTo>
                  <a:pt x="1819275" y="4171950"/>
                </a:lnTo>
                <a:lnTo>
                  <a:pt x="1819275" y="4162425"/>
                </a:lnTo>
                <a:lnTo>
                  <a:pt x="1809750" y="4152900"/>
                </a:lnTo>
                <a:lnTo>
                  <a:pt x="1809750" y="4143375"/>
                </a:lnTo>
                <a:lnTo>
                  <a:pt x="1800225" y="4133850"/>
                </a:lnTo>
                <a:lnTo>
                  <a:pt x="1800225" y="4114800"/>
                </a:lnTo>
                <a:lnTo>
                  <a:pt x="1790700" y="4105275"/>
                </a:lnTo>
                <a:lnTo>
                  <a:pt x="1790700" y="4038600"/>
                </a:lnTo>
                <a:lnTo>
                  <a:pt x="1800225" y="4029075"/>
                </a:lnTo>
                <a:lnTo>
                  <a:pt x="1800225" y="4019550"/>
                </a:lnTo>
                <a:lnTo>
                  <a:pt x="1857375" y="3962400"/>
                </a:lnTo>
                <a:lnTo>
                  <a:pt x="1866900" y="3962400"/>
                </a:lnTo>
                <a:lnTo>
                  <a:pt x="1914525" y="3914775"/>
                </a:lnTo>
                <a:lnTo>
                  <a:pt x="1924050" y="3914775"/>
                </a:lnTo>
                <a:lnTo>
                  <a:pt x="1952625" y="3886200"/>
                </a:lnTo>
                <a:lnTo>
                  <a:pt x="1962150" y="3886200"/>
                </a:lnTo>
                <a:lnTo>
                  <a:pt x="1981200" y="3867150"/>
                </a:lnTo>
                <a:lnTo>
                  <a:pt x="1990725" y="3867150"/>
                </a:lnTo>
                <a:lnTo>
                  <a:pt x="2028825" y="3829050"/>
                </a:lnTo>
                <a:lnTo>
                  <a:pt x="2038350" y="3829050"/>
                </a:lnTo>
                <a:lnTo>
                  <a:pt x="2047875" y="3819525"/>
                </a:lnTo>
                <a:lnTo>
                  <a:pt x="2076450" y="3819525"/>
                </a:lnTo>
                <a:lnTo>
                  <a:pt x="2085975" y="3829050"/>
                </a:lnTo>
                <a:lnTo>
                  <a:pt x="2095500" y="3829050"/>
                </a:lnTo>
                <a:lnTo>
                  <a:pt x="2114550" y="3848100"/>
                </a:lnTo>
                <a:lnTo>
                  <a:pt x="2124075" y="3848100"/>
                </a:lnTo>
                <a:lnTo>
                  <a:pt x="2133600" y="3857625"/>
                </a:lnTo>
                <a:lnTo>
                  <a:pt x="2219325" y="3857625"/>
                </a:lnTo>
                <a:lnTo>
                  <a:pt x="2228850" y="3848100"/>
                </a:lnTo>
                <a:lnTo>
                  <a:pt x="2238375" y="3848100"/>
                </a:lnTo>
                <a:lnTo>
                  <a:pt x="2247900" y="3838575"/>
                </a:lnTo>
                <a:lnTo>
                  <a:pt x="2257425" y="3838575"/>
                </a:lnTo>
                <a:lnTo>
                  <a:pt x="2276475" y="3819525"/>
                </a:lnTo>
                <a:lnTo>
                  <a:pt x="2286000" y="3819525"/>
                </a:lnTo>
                <a:lnTo>
                  <a:pt x="2295525" y="3810000"/>
                </a:lnTo>
                <a:lnTo>
                  <a:pt x="2305050" y="3810000"/>
                </a:lnTo>
                <a:lnTo>
                  <a:pt x="2314575" y="3800475"/>
                </a:lnTo>
                <a:lnTo>
                  <a:pt x="2333625" y="3800475"/>
                </a:lnTo>
                <a:lnTo>
                  <a:pt x="2343150" y="3790950"/>
                </a:lnTo>
                <a:lnTo>
                  <a:pt x="2381250" y="3790950"/>
                </a:lnTo>
                <a:lnTo>
                  <a:pt x="2390775" y="3800475"/>
                </a:lnTo>
                <a:lnTo>
                  <a:pt x="2457450" y="3800475"/>
                </a:lnTo>
                <a:lnTo>
                  <a:pt x="2466975" y="3790950"/>
                </a:lnTo>
                <a:lnTo>
                  <a:pt x="2495550" y="3790950"/>
                </a:lnTo>
                <a:lnTo>
                  <a:pt x="2505075" y="3781425"/>
                </a:lnTo>
                <a:lnTo>
                  <a:pt x="2524125" y="3781425"/>
                </a:lnTo>
                <a:lnTo>
                  <a:pt x="2543175" y="3762375"/>
                </a:lnTo>
                <a:lnTo>
                  <a:pt x="2552700" y="3762375"/>
                </a:lnTo>
                <a:lnTo>
                  <a:pt x="2562225" y="3752850"/>
                </a:lnTo>
                <a:lnTo>
                  <a:pt x="2571750" y="3752850"/>
                </a:lnTo>
                <a:lnTo>
                  <a:pt x="2581275" y="3743325"/>
                </a:lnTo>
                <a:lnTo>
                  <a:pt x="2590800" y="3743325"/>
                </a:lnTo>
                <a:lnTo>
                  <a:pt x="2600325" y="3733800"/>
                </a:lnTo>
                <a:lnTo>
                  <a:pt x="2609850" y="3733800"/>
                </a:lnTo>
                <a:lnTo>
                  <a:pt x="2619375" y="3724275"/>
                </a:lnTo>
                <a:lnTo>
                  <a:pt x="2628900" y="3724275"/>
                </a:lnTo>
                <a:lnTo>
                  <a:pt x="2638425" y="3714750"/>
                </a:lnTo>
                <a:lnTo>
                  <a:pt x="2667000" y="3714750"/>
                </a:lnTo>
                <a:lnTo>
                  <a:pt x="2676525" y="3705225"/>
                </a:lnTo>
                <a:lnTo>
                  <a:pt x="2724150" y="3705225"/>
                </a:lnTo>
                <a:lnTo>
                  <a:pt x="2733675" y="3695700"/>
                </a:lnTo>
                <a:lnTo>
                  <a:pt x="2752725" y="3695700"/>
                </a:lnTo>
                <a:lnTo>
                  <a:pt x="2762250" y="3705225"/>
                </a:lnTo>
                <a:lnTo>
                  <a:pt x="2838450" y="3705225"/>
                </a:lnTo>
                <a:lnTo>
                  <a:pt x="2847975" y="3714750"/>
                </a:lnTo>
                <a:lnTo>
                  <a:pt x="2933700" y="3714750"/>
                </a:lnTo>
                <a:lnTo>
                  <a:pt x="2943225" y="3705225"/>
                </a:lnTo>
                <a:lnTo>
                  <a:pt x="2952750" y="3705225"/>
                </a:lnTo>
                <a:lnTo>
                  <a:pt x="2962275" y="3695700"/>
                </a:lnTo>
                <a:lnTo>
                  <a:pt x="2971800" y="3695700"/>
                </a:lnTo>
                <a:lnTo>
                  <a:pt x="3009900" y="3657600"/>
                </a:lnTo>
                <a:lnTo>
                  <a:pt x="3095625" y="3657600"/>
                </a:lnTo>
                <a:lnTo>
                  <a:pt x="3105150" y="3648075"/>
                </a:lnTo>
                <a:lnTo>
                  <a:pt x="3114675" y="3648075"/>
                </a:lnTo>
                <a:lnTo>
                  <a:pt x="3133725" y="3629025"/>
                </a:lnTo>
                <a:lnTo>
                  <a:pt x="3143250" y="3629025"/>
                </a:lnTo>
                <a:lnTo>
                  <a:pt x="3181350" y="3590925"/>
                </a:lnTo>
                <a:lnTo>
                  <a:pt x="3190875" y="3590925"/>
                </a:lnTo>
                <a:lnTo>
                  <a:pt x="3200400" y="3581400"/>
                </a:lnTo>
                <a:lnTo>
                  <a:pt x="3219450" y="3581400"/>
                </a:lnTo>
                <a:lnTo>
                  <a:pt x="3228975" y="3571875"/>
                </a:lnTo>
                <a:lnTo>
                  <a:pt x="3257550" y="3571875"/>
                </a:lnTo>
                <a:lnTo>
                  <a:pt x="3267075" y="3562350"/>
                </a:lnTo>
                <a:lnTo>
                  <a:pt x="3371850" y="3562350"/>
                </a:lnTo>
                <a:lnTo>
                  <a:pt x="3381375" y="3552825"/>
                </a:lnTo>
                <a:lnTo>
                  <a:pt x="3429000" y="3552825"/>
                </a:lnTo>
                <a:lnTo>
                  <a:pt x="3438525" y="3543300"/>
                </a:lnTo>
                <a:lnTo>
                  <a:pt x="3457575" y="3543300"/>
                </a:lnTo>
                <a:lnTo>
                  <a:pt x="3467100" y="3533775"/>
                </a:lnTo>
                <a:lnTo>
                  <a:pt x="3476625" y="3533775"/>
                </a:lnTo>
                <a:lnTo>
                  <a:pt x="3505200" y="3505200"/>
                </a:lnTo>
                <a:lnTo>
                  <a:pt x="3514725" y="3505200"/>
                </a:lnTo>
                <a:lnTo>
                  <a:pt x="3571875" y="3448050"/>
                </a:lnTo>
                <a:lnTo>
                  <a:pt x="3581400" y="3448050"/>
                </a:lnTo>
                <a:lnTo>
                  <a:pt x="3590925" y="3438525"/>
                </a:lnTo>
                <a:lnTo>
                  <a:pt x="3600450" y="3438525"/>
                </a:lnTo>
                <a:lnTo>
                  <a:pt x="3609975" y="3429000"/>
                </a:lnTo>
                <a:lnTo>
                  <a:pt x="3619500" y="3429000"/>
                </a:lnTo>
                <a:lnTo>
                  <a:pt x="3629025" y="3419475"/>
                </a:lnTo>
                <a:lnTo>
                  <a:pt x="3629025" y="3400425"/>
                </a:lnTo>
                <a:lnTo>
                  <a:pt x="3638550" y="3390900"/>
                </a:lnTo>
                <a:lnTo>
                  <a:pt x="3638550" y="3381375"/>
                </a:lnTo>
                <a:lnTo>
                  <a:pt x="3629025" y="3371850"/>
                </a:lnTo>
                <a:lnTo>
                  <a:pt x="3629025" y="3333750"/>
                </a:lnTo>
                <a:lnTo>
                  <a:pt x="3619500" y="3324225"/>
                </a:lnTo>
                <a:lnTo>
                  <a:pt x="3619500" y="3295650"/>
                </a:lnTo>
                <a:lnTo>
                  <a:pt x="3609975" y="3286125"/>
                </a:lnTo>
                <a:lnTo>
                  <a:pt x="3609975" y="3257550"/>
                </a:lnTo>
                <a:lnTo>
                  <a:pt x="3600450" y="3248025"/>
                </a:lnTo>
                <a:lnTo>
                  <a:pt x="3600450" y="3228975"/>
                </a:lnTo>
                <a:lnTo>
                  <a:pt x="3590925" y="3219450"/>
                </a:lnTo>
                <a:lnTo>
                  <a:pt x="3590925" y="3190875"/>
                </a:lnTo>
                <a:lnTo>
                  <a:pt x="3581400" y="3181350"/>
                </a:lnTo>
                <a:lnTo>
                  <a:pt x="3581400" y="3028950"/>
                </a:lnTo>
                <a:lnTo>
                  <a:pt x="3571875" y="3019425"/>
                </a:lnTo>
                <a:lnTo>
                  <a:pt x="3571875" y="2981325"/>
                </a:lnTo>
                <a:lnTo>
                  <a:pt x="3552825" y="2962275"/>
                </a:lnTo>
                <a:lnTo>
                  <a:pt x="3552825" y="2952750"/>
                </a:lnTo>
                <a:lnTo>
                  <a:pt x="3543300" y="2952750"/>
                </a:lnTo>
                <a:lnTo>
                  <a:pt x="3533775" y="2943225"/>
                </a:lnTo>
                <a:lnTo>
                  <a:pt x="3524250" y="2943225"/>
                </a:lnTo>
                <a:lnTo>
                  <a:pt x="3514725" y="2933700"/>
                </a:lnTo>
                <a:lnTo>
                  <a:pt x="3476625" y="2933700"/>
                </a:lnTo>
                <a:lnTo>
                  <a:pt x="3467100" y="2924175"/>
                </a:lnTo>
                <a:lnTo>
                  <a:pt x="3457575" y="2924175"/>
                </a:lnTo>
                <a:lnTo>
                  <a:pt x="3429000" y="2895600"/>
                </a:lnTo>
                <a:lnTo>
                  <a:pt x="3429000" y="2876550"/>
                </a:lnTo>
                <a:lnTo>
                  <a:pt x="3419475" y="2867025"/>
                </a:lnTo>
                <a:lnTo>
                  <a:pt x="3419475" y="2828925"/>
                </a:lnTo>
                <a:lnTo>
                  <a:pt x="3429000" y="2819400"/>
                </a:lnTo>
                <a:lnTo>
                  <a:pt x="3429000" y="2781300"/>
                </a:lnTo>
                <a:lnTo>
                  <a:pt x="3438525" y="2771775"/>
                </a:lnTo>
                <a:lnTo>
                  <a:pt x="3438525" y="2752725"/>
                </a:lnTo>
                <a:lnTo>
                  <a:pt x="3457575" y="2733675"/>
                </a:lnTo>
                <a:lnTo>
                  <a:pt x="3457575" y="2724150"/>
                </a:lnTo>
                <a:lnTo>
                  <a:pt x="3486150" y="2695575"/>
                </a:lnTo>
                <a:lnTo>
                  <a:pt x="3495675" y="2695575"/>
                </a:lnTo>
                <a:lnTo>
                  <a:pt x="3514725" y="2676525"/>
                </a:lnTo>
                <a:lnTo>
                  <a:pt x="3524250" y="2676525"/>
                </a:lnTo>
                <a:lnTo>
                  <a:pt x="3533775" y="2667000"/>
                </a:lnTo>
                <a:lnTo>
                  <a:pt x="3543300" y="2667000"/>
                </a:lnTo>
                <a:lnTo>
                  <a:pt x="3552825" y="2657475"/>
                </a:lnTo>
                <a:lnTo>
                  <a:pt x="3562350" y="2657475"/>
                </a:lnTo>
                <a:lnTo>
                  <a:pt x="3571875" y="2647950"/>
                </a:lnTo>
                <a:lnTo>
                  <a:pt x="3581400" y="2647950"/>
                </a:lnTo>
                <a:lnTo>
                  <a:pt x="3609975" y="2619375"/>
                </a:lnTo>
                <a:lnTo>
                  <a:pt x="3609975" y="2609850"/>
                </a:lnTo>
                <a:lnTo>
                  <a:pt x="3619500" y="2600325"/>
                </a:lnTo>
                <a:lnTo>
                  <a:pt x="3619500" y="2590800"/>
                </a:lnTo>
                <a:lnTo>
                  <a:pt x="3609975" y="2581275"/>
                </a:lnTo>
                <a:lnTo>
                  <a:pt x="3609975" y="2571750"/>
                </a:lnTo>
                <a:lnTo>
                  <a:pt x="3600450" y="2562225"/>
                </a:lnTo>
                <a:lnTo>
                  <a:pt x="3600450" y="2552700"/>
                </a:lnTo>
                <a:lnTo>
                  <a:pt x="3524250" y="2476500"/>
                </a:lnTo>
                <a:lnTo>
                  <a:pt x="3514725" y="2476500"/>
                </a:lnTo>
                <a:lnTo>
                  <a:pt x="3467100" y="2428875"/>
                </a:lnTo>
                <a:lnTo>
                  <a:pt x="3467100" y="2409825"/>
                </a:lnTo>
                <a:lnTo>
                  <a:pt x="3457575" y="2400300"/>
                </a:lnTo>
                <a:lnTo>
                  <a:pt x="3457575" y="2238375"/>
                </a:lnTo>
                <a:lnTo>
                  <a:pt x="3448050" y="2228850"/>
                </a:lnTo>
                <a:lnTo>
                  <a:pt x="3448050" y="2209800"/>
                </a:lnTo>
                <a:lnTo>
                  <a:pt x="3438525" y="2200275"/>
                </a:lnTo>
                <a:lnTo>
                  <a:pt x="3438525" y="2190750"/>
                </a:lnTo>
                <a:lnTo>
                  <a:pt x="3409950" y="2162175"/>
                </a:lnTo>
                <a:lnTo>
                  <a:pt x="3409950" y="2152650"/>
                </a:lnTo>
                <a:lnTo>
                  <a:pt x="3400425" y="2143125"/>
                </a:lnTo>
                <a:lnTo>
                  <a:pt x="3400425" y="2124075"/>
                </a:lnTo>
                <a:lnTo>
                  <a:pt x="3390900" y="2114550"/>
                </a:lnTo>
                <a:lnTo>
                  <a:pt x="3390900" y="2095500"/>
                </a:lnTo>
                <a:lnTo>
                  <a:pt x="3381375" y="2085975"/>
                </a:lnTo>
                <a:lnTo>
                  <a:pt x="3381375" y="1933575"/>
                </a:lnTo>
                <a:lnTo>
                  <a:pt x="3390900" y="1924050"/>
                </a:lnTo>
                <a:lnTo>
                  <a:pt x="3390900" y="1914525"/>
                </a:lnTo>
                <a:lnTo>
                  <a:pt x="3409950" y="1895475"/>
                </a:lnTo>
                <a:lnTo>
                  <a:pt x="3409950" y="1885950"/>
                </a:lnTo>
                <a:lnTo>
                  <a:pt x="3438525" y="1857375"/>
                </a:lnTo>
                <a:lnTo>
                  <a:pt x="3438525" y="1847850"/>
                </a:lnTo>
                <a:lnTo>
                  <a:pt x="3448050" y="1838325"/>
                </a:lnTo>
                <a:lnTo>
                  <a:pt x="3448050" y="1809750"/>
                </a:lnTo>
                <a:lnTo>
                  <a:pt x="3457575" y="1800225"/>
                </a:lnTo>
                <a:lnTo>
                  <a:pt x="3457575" y="1781175"/>
                </a:lnTo>
                <a:lnTo>
                  <a:pt x="3448050" y="1771650"/>
                </a:lnTo>
                <a:lnTo>
                  <a:pt x="3448050" y="1752600"/>
                </a:lnTo>
                <a:lnTo>
                  <a:pt x="3438525" y="1743075"/>
                </a:lnTo>
                <a:lnTo>
                  <a:pt x="3438525" y="1733550"/>
                </a:lnTo>
                <a:lnTo>
                  <a:pt x="3409950" y="1704975"/>
                </a:lnTo>
                <a:lnTo>
                  <a:pt x="3400425" y="1704975"/>
                </a:lnTo>
                <a:lnTo>
                  <a:pt x="3352800" y="1657350"/>
                </a:lnTo>
                <a:lnTo>
                  <a:pt x="3352800" y="1647825"/>
                </a:lnTo>
                <a:lnTo>
                  <a:pt x="3343275" y="1638300"/>
                </a:lnTo>
                <a:lnTo>
                  <a:pt x="3343275" y="1533525"/>
                </a:lnTo>
                <a:lnTo>
                  <a:pt x="3333750" y="1524000"/>
                </a:lnTo>
                <a:lnTo>
                  <a:pt x="3333750" y="1504950"/>
                </a:lnTo>
                <a:lnTo>
                  <a:pt x="3314700" y="1485900"/>
                </a:lnTo>
                <a:lnTo>
                  <a:pt x="3314700" y="1476375"/>
                </a:lnTo>
                <a:lnTo>
                  <a:pt x="3295650" y="1457325"/>
                </a:lnTo>
                <a:lnTo>
                  <a:pt x="3286125" y="1457325"/>
                </a:lnTo>
                <a:lnTo>
                  <a:pt x="3267075" y="1438275"/>
                </a:lnTo>
                <a:lnTo>
                  <a:pt x="3257550" y="1438275"/>
                </a:lnTo>
                <a:lnTo>
                  <a:pt x="3248025" y="1428750"/>
                </a:lnTo>
                <a:lnTo>
                  <a:pt x="3181350" y="1428750"/>
                </a:lnTo>
                <a:lnTo>
                  <a:pt x="3171825" y="1438275"/>
                </a:lnTo>
                <a:lnTo>
                  <a:pt x="3152775" y="1438275"/>
                </a:lnTo>
                <a:lnTo>
                  <a:pt x="3143250" y="1428750"/>
                </a:lnTo>
                <a:lnTo>
                  <a:pt x="3133725" y="1428750"/>
                </a:lnTo>
                <a:lnTo>
                  <a:pt x="3105150" y="1400175"/>
                </a:lnTo>
                <a:lnTo>
                  <a:pt x="3105150" y="1390650"/>
                </a:lnTo>
                <a:lnTo>
                  <a:pt x="3124200" y="1371600"/>
                </a:lnTo>
                <a:lnTo>
                  <a:pt x="3133725" y="1371600"/>
                </a:lnTo>
                <a:lnTo>
                  <a:pt x="3143250" y="1362075"/>
                </a:lnTo>
                <a:lnTo>
                  <a:pt x="3152775" y="1371600"/>
                </a:lnTo>
                <a:lnTo>
                  <a:pt x="3181350" y="1371600"/>
                </a:lnTo>
                <a:lnTo>
                  <a:pt x="3190875" y="1381125"/>
                </a:lnTo>
                <a:lnTo>
                  <a:pt x="3238500" y="1381125"/>
                </a:lnTo>
                <a:lnTo>
                  <a:pt x="3248025" y="1371600"/>
                </a:lnTo>
                <a:lnTo>
                  <a:pt x="3257550" y="1371600"/>
                </a:lnTo>
                <a:lnTo>
                  <a:pt x="3276600" y="1352550"/>
                </a:lnTo>
                <a:lnTo>
                  <a:pt x="3286125" y="1352550"/>
                </a:lnTo>
                <a:lnTo>
                  <a:pt x="3295650" y="1343025"/>
                </a:lnTo>
                <a:lnTo>
                  <a:pt x="3295650" y="1333500"/>
                </a:lnTo>
                <a:lnTo>
                  <a:pt x="3314700" y="1314450"/>
                </a:lnTo>
                <a:lnTo>
                  <a:pt x="3314700" y="1304925"/>
                </a:lnTo>
                <a:lnTo>
                  <a:pt x="3324225" y="1295400"/>
                </a:lnTo>
                <a:lnTo>
                  <a:pt x="3324225" y="1228725"/>
                </a:lnTo>
                <a:lnTo>
                  <a:pt x="3314700" y="1219200"/>
                </a:lnTo>
                <a:lnTo>
                  <a:pt x="3314700" y="1200150"/>
                </a:lnTo>
                <a:lnTo>
                  <a:pt x="3305175" y="1190625"/>
                </a:lnTo>
                <a:lnTo>
                  <a:pt x="3305175" y="1181100"/>
                </a:lnTo>
                <a:lnTo>
                  <a:pt x="3276600" y="1152525"/>
                </a:lnTo>
                <a:lnTo>
                  <a:pt x="3276600" y="1143000"/>
                </a:lnTo>
                <a:lnTo>
                  <a:pt x="3267075" y="1143000"/>
                </a:lnTo>
                <a:lnTo>
                  <a:pt x="3228975" y="1104900"/>
                </a:lnTo>
                <a:lnTo>
                  <a:pt x="3219450" y="1104900"/>
                </a:lnTo>
                <a:lnTo>
                  <a:pt x="3209925" y="1095375"/>
                </a:lnTo>
                <a:lnTo>
                  <a:pt x="3209925" y="1085850"/>
                </a:lnTo>
                <a:lnTo>
                  <a:pt x="3190875" y="1066800"/>
                </a:lnTo>
                <a:lnTo>
                  <a:pt x="3190875" y="1047750"/>
                </a:lnTo>
                <a:lnTo>
                  <a:pt x="3181350" y="1038225"/>
                </a:lnTo>
                <a:lnTo>
                  <a:pt x="3181350" y="981075"/>
                </a:lnTo>
                <a:lnTo>
                  <a:pt x="3190875" y="971550"/>
                </a:lnTo>
                <a:lnTo>
                  <a:pt x="3190875" y="952500"/>
                </a:lnTo>
                <a:lnTo>
                  <a:pt x="3200400" y="942975"/>
                </a:lnTo>
                <a:lnTo>
                  <a:pt x="3200400" y="933450"/>
                </a:lnTo>
                <a:lnTo>
                  <a:pt x="3209925" y="923925"/>
                </a:lnTo>
                <a:lnTo>
                  <a:pt x="3209925" y="914400"/>
                </a:lnTo>
                <a:lnTo>
                  <a:pt x="3248025" y="876300"/>
                </a:lnTo>
                <a:lnTo>
                  <a:pt x="3248025" y="866775"/>
                </a:lnTo>
                <a:lnTo>
                  <a:pt x="3257550" y="857250"/>
                </a:lnTo>
                <a:lnTo>
                  <a:pt x="3257550" y="847725"/>
                </a:lnTo>
                <a:lnTo>
                  <a:pt x="3267075" y="838200"/>
                </a:lnTo>
                <a:lnTo>
                  <a:pt x="3267075" y="771525"/>
                </a:lnTo>
                <a:lnTo>
                  <a:pt x="3257550" y="762000"/>
                </a:lnTo>
                <a:lnTo>
                  <a:pt x="3257550" y="742950"/>
                </a:lnTo>
                <a:lnTo>
                  <a:pt x="3248025" y="733425"/>
                </a:lnTo>
                <a:lnTo>
                  <a:pt x="3248025" y="723900"/>
                </a:lnTo>
                <a:lnTo>
                  <a:pt x="3238500" y="714375"/>
                </a:lnTo>
                <a:lnTo>
                  <a:pt x="3238500" y="704850"/>
                </a:lnTo>
                <a:lnTo>
                  <a:pt x="3228975" y="695325"/>
                </a:lnTo>
                <a:lnTo>
                  <a:pt x="3228975" y="685800"/>
                </a:lnTo>
                <a:lnTo>
                  <a:pt x="3209925" y="666750"/>
                </a:lnTo>
                <a:lnTo>
                  <a:pt x="3209925" y="647700"/>
                </a:lnTo>
                <a:lnTo>
                  <a:pt x="3200400" y="638175"/>
                </a:lnTo>
                <a:lnTo>
                  <a:pt x="3200400" y="628650"/>
                </a:lnTo>
                <a:lnTo>
                  <a:pt x="3190875" y="619125"/>
                </a:lnTo>
                <a:lnTo>
                  <a:pt x="3190875" y="609600"/>
                </a:lnTo>
                <a:lnTo>
                  <a:pt x="3162300" y="581025"/>
                </a:lnTo>
                <a:lnTo>
                  <a:pt x="3162300" y="571500"/>
                </a:lnTo>
                <a:lnTo>
                  <a:pt x="3152775" y="571500"/>
                </a:lnTo>
                <a:lnTo>
                  <a:pt x="3124200" y="542925"/>
                </a:lnTo>
                <a:lnTo>
                  <a:pt x="3114675" y="542925"/>
                </a:lnTo>
                <a:lnTo>
                  <a:pt x="3105150" y="533400"/>
                </a:lnTo>
                <a:lnTo>
                  <a:pt x="3095625" y="533400"/>
                </a:lnTo>
                <a:lnTo>
                  <a:pt x="3048000" y="485775"/>
                </a:lnTo>
                <a:lnTo>
                  <a:pt x="3048000" y="476250"/>
                </a:lnTo>
                <a:lnTo>
                  <a:pt x="3009900" y="438150"/>
                </a:lnTo>
                <a:lnTo>
                  <a:pt x="3000375" y="438150"/>
                </a:lnTo>
                <a:lnTo>
                  <a:pt x="2990850" y="428625"/>
                </a:lnTo>
                <a:lnTo>
                  <a:pt x="2981325" y="428625"/>
                </a:lnTo>
                <a:lnTo>
                  <a:pt x="2971800" y="419100"/>
                </a:lnTo>
                <a:lnTo>
                  <a:pt x="2962275" y="419100"/>
                </a:lnTo>
                <a:lnTo>
                  <a:pt x="2952750" y="409575"/>
                </a:lnTo>
                <a:lnTo>
                  <a:pt x="2933700" y="409575"/>
                </a:lnTo>
                <a:lnTo>
                  <a:pt x="2924175" y="400050"/>
                </a:lnTo>
                <a:lnTo>
                  <a:pt x="2886075" y="400050"/>
                </a:lnTo>
                <a:lnTo>
                  <a:pt x="2876550" y="390525"/>
                </a:lnTo>
                <a:close/>
              </a:path>
              <a:path w="4267200" h="4267200">
                <a:moveTo>
                  <a:pt x="4210050" y="152400"/>
                </a:moveTo>
                <a:lnTo>
                  <a:pt x="4200525" y="161925"/>
                </a:lnTo>
                <a:lnTo>
                  <a:pt x="4181475" y="161925"/>
                </a:lnTo>
                <a:lnTo>
                  <a:pt x="4171950" y="171450"/>
                </a:lnTo>
                <a:lnTo>
                  <a:pt x="4162425" y="171450"/>
                </a:lnTo>
                <a:lnTo>
                  <a:pt x="4152900" y="180975"/>
                </a:lnTo>
                <a:lnTo>
                  <a:pt x="4143375" y="180975"/>
                </a:lnTo>
                <a:lnTo>
                  <a:pt x="4114800" y="209550"/>
                </a:lnTo>
                <a:lnTo>
                  <a:pt x="4114800" y="228600"/>
                </a:lnTo>
                <a:lnTo>
                  <a:pt x="4105275" y="238125"/>
                </a:lnTo>
                <a:lnTo>
                  <a:pt x="4105275" y="314325"/>
                </a:lnTo>
                <a:lnTo>
                  <a:pt x="4114800" y="323850"/>
                </a:lnTo>
                <a:lnTo>
                  <a:pt x="4114800" y="466725"/>
                </a:lnTo>
                <a:lnTo>
                  <a:pt x="4105275" y="476250"/>
                </a:lnTo>
                <a:lnTo>
                  <a:pt x="4105275" y="866775"/>
                </a:lnTo>
                <a:lnTo>
                  <a:pt x="4095750" y="876300"/>
                </a:lnTo>
                <a:lnTo>
                  <a:pt x="4095750" y="885825"/>
                </a:lnTo>
                <a:lnTo>
                  <a:pt x="4076700" y="904875"/>
                </a:lnTo>
                <a:lnTo>
                  <a:pt x="4076700" y="914400"/>
                </a:lnTo>
                <a:lnTo>
                  <a:pt x="4048125" y="942975"/>
                </a:lnTo>
                <a:lnTo>
                  <a:pt x="4048125" y="952500"/>
                </a:lnTo>
                <a:lnTo>
                  <a:pt x="4029075" y="971550"/>
                </a:lnTo>
                <a:lnTo>
                  <a:pt x="4029075" y="981075"/>
                </a:lnTo>
                <a:lnTo>
                  <a:pt x="4019550" y="990600"/>
                </a:lnTo>
                <a:lnTo>
                  <a:pt x="4019550" y="1009650"/>
                </a:lnTo>
                <a:lnTo>
                  <a:pt x="4010025" y="1019175"/>
                </a:lnTo>
                <a:lnTo>
                  <a:pt x="4010025" y="1038225"/>
                </a:lnTo>
                <a:lnTo>
                  <a:pt x="4000500" y="1047750"/>
                </a:lnTo>
                <a:lnTo>
                  <a:pt x="4000500" y="1076325"/>
                </a:lnTo>
                <a:lnTo>
                  <a:pt x="3990975" y="1085850"/>
                </a:lnTo>
                <a:lnTo>
                  <a:pt x="3990975" y="1228725"/>
                </a:lnTo>
                <a:lnTo>
                  <a:pt x="4000500" y="1238250"/>
                </a:lnTo>
                <a:lnTo>
                  <a:pt x="4000500" y="1257300"/>
                </a:lnTo>
                <a:lnTo>
                  <a:pt x="3990975" y="1266825"/>
                </a:lnTo>
                <a:lnTo>
                  <a:pt x="3990975" y="1314450"/>
                </a:lnTo>
                <a:lnTo>
                  <a:pt x="3981450" y="1323975"/>
                </a:lnTo>
                <a:lnTo>
                  <a:pt x="3981450" y="1362075"/>
                </a:lnTo>
                <a:lnTo>
                  <a:pt x="3971925" y="1371600"/>
                </a:lnTo>
                <a:lnTo>
                  <a:pt x="3971925" y="1447800"/>
                </a:lnTo>
                <a:lnTo>
                  <a:pt x="3981450" y="1457325"/>
                </a:lnTo>
                <a:lnTo>
                  <a:pt x="3981450" y="1514475"/>
                </a:lnTo>
                <a:lnTo>
                  <a:pt x="3990975" y="1524000"/>
                </a:lnTo>
                <a:lnTo>
                  <a:pt x="3990975" y="1571625"/>
                </a:lnTo>
                <a:lnTo>
                  <a:pt x="4000500" y="1581150"/>
                </a:lnTo>
                <a:lnTo>
                  <a:pt x="4000500" y="1609725"/>
                </a:lnTo>
                <a:lnTo>
                  <a:pt x="4010025" y="1619250"/>
                </a:lnTo>
                <a:lnTo>
                  <a:pt x="4010025" y="1638300"/>
                </a:lnTo>
                <a:lnTo>
                  <a:pt x="4019550" y="1647825"/>
                </a:lnTo>
                <a:lnTo>
                  <a:pt x="4019550" y="1666875"/>
                </a:lnTo>
                <a:lnTo>
                  <a:pt x="4029075" y="1676400"/>
                </a:lnTo>
                <a:lnTo>
                  <a:pt x="4029075" y="1695450"/>
                </a:lnTo>
                <a:lnTo>
                  <a:pt x="4038600" y="1704975"/>
                </a:lnTo>
                <a:lnTo>
                  <a:pt x="4038600" y="1724025"/>
                </a:lnTo>
                <a:lnTo>
                  <a:pt x="4048125" y="1733550"/>
                </a:lnTo>
                <a:lnTo>
                  <a:pt x="4048125" y="1752600"/>
                </a:lnTo>
                <a:lnTo>
                  <a:pt x="4057650" y="1762125"/>
                </a:lnTo>
                <a:lnTo>
                  <a:pt x="4057650" y="1809750"/>
                </a:lnTo>
                <a:lnTo>
                  <a:pt x="4067175" y="1819275"/>
                </a:lnTo>
                <a:lnTo>
                  <a:pt x="4067175" y="1866900"/>
                </a:lnTo>
                <a:lnTo>
                  <a:pt x="4076700" y="1876425"/>
                </a:lnTo>
                <a:lnTo>
                  <a:pt x="4076700" y="1895475"/>
                </a:lnTo>
                <a:lnTo>
                  <a:pt x="4086225" y="1905000"/>
                </a:lnTo>
                <a:lnTo>
                  <a:pt x="4086225" y="1914525"/>
                </a:lnTo>
                <a:lnTo>
                  <a:pt x="4114800" y="1943100"/>
                </a:lnTo>
                <a:lnTo>
                  <a:pt x="4124325" y="1943100"/>
                </a:lnTo>
                <a:lnTo>
                  <a:pt x="4143375" y="1962150"/>
                </a:lnTo>
                <a:lnTo>
                  <a:pt x="4162425" y="1962150"/>
                </a:lnTo>
                <a:lnTo>
                  <a:pt x="4171950" y="1971675"/>
                </a:lnTo>
                <a:lnTo>
                  <a:pt x="4181475" y="1971675"/>
                </a:lnTo>
                <a:lnTo>
                  <a:pt x="4191000" y="1981200"/>
                </a:lnTo>
                <a:lnTo>
                  <a:pt x="4238625" y="1981200"/>
                </a:lnTo>
                <a:lnTo>
                  <a:pt x="4248150" y="1990725"/>
                </a:lnTo>
                <a:lnTo>
                  <a:pt x="4257675" y="1990725"/>
                </a:lnTo>
                <a:lnTo>
                  <a:pt x="4257675" y="152400"/>
                </a:lnTo>
                <a:close/>
              </a:path>
              <a:path w="4267200" h="4267200">
                <a:moveTo>
                  <a:pt x="190500" y="133350"/>
                </a:moveTo>
                <a:lnTo>
                  <a:pt x="180975" y="142875"/>
                </a:lnTo>
                <a:lnTo>
                  <a:pt x="161925" y="14287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33350" y="180975"/>
                </a:lnTo>
                <a:lnTo>
                  <a:pt x="133350" y="219075"/>
                </a:lnTo>
                <a:lnTo>
                  <a:pt x="142875" y="228600"/>
                </a:lnTo>
                <a:lnTo>
                  <a:pt x="142875" y="238125"/>
                </a:lnTo>
                <a:lnTo>
                  <a:pt x="152400" y="247650"/>
                </a:lnTo>
                <a:lnTo>
                  <a:pt x="161925" y="247650"/>
                </a:lnTo>
                <a:lnTo>
                  <a:pt x="171450" y="257175"/>
                </a:lnTo>
                <a:lnTo>
                  <a:pt x="228600" y="257175"/>
                </a:lnTo>
                <a:lnTo>
                  <a:pt x="257175" y="228600"/>
                </a:lnTo>
                <a:lnTo>
                  <a:pt x="257175" y="171450"/>
                </a:lnTo>
                <a:lnTo>
                  <a:pt x="247650" y="161925"/>
                </a:lnTo>
                <a:lnTo>
                  <a:pt x="247650" y="152400"/>
                </a:lnTo>
                <a:lnTo>
                  <a:pt x="238125" y="152400"/>
                </a:lnTo>
                <a:lnTo>
                  <a:pt x="228600" y="142875"/>
                </a:lnTo>
                <a:lnTo>
                  <a:pt x="219075" y="142875"/>
                </a:lnTo>
                <a:lnTo>
                  <a:pt x="20955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F382E"/>
            </a:solidFill>
          </a:ln>
        </p:spPr>
      </p:sp>
      <p:sp>
        <p:nvSpPr>
          <p:cNvPr id="120" name="contour-frame">
            <a:extLst xmlns:a="http://schemas.openxmlformats.org/drawingml/2006/main">
              <a:ext uri="{FF2B5EF4-FFF2-40B4-BE49-F238E27FC236}">
                <a16:creationId xmlns:a16="http://schemas.microsoft.com/office/drawing/2014/main" id="{BF8F9B2F-0F74-4867-B121-0DBD8FCB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4A5AE"/>
            </a:solidFill>
            <a:prstDash val="solid"/>
          </a:ln>
        </p:spPr>
      </p:sp>
      <p:sp>
        <p:nvSpPr>
          <p:cNvPr id="121" name="map-label">
            <a:extLst xmlns:a="http://schemas.openxmlformats.org/drawingml/2006/main">
              <a:ext uri="{FF2B5EF4-FFF2-40B4-BE49-F238E27FC236}">
                <a16:creationId xmlns:a16="http://schemas.microsoft.com/office/drawing/2014/main" id="{4CFCA629-3E4E-4697-95FB-69143B0A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388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122" name="display-label">
            <a:extLst xmlns:a="http://schemas.openxmlformats.org/drawingml/2006/main">
              <a:ext uri="{FF2B5EF4-FFF2-40B4-BE49-F238E27FC236}">
                <a16:creationId xmlns:a16="http://schemas.microsoft.com/office/drawing/2014/main" id="{D955057D-331B-4F68-9755-B60BE401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8388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Display</a:t>
            </a:r>
          </a:p>
        </p:txBody>
      </p:sp>
      <p:sp>
        <p:nvSpPr>
          <p:cNvPr id="123" name="image-score">
            <a:extLst xmlns:a="http://schemas.openxmlformats.org/drawingml/2006/main">
              <a:ext uri="{FF2B5EF4-FFF2-40B4-BE49-F238E27FC236}">
                <a16:creationId xmlns:a16="http://schemas.microsoft.com/office/drawing/2014/main" id="{B781F992-FB7F-4D3E-AF73-9FAF153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2865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img,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max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u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A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t,u</a:t>
            </a:r>
          </a:p>
        </p:txBody>
      </p:sp>
      <p:sp>
        <p:nvSpPr>
          <p:cNvPr id="124" name="native-output-note">
            <a:extLst xmlns:a="http://schemas.openxmlformats.org/drawingml/2006/main">
              <a:ext uri="{FF2B5EF4-FFF2-40B4-BE49-F238E27FC236}">
                <a16:creationId xmlns:a16="http://schemas.microsoft.com/office/drawing/2014/main" id="{89EC16D3-0708-4CA1-A5CD-2A13BB78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3531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Map and image score</a:t>
            </a:r>
          </a:p>
        </p:txBody>
      </p:sp>
      <p:sp>
        <p:nvSpPr>
          <p:cNvPr id="125" name="display-only">
            <a:extLst xmlns:a="http://schemas.openxmlformats.org/drawingml/2006/main">
              <a:ext uri="{FF2B5EF4-FFF2-40B4-BE49-F238E27FC236}">
                <a16:creationId xmlns:a16="http://schemas.microsoft.com/office/drawing/2014/main" id="{F2F752A8-E272-4ED6-A612-8C26A75B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715125"/>
            <a:ext cx="723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Contour uses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τ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vis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for display only</a:t>
            </a:r>
          </a:p>
        </p:txBody>
      </p:sp>
      <p:sp>
        <p:nvSpPr>
          <p:cNvPr id="126" name="section-c">
            <a:extLst xmlns:a="http://schemas.openxmlformats.org/drawingml/2006/main">
              <a:ext uri="{FF2B5EF4-FFF2-40B4-BE49-F238E27FC236}">
                <a16:creationId xmlns:a16="http://schemas.microsoft.com/office/drawing/2014/main" id="{21D8EE50-7D01-4465-95B2-B6D56473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2580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(c) Separate representation effects from matching effects</a:t>
            </a:r>
          </a:p>
        </p:txBody>
      </p:sp>
      <p:sp>
        <p:nvSpPr>
          <p:cNvPr id="127" name="control-label-0">
            <a:extLst xmlns:a="http://schemas.openxmlformats.org/drawingml/2006/main">
              <a:ext uri="{FF2B5EF4-FFF2-40B4-BE49-F238E27FC236}">
                <a16:creationId xmlns:a16="http://schemas.microsoft.com/office/drawing/2014/main" id="{211AEA76-6080-4F92-BE49-9CD5D845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A1</a:t>
            </a:r>
          </a:p>
        </p:txBody>
      </p:sp>
      <p:sp>
        <p:nvSpPr>
          <p:cNvPr id="128" name="control-weights-0">
            <a:extLst xmlns:a="http://schemas.openxmlformats.org/drawingml/2006/main">
              <a:ext uri="{FF2B5EF4-FFF2-40B4-BE49-F238E27FC236}">
                <a16:creationId xmlns:a16="http://schemas.microsoft.com/office/drawing/2014/main" id="{E44B18D4-7126-497D-BE4D-57835634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½   C ½</a:t>
            </a:r>
          </a:p>
        </p:txBody>
      </p:sp>
      <p:sp>
        <p:nvSpPr>
          <p:cNvPr id="129" name="control-label-1">
            <a:extLst xmlns:a="http://schemas.openxmlformats.org/drawingml/2006/main">
              <a:ext uri="{FF2B5EF4-FFF2-40B4-BE49-F238E27FC236}">
                <a16:creationId xmlns:a16="http://schemas.microsoft.com/office/drawing/2014/main" id="{B34864AA-8314-4B92-84E3-712B05A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DUP</a:t>
            </a:r>
          </a:p>
        </p:txBody>
      </p:sp>
      <p:sp>
        <p:nvSpPr>
          <p:cNvPr id="130" name="control-weights-1">
            <a:extLst xmlns:a="http://schemas.openxmlformats.org/drawingml/2006/main">
              <a:ext uri="{FF2B5EF4-FFF2-40B4-BE49-F238E27FC236}">
                <a16:creationId xmlns:a16="http://schemas.microsoft.com/office/drawing/2014/main" id="{5FC696CF-FE5F-4886-9339-5A3B726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⅓   B copy ⅓   C ⅓</a:t>
            </a:r>
          </a:p>
        </p:txBody>
      </p:sp>
      <p:sp>
        <p:nvSpPr>
          <p:cNvPr id="131" name="control-label-2">
            <a:extLst xmlns:a="http://schemas.openxmlformats.org/drawingml/2006/main">
              <a:ext uri="{FF2B5EF4-FFF2-40B4-BE49-F238E27FC236}">
                <a16:creationId xmlns:a16="http://schemas.microsoft.com/office/drawing/2014/main" id="{5B3DA428-4AF7-400D-ABD5-A1B6D5B3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TRI</a:t>
            </a:r>
          </a:p>
        </p:txBody>
      </p:sp>
      <p:sp>
        <p:nvSpPr>
          <p:cNvPr id="132" name="control-weights-2">
            <a:extLst xmlns:a="http://schemas.openxmlformats.org/drawingml/2006/main">
              <a:ext uri="{FF2B5EF4-FFF2-40B4-BE49-F238E27FC236}">
                <a16:creationId xmlns:a16="http://schemas.microsoft.com/office/drawing/2014/main" id="{C212BABF-7DF2-42FF-9D2C-0977D92D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⅓   S or D ⅓   C ⅓</a:t>
            </a:r>
          </a:p>
        </p:txBody>
      </p:sp>
      <p:sp>
        <p:nvSpPr>
          <p:cNvPr id="133" name="control-label-3">
            <a:extLst xmlns:a="http://schemas.openxmlformats.org/drawingml/2006/main">
              <a:ext uri="{FF2B5EF4-FFF2-40B4-BE49-F238E27FC236}">
                <a16:creationId xmlns:a16="http://schemas.microsoft.com/office/drawing/2014/main" id="{2F0E233C-3F23-442A-943C-F45DB77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BAL</a:t>
            </a:r>
          </a:p>
        </p:txBody>
      </p:sp>
      <p:sp>
        <p:nvSpPr>
          <p:cNvPr id="134" name="control-weights-3">
            <a:extLst xmlns:a="http://schemas.openxmlformats.org/drawingml/2006/main">
              <a:ext uri="{FF2B5EF4-FFF2-40B4-BE49-F238E27FC236}">
                <a16:creationId xmlns:a16="http://schemas.microsoft.com/office/drawing/2014/main" id="{2BD15FC4-EDF5-4D0A-893E-F3C466A2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¼   S or D ¼   C ½</a:t>
            </a:r>
          </a:p>
        </p:txBody>
      </p:sp>
      <p:sp>
        <p:nvSpPr>
          <p:cNvPr id="135" name="tri-effect">
            <a:extLst xmlns:a="http://schemas.openxmlformats.org/drawingml/2006/main">
              <a:ext uri="{FF2B5EF4-FFF2-40B4-BE49-F238E27FC236}">
                <a16:creationId xmlns:a16="http://schemas.microsoft.com/office/drawing/2014/main" id="{2D404C82-BD24-4C72-BE98-7D47358E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6772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(TRI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(DUP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6" name="bal-effect">
            <a:extLst xmlns:a="http://schemas.openxmlformats.org/drawingml/2006/main">
              <a:ext uri="{FF2B5EF4-FFF2-40B4-BE49-F238E27FC236}">
                <a16:creationId xmlns:a16="http://schemas.microsoft.com/office/drawing/2014/main" id="{61EB9FBD-FE02-4864-BE9E-805C48A5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6772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(BAL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(A1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7" name="tri-interaction">
            <a:extLst xmlns:a="http://schemas.openxmlformats.org/drawingml/2006/main">
              <a:ext uri="{FF2B5EF4-FFF2-40B4-BE49-F238E27FC236}">
                <a16:creationId xmlns:a16="http://schemas.microsoft.com/office/drawing/2014/main" id="{B8CCC6DB-EAE0-4D35-B8A3-D2102956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20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TRI,J</a:t>
            </a:r>
          </a:p>
        </p:txBody>
      </p:sp>
      <p:sp>
        <p:nvSpPr>
          <p:cNvPr id="138" name="bal-interaction">
            <a:extLst xmlns:a="http://schemas.openxmlformats.org/drawingml/2006/main">
              <a:ext uri="{FF2B5EF4-FFF2-40B4-BE49-F238E27FC236}">
                <a16:creationId xmlns:a16="http://schemas.microsoft.com/office/drawing/2014/main" id="{049E2F5C-63B8-4BFE-B7D5-446BB3F0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920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BAL,J</a:t>
            </a:r>
          </a:p>
        </p:txBody>
      </p:sp>
      <p:sp>
        <p:nvSpPr>
          <p:cNvPr id="139" name="matched-condition-note">
            <a:extLst xmlns:a="http://schemas.openxmlformats.org/drawingml/2006/main">
              <a:ext uri="{FF2B5EF4-FFF2-40B4-BE49-F238E27FC236}">
                <a16:creationId xmlns:a16="http://schemas.microsoft.com/office/drawing/2014/main" id="{C574F8B2-59CD-450D-BD90-39C0BD94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67875"/>
            <a:ext cx="1162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Identical supports and query images within every paired comparison</a:t>
            </a:r>
          </a:p>
        </p:txBody>
      </p:sp>
    </p:spTree>
    <p:extLst>
      <p:ext uri="{BB962C8B-B14F-4D97-AF65-F5344CB8AC3E}">
        <p14:creationId xmlns:p14="http://schemas.microsoft.com/office/powerpoint/2010/main" val="1379055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2026-09-20T00:26:15.7620000Z</dcterms:created>
  <dcterms:modified xsi:type="dcterms:W3CDTF">2026-09-20T00:26:15.7620000Z</dcterms:modified>
</coreProperties>
</file>