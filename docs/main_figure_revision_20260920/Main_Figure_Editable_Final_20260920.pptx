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40d4a4c8e4045" /><Relationship Type="http://schemas.openxmlformats.org/officeDocument/2006/relationships/extended-properties" Target="/docProps/app.xml" Id="R8db6d162e0854d56" /><Relationship Type="http://schemas.openxmlformats.org/officeDocument/2006/relationships/officeDocument" Target="/ppt/presentation.xml" Id="Rd178be74d291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c9af2618049c7"/>
  </p:sldMasterIdLst>
  <p:notesMasterIdLst>
    <p:notesMasterId xmlns:r="http://schemas.openxmlformats.org/officeDocument/2006/relationships" r:id="Rb54607c254194445"/>
  </p:notesMasterIdLst>
  <p:sldIdLst>
    <p:sldId xmlns:r="http://schemas.openxmlformats.org/officeDocument/2006/relationships" id="256" r:id="R10b5e1c653194465"/>
  </p:sldIdLst>
  <p:sldSz cx="12192000" cy="10096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9a049fff344081" /><Relationship Type="http://schemas.openxmlformats.org/officeDocument/2006/relationships/slideMaster" Target="/ppt/slideMasters/slideMaster1.xml" Id="R508c9af2618049c7" /><Relationship Type="http://schemas.openxmlformats.org/officeDocument/2006/relationships/notesMaster" Target="/ppt/notesMasters/notesMaster1.xml" Id="Rb54607c254194445" /><Relationship Type="http://schemas.openxmlformats.org/officeDocument/2006/relationships/presProps" Target="/ppt/presProps.xml" Id="R2eddfd3f0b4f4c2b" /><Relationship Type="http://schemas.openxmlformats.org/officeDocument/2006/relationships/tableStyles" Target="/ppt/tableStyles.xml" Id="R0a023f02f9d24295" /><Relationship Type="http://schemas.openxmlformats.org/officeDocument/2006/relationships/slide" Target="/ppt/slides/slide1.xml" Id="R10b5e1c65319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4ef463e02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6b1d342df84047" /><Relationship Type="http://schemas.openxmlformats.org/officeDocument/2006/relationships/notesMaster" Target="/ppt/notesMasters/notesMaster1.xml" Id="R2e21db7c651e42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sources: scripts/manuscript_build_20260914 and docs/manuscript_polished_20260919. Real image assets: D:\STUDY\My_github\sci_project\scripts\figures_reference_matching_20260914\assets. MPDD metal_plate/test/scratches/026.png, A1 joint matching, seed 0 K=1. Score map follows stored resize and Gaussian sigma=4 processing. Red contour uses archived 256-bin Otsu polygons without loading a test mask. Three support thumbnails illustrate the general K-image input; they do not claim the output example used all three. B/C/S/D are upright encoder labels. p is query-patch index, b branch index, r normal-bank candidate. Native model outputs are the continuous anomaly map and its spatial maximum. Contour is display only. Extra encoder is a fixed construction, never a runtime switch. All diagrams and labels are editable native shapes, with real images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af4ebec6b4d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a71b8eb0b74ee7" /><Relationship Type="http://schemas.openxmlformats.org/officeDocument/2006/relationships/slideLayout" Target="/ppt/slideLayouts/slideLayout1.xml" Id="Rddf77749551f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77749551f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af57d67f24f5f" /><Relationship Type="http://schemas.openxmlformats.org/officeDocument/2006/relationships/image" Target="/ppt/media/image.png" Id="R67fc6eaf97df4586" /><Relationship Type="http://schemas.openxmlformats.org/officeDocument/2006/relationships/image" Target="/ppt/media/image2.png" Id="R9fe12eb6be8342b3" /><Relationship Type="http://schemas.openxmlformats.org/officeDocument/2006/relationships/image" Target="/ppt/media/image3.png" Id="R771db3bfd0f64437" /><Relationship Type="http://schemas.openxmlformats.org/officeDocument/2006/relationships/image" Target="/ppt/media/image4.png" Id="R51a4eb237fb4420c" /><Relationship Type="http://schemas.openxmlformats.org/officeDocument/2006/relationships/image" Target="/ppt/media/image5.png" Id="R660614ac284e4613" /><Relationship Type="http://schemas.openxmlformats.org/officeDocument/2006/relationships/image" Target="/ppt/media/image6.png" Id="Rd1c84be1df564b58" /><Relationship Type="http://schemas.openxmlformats.org/officeDocument/2006/relationships/notesSlide" Target="/ppt/notesSlides/notesSlide1.xml" Id="R39c4143a9f6e4a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memory-band">
            <a:extLst xmlns:a="http://schemas.openxmlformats.org/drawingml/2006/main">
              <a:ext uri="{FF2B5EF4-FFF2-40B4-BE49-F238E27FC236}">
                <a16:creationId xmlns:a16="http://schemas.microsoft.com/office/drawing/2014/main" id="{B818FB29-5D29-4ECB-862A-935217A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6200"/>
            <a:ext cx="119634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ery-band">
            <a:extLst xmlns:a="http://schemas.openxmlformats.org/drawingml/2006/main">
              <a:ext uri="{FF2B5EF4-FFF2-40B4-BE49-F238E27FC236}">
                <a16:creationId xmlns:a16="http://schemas.microsoft.com/office/drawing/2014/main" id="{C0B4CA58-8DD5-4976-A184-69C6C772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314700"/>
            <a:ext cx="11963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ntrol-band">
            <a:extLst xmlns:a="http://schemas.openxmlformats.org/drawingml/2006/main">
              <a:ext uri="{FF2B5EF4-FFF2-40B4-BE49-F238E27FC236}">
                <a16:creationId xmlns:a16="http://schemas.microsoft.com/office/drawing/2014/main" id="{470031F5-1BCE-4192-88FF-762CA42B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7162800"/>
            <a:ext cx="11963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a">
            <a:extLst xmlns:a="http://schemas.openxmlformats.org/drawingml/2006/main">
              <a:ext uri="{FF2B5EF4-FFF2-40B4-BE49-F238E27FC236}">
                <a16:creationId xmlns:a16="http://schemas.microsoft.com/office/drawing/2014/main" id="{99037EF9-91E7-4054-ABC3-346B7630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(a) Construct the normal reference bank</a:t>
            </a:r>
          </a:p>
        </p:txBody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c6eaf97df4586"/>
          <a:stretch xmlns:a="http://schemas.openxmlformats.org/drawingml/2006/main"/>
        </p:blipFill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6" name="support-border-0">
            <a:extLst xmlns:a="http://schemas.openxmlformats.org/drawingml/2006/main">
              <a:ext uri="{FF2B5EF4-FFF2-40B4-BE49-F238E27FC236}">
                <a16:creationId xmlns:a16="http://schemas.microsoft.com/office/drawing/2014/main" id="{EECFC17E-FE6D-49A5-B0DA-31EB5BA2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8572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12eb6be8342b3"/>
          <a:stretch xmlns:a="http://schemas.openxmlformats.org/drawingml/2006/main"/>
        </p:blipFill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support-border-1">
            <a:extLst xmlns:a="http://schemas.openxmlformats.org/drawingml/2006/main">
              <a:ext uri="{FF2B5EF4-FFF2-40B4-BE49-F238E27FC236}">
                <a16:creationId xmlns:a16="http://schemas.microsoft.com/office/drawing/2014/main" id="{2BBC0573-6A06-4309-B600-CD40F0DD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db3bfd0f64437"/>
          <a:stretch xmlns:a="http://schemas.openxmlformats.org/drawingml/2006/main"/>
        </p:blipFill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support-border-2">
            <a:extLst xmlns:a="http://schemas.openxmlformats.org/drawingml/2006/main">
              <a:ext uri="{FF2B5EF4-FFF2-40B4-BE49-F238E27FC236}">
                <a16:creationId xmlns:a16="http://schemas.microsoft.com/office/drawing/2014/main" id="{6789B314-C807-499A-A634-946E6868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31445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11" name="support-set">
            <a:extLst xmlns:a="http://schemas.openxmlformats.org/drawingml/2006/main">
              <a:ext uri="{FF2B5EF4-FFF2-40B4-BE49-F238E27FC236}">
                <a16:creationId xmlns:a16="http://schemas.microsoft.com/office/drawing/2014/main" id="{CBA29108-0731-4417-B3F1-E79CF82E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3336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𝒳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12" name="support-description">
            <a:extLst xmlns:a="http://schemas.openxmlformats.org/drawingml/2006/main">
              <a:ext uri="{FF2B5EF4-FFF2-40B4-BE49-F238E27FC236}">
                <a16:creationId xmlns:a16="http://schemas.microsoft.com/office/drawing/2014/main" id="{DF6F89B0-B6BF-4E6E-80F4-3BABD3D6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 normal images</a:t>
            </a:r>
          </a:p>
        </p:txBody>
      </p:sp>
      <p:sp>
        <p:nvSpPr>
          <p:cNvPr id="13" name="frozen-box">
            <a:extLst xmlns:a="http://schemas.openxmlformats.org/drawingml/2006/main">
              <a:ext uri="{FF2B5EF4-FFF2-40B4-BE49-F238E27FC236}">
                <a16:creationId xmlns:a16="http://schemas.microsoft.com/office/drawing/2014/main" id="{3FDB391D-C19A-4A9E-B4B0-6374AAD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2000"/>
            <a:ext cx="30099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4" name="frozen-title">
            <a:extLst xmlns:a="http://schemas.openxmlformats.org/drawingml/2006/main">
              <a:ext uri="{FF2B5EF4-FFF2-40B4-BE49-F238E27FC236}">
                <a16:creationId xmlns:a16="http://schemas.microsoft.com/office/drawing/2014/main" id="{FA98BD97-3061-4AF4-A603-B40FD7D3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90575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encoders</a:t>
            </a:r>
          </a:p>
        </p:txBody>
      </p:sp>
      <p:sp>
        <p:nvSpPr>
          <p:cNvPr id="15" name="branch-0">
            <a:extLst xmlns:a="http://schemas.openxmlformats.org/drawingml/2006/main">
              <a:ext uri="{FF2B5EF4-FFF2-40B4-BE49-F238E27FC236}">
                <a16:creationId xmlns:a16="http://schemas.microsoft.com/office/drawing/2014/main" id="{18680A7C-FD04-48A1-921E-251A9FD4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20967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7"/>
          </a:solidFill>
          <a:ln xmlns:a="http://schemas.openxmlformats.org/drawingml/2006/main" w="14288">
            <a:solidFill>
              <a:srgbClr val="2E6F9E"/>
            </a:solidFill>
            <a:prstDash val="solid"/>
          </a:ln>
        </p:spPr>
      </p:sp>
      <p:sp>
        <p:nvSpPr>
          <p:cNvPr id="16" name="branch-label-0">
            <a:extLst xmlns:a="http://schemas.openxmlformats.org/drawingml/2006/main">
              <a:ext uri="{FF2B5EF4-FFF2-40B4-BE49-F238E27FC236}">
                <a16:creationId xmlns:a16="http://schemas.microsoft.com/office/drawing/2014/main" id="{358AB158-83B2-4473-91D8-7127A855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1906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2E6F9E"/>
                </a:solidFill>
                <a:latin typeface="Times New Roman"/>
                <a:ea typeface="Times New Roman"/>
                <a:cs typeface="Times New Roman"/>
              </a:rPr>
              <a:t>B  DINOv2-B</a:t>
            </a:r>
          </a:p>
        </p:txBody>
      </p:sp>
      <p:sp>
        <p:nvSpPr>
          <p:cNvPr id="17" name="branch-1">
            <a:extLst xmlns:a="http://schemas.openxmlformats.org/drawingml/2006/main">
              <a:ext uri="{FF2B5EF4-FFF2-40B4-BE49-F238E27FC236}">
                <a16:creationId xmlns:a16="http://schemas.microsoft.com/office/drawing/2014/main" id="{351AF187-8523-47CB-B0A6-0596A8F4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543050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F"/>
          </a:solidFill>
          <a:ln xmlns:a="http://schemas.openxmlformats.org/drawingml/2006/main" w="14288">
            <a:solidFill>
              <a:srgbClr val="B27C20"/>
            </a:solidFill>
            <a:prstDash val="solid"/>
          </a:ln>
        </p:spPr>
      </p:sp>
      <p:sp>
        <p:nvSpPr>
          <p:cNvPr id="18" name="branch-label-1">
            <a:extLst xmlns:a="http://schemas.openxmlformats.org/drawingml/2006/main">
              <a:ext uri="{FF2B5EF4-FFF2-40B4-BE49-F238E27FC236}">
                <a16:creationId xmlns:a16="http://schemas.microsoft.com/office/drawing/2014/main" id="{5C173A46-E414-4966-B071-6D737A2E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5240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B27C20"/>
                </a:solidFill>
                <a:latin typeface="Times New Roman"/>
                <a:ea typeface="Times New Roman"/>
                <a:cs typeface="Times New Roman"/>
              </a:rPr>
              <a:t>C  AnomalyCLIP visual</a:t>
            </a:r>
          </a:p>
        </p:txBody>
      </p:sp>
      <p:sp>
        <p:nvSpPr>
          <p:cNvPr id="19" name="branch-2">
            <a:extLst xmlns:a="http://schemas.openxmlformats.org/drawingml/2006/main">
              <a:ext uri="{FF2B5EF4-FFF2-40B4-BE49-F238E27FC236}">
                <a16:creationId xmlns:a16="http://schemas.microsoft.com/office/drawing/2014/main" id="{E84D7C05-8221-4D2A-AC1A-1351264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876425"/>
            <a:ext cx="28384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0E8"/>
          </a:solidFill>
          <a:ln xmlns:a="http://schemas.openxmlformats.org/drawingml/2006/main" w="14288">
            <a:solidFill>
              <a:srgbClr val="3F7C5E"/>
            </a:solidFill>
            <a:prstDash val="solid"/>
          </a:ln>
        </p:spPr>
      </p:sp>
      <p:sp>
        <p:nvSpPr>
          <p:cNvPr id="20" name="branch-label-2">
            <a:extLst xmlns:a="http://schemas.openxmlformats.org/drawingml/2006/main">
              <a:ext uri="{FF2B5EF4-FFF2-40B4-BE49-F238E27FC236}">
                <a16:creationId xmlns:a16="http://schemas.microsoft.com/office/drawing/2014/main" id="{EC6DA11A-B2AB-43CE-B954-E629244F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57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3F7C5E"/>
                </a:solidFill>
                <a:latin typeface="Times New Roman"/>
                <a:ea typeface="Times New Roman"/>
                <a:cs typeface="Times New Roman"/>
              </a:rPr>
              <a:t>Extra descriptor slot</a:t>
            </a:r>
          </a:p>
        </p:txBody>
      </p:sp>
      <p:sp>
        <p:nvSpPr>
          <p:cNvPr id="21" name="frozen-note">
            <a:extLst xmlns:a="http://schemas.openxmlformats.org/drawingml/2006/main">
              <a:ext uri="{FF2B5EF4-FFF2-40B4-BE49-F238E27FC236}">
                <a16:creationId xmlns:a16="http://schemas.microsoft.com/office/drawing/2014/main" id="{603AC8D2-9557-4D74-A178-1DD5775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Frozen parameters</a:t>
            </a:r>
          </a:p>
        </p:txBody>
      </p:sp>
      <p:sp>
        <p:nvSpPr>
          <p:cNvPr id="22" name="anchor-0">
            <a:extLst xmlns:a="http://schemas.openxmlformats.org/drawingml/2006/main">
              <a:ext uri="{FF2B5EF4-FFF2-40B4-BE49-F238E27FC236}">
                <a16:creationId xmlns:a16="http://schemas.microsoft.com/office/drawing/2014/main" id="{08E1B5E3-1B3A-4CEE-AAB1-93052835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anchor-1">
            <a:extLst xmlns:a="http://schemas.openxmlformats.org/drawingml/2006/main">
              <a:ext uri="{FF2B5EF4-FFF2-40B4-BE49-F238E27FC236}">
                <a16:creationId xmlns:a16="http://schemas.microsoft.com/office/drawing/2014/main" id="{96EA13AE-E2F3-49A3-A413-6B5C9DF1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78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014538" y="1590676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5" name="anchor-2">
            <a:extLst xmlns:a="http://schemas.openxmlformats.org/drawingml/2006/main">
              <a:ext uri="{FF2B5EF4-FFF2-40B4-BE49-F238E27FC236}">
                <a16:creationId xmlns:a16="http://schemas.microsoft.com/office/drawing/2014/main" id="{48451EBC-B0C9-404B-85BC-699C9AD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anchor-3">
            <a:extLst xmlns:a="http://schemas.openxmlformats.org/drawingml/2006/main">
              <a:ext uri="{FF2B5EF4-FFF2-40B4-BE49-F238E27FC236}">
                <a16:creationId xmlns:a16="http://schemas.microsoft.com/office/drawing/2014/main" id="{4B1550FC-3045-4394-94A5-997402B2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5643563" y="1590676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8" name="alignment-box">
            <a:extLst xmlns:a="http://schemas.openxmlformats.org/drawingml/2006/main">
              <a:ext uri="{FF2B5EF4-FFF2-40B4-BE49-F238E27FC236}">
                <a16:creationId xmlns:a16="http://schemas.microsoft.com/office/drawing/2014/main" id="{DDF085C7-A1E9-4D0B-B25A-38755FA9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62000"/>
            <a:ext cx="21240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19050">
            <a:solidFill>
              <a:srgbClr val="4C7C86"/>
            </a:solidFill>
            <a:prstDash val="solid"/>
          </a:ln>
        </p:spPr>
      </p:sp>
      <p:sp>
        <p:nvSpPr>
          <p:cNvPr id="29" name="alignment-title">
            <a:extLst xmlns:a="http://schemas.openxmlformats.org/drawingml/2006/main">
              <a:ext uri="{FF2B5EF4-FFF2-40B4-BE49-F238E27FC236}">
                <a16:creationId xmlns:a16="http://schemas.microsoft.com/office/drawing/2014/main" id="{1480D0F1-0226-41DC-B49C-403A1B5F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09625"/>
            <a:ext cx="190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grids</a:t>
            </a:r>
          </a:p>
        </p:txBody>
      </p:sp>
      <p:sp>
        <p:nvSpPr>
          <p:cNvPr id="30" name="feature-grid-0-0">
            <a:extLst xmlns:a="http://schemas.openxmlformats.org/drawingml/2006/main">
              <a:ext uri="{FF2B5EF4-FFF2-40B4-BE49-F238E27FC236}">
                <a16:creationId xmlns:a16="http://schemas.microsoft.com/office/drawing/2014/main" id="{13C257C0-4288-42D1-BB9B-A1009494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1" name="feature-grid-0-1">
            <a:extLst xmlns:a="http://schemas.openxmlformats.org/drawingml/2006/main">
              <a:ext uri="{FF2B5EF4-FFF2-40B4-BE49-F238E27FC236}">
                <a16:creationId xmlns:a16="http://schemas.microsoft.com/office/drawing/2014/main" id="{AC92504E-52FE-4847-BD45-9EAE94FC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2" name="feature-grid-0-2">
            <a:extLst xmlns:a="http://schemas.openxmlformats.org/drawingml/2006/main">
              <a:ext uri="{FF2B5EF4-FFF2-40B4-BE49-F238E27FC236}">
                <a16:creationId xmlns:a16="http://schemas.microsoft.com/office/drawing/2014/main" id="{6EBBDD60-4BCD-466F-9A13-EC124AC4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295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3" name="feature-grid-1-0">
            <a:extLst xmlns:a="http://schemas.openxmlformats.org/drawingml/2006/main">
              <a:ext uri="{FF2B5EF4-FFF2-40B4-BE49-F238E27FC236}">
                <a16:creationId xmlns:a16="http://schemas.microsoft.com/office/drawing/2014/main" id="{453A207E-B1F7-4F5E-AB93-F9E6CCEE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4" name="feature-grid-1-1">
            <a:extLst xmlns:a="http://schemas.openxmlformats.org/drawingml/2006/main">
              <a:ext uri="{FF2B5EF4-FFF2-40B4-BE49-F238E27FC236}">
                <a16:creationId xmlns:a16="http://schemas.microsoft.com/office/drawing/2014/main" id="{D4236708-F601-4279-9604-41454716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5" name="feature-grid-1-2">
            <a:extLst xmlns:a="http://schemas.openxmlformats.org/drawingml/2006/main">
              <a:ext uri="{FF2B5EF4-FFF2-40B4-BE49-F238E27FC236}">
                <a16:creationId xmlns:a16="http://schemas.microsoft.com/office/drawing/2014/main" id="{5BEB7CEC-5828-4D2F-98E5-D0524809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5335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6" name="feature-grid-2-0">
            <a:extLst xmlns:a="http://schemas.openxmlformats.org/drawingml/2006/main">
              <a:ext uri="{FF2B5EF4-FFF2-40B4-BE49-F238E27FC236}">
                <a16:creationId xmlns:a16="http://schemas.microsoft.com/office/drawing/2014/main" id="{34AD6756-526C-4789-AC48-AEE6D573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7" name="feature-grid-2-1">
            <a:extLst xmlns:a="http://schemas.openxmlformats.org/drawingml/2006/main">
              <a:ext uri="{FF2B5EF4-FFF2-40B4-BE49-F238E27FC236}">
                <a16:creationId xmlns:a16="http://schemas.microsoft.com/office/drawing/2014/main" id="{7F44A5D0-F401-4B5E-8DF1-4AF35F3C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8" name="feature-grid-2-2">
            <a:extLst xmlns:a="http://schemas.openxmlformats.org/drawingml/2006/main">
              <a:ext uri="{FF2B5EF4-FFF2-40B4-BE49-F238E27FC236}">
                <a16:creationId xmlns:a16="http://schemas.microsoft.com/office/drawing/2014/main" id="{E36667C1-F25E-4AB6-9318-DC67E78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7716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7EA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39" name="unit-norm">
            <a:extLst xmlns:a="http://schemas.openxmlformats.org/drawingml/2006/main">
              <a:ext uri="{FF2B5EF4-FFF2-40B4-BE49-F238E27FC236}">
                <a16:creationId xmlns:a16="http://schemas.microsoft.com/office/drawing/2014/main" id="{47CA9F2C-FB45-46BA-9D3A-26FE3A40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ℓ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unit</a:t>
            </a:r>
          </a:p>
        </p:txBody>
      </p:sp>
      <p:sp>
        <p:nvSpPr>
          <p:cNvPr id="40" name="aligned-note">
            <a:extLst xmlns:a="http://schemas.openxmlformats.org/drawingml/2006/main">
              <a:ext uri="{FF2B5EF4-FFF2-40B4-BE49-F238E27FC236}">
                <a16:creationId xmlns:a16="http://schemas.microsoft.com/office/drawing/2014/main" id="{ACBE8298-27FA-441B-AFA9-93A82A89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431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Unit descriptors</a:t>
            </a:r>
          </a:p>
        </p:txBody>
      </p:sp>
      <p:sp>
        <p:nvSpPr>
          <p:cNvPr id="41" name="anchor-4">
            <a:extLst xmlns:a="http://schemas.openxmlformats.org/drawingml/2006/main">
              <a:ext uri="{FF2B5EF4-FFF2-40B4-BE49-F238E27FC236}">
                <a16:creationId xmlns:a16="http://schemas.microsoft.com/office/drawing/2014/main" id="{FD83CFE0-31C6-49BC-8433-E6628D22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anchor-5">
            <a:extLst xmlns:a="http://schemas.openxmlformats.org/drawingml/2006/main">
              <a:ext uri="{FF2B5EF4-FFF2-40B4-BE49-F238E27FC236}">
                <a16:creationId xmlns:a16="http://schemas.microsoft.com/office/drawing/2014/main" id="{21F73345-8D34-4423-9B49-091A2383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638" y="15859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8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243888" y="1590676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4" name="bank-box">
            <a:extLst xmlns:a="http://schemas.openxmlformats.org/drawingml/2006/main">
              <a:ext uri="{FF2B5EF4-FFF2-40B4-BE49-F238E27FC236}">
                <a16:creationId xmlns:a16="http://schemas.microsoft.com/office/drawing/2014/main" id="{1C5C765B-CEBF-451B-A389-5965EEBD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62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19050">
            <a:solidFill>
              <a:srgbClr val="5C7386"/>
            </a:solidFill>
            <a:prstDash val="solid"/>
          </a:ln>
        </p:spPr>
      </p:sp>
      <p:sp>
        <p:nvSpPr>
          <p:cNvPr id="45" name="bank-title">
            <a:extLst xmlns:a="http://schemas.openxmlformats.org/drawingml/2006/main">
              <a:ext uri="{FF2B5EF4-FFF2-40B4-BE49-F238E27FC236}">
                <a16:creationId xmlns:a16="http://schemas.microsoft.com/office/drawing/2014/main" id="{C07B91F2-6F50-4192-A1AF-C5EDACE1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00100"/>
            <a:ext cx="31623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Fixed reference bank</a:t>
            </a:r>
          </a:p>
        </p:txBody>
      </p:sp>
      <p:sp>
        <p:nvSpPr>
          <p:cNvPr id="46" name="bank-0-0">
            <a:extLst xmlns:a="http://schemas.openxmlformats.org/drawingml/2006/main">
              <a:ext uri="{FF2B5EF4-FFF2-40B4-BE49-F238E27FC236}">
                <a16:creationId xmlns:a16="http://schemas.microsoft.com/office/drawing/2014/main" id="{CCB7A0D2-E003-4473-BD46-9AC068D4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7" name="bank-0-1">
            <a:extLst xmlns:a="http://schemas.openxmlformats.org/drawingml/2006/main">
              <a:ext uri="{FF2B5EF4-FFF2-40B4-BE49-F238E27FC236}">
                <a16:creationId xmlns:a16="http://schemas.microsoft.com/office/drawing/2014/main" id="{F2EA5B82-CBE5-4518-B9BC-984DFA8C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8" name="bank-0-2">
            <a:extLst xmlns:a="http://schemas.openxmlformats.org/drawingml/2006/main">
              <a:ext uri="{FF2B5EF4-FFF2-40B4-BE49-F238E27FC236}">
                <a16:creationId xmlns:a16="http://schemas.microsoft.com/office/drawing/2014/main" id="{D1596DD8-A090-4062-B455-6225319B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49" name="bank-0-3">
            <a:extLst xmlns:a="http://schemas.openxmlformats.org/drawingml/2006/main">
              <a:ext uri="{FF2B5EF4-FFF2-40B4-BE49-F238E27FC236}">
                <a16:creationId xmlns:a16="http://schemas.microsoft.com/office/drawing/2014/main" id="{2128B807-160B-4ED1-A392-F62D56B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0" name="bank-0-4">
            <a:extLst xmlns:a="http://schemas.openxmlformats.org/drawingml/2006/main">
              <a:ext uri="{FF2B5EF4-FFF2-40B4-BE49-F238E27FC236}">
                <a16:creationId xmlns:a16="http://schemas.microsoft.com/office/drawing/2014/main" id="{C6BB3840-1CD2-4720-B1E1-2DFDD19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1" name="bank-0-5">
            <a:extLst xmlns:a="http://schemas.openxmlformats.org/drawingml/2006/main">
              <a:ext uri="{FF2B5EF4-FFF2-40B4-BE49-F238E27FC236}">
                <a16:creationId xmlns:a16="http://schemas.microsoft.com/office/drawing/2014/main" id="{16850B1E-3426-44F3-961D-BF6B038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2" name="bank-0-6">
            <a:extLst xmlns:a="http://schemas.openxmlformats.org/drawingml/2006/main">
              <a:ext uri="{FF2B5EF4-FFF2-40B4-BE49-F238E27FC236}">
                <a16:creationId xmlns:a16="http://schemas.microsoft.com/office/drawing/2014/main" id="{92791E26-5EBC-4481-9711-249352BC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3" name="bank-0-7">
            <a:extLst xmlns:a="http://schemas.openxmlformats.org/drawingml/2006/main">
              <a:ext uri="{FF2B5EF4-FFF2-40B4-BE49-F238E27FC236}">
                <a16:creationId xmlns:a16="http://schemas.microsoft.com/office/drawing/2014/main" id="{81EE6BBE-27AC-41AA-BCFD-2658ED37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397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4" name="bank-1-0">
            <a:extLst xmlns:a="http://schemas.openxmlformats.org/drawingml/2006/main">
              <a:ext uri="{FF2B5EF4-FFF2-40B4-BE49-F238E27FC236}">
                <a16:creationId xmlns:a16="http://schemas.microsoft.com/office/drawing/2014/main" id="{85447DBF-4462-4245-A43E-8E288825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5" name="bank-1-1">
            <a:extLst xmlns:a="http://schemas.openxmlformats.org/drawingml/2006/main">
              <a:ext uri="{FF2B5EF4-FFF2-40B4-BE49-F238E27FC236}">
                <a16:creationId xmlns:a16="http://schemas.microsoft.com/office/drawing/2014/main" id="{8899FCCA-3A68-4926-91C0-9A1DF2DA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6" name="bank-1-2">
            <a:extLst xmlns:a="http://schemas.openxmlformats.org/drawingml/2006/main">
              <a:ext uri="{FF2B5EF4-FFF2-40B4-BE49-F238E27FC236}">
                <a16:creationId xmlns:a16="http://schemas.microsoft.com/office/drawing/2014/main" id="{34B2635B-28AF-4C58-A979-2EBC2D3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7" name="bank-1-3">
            <a:extLst xmlns:a="http://schemas.openxmlformats.org/drawingml/2006/main">
              <a:ext uri="{FF2B5EF4-FFF2-40B4-BE49-F238E27FC236}">
                <a16:creationId xmlns:a16="http://schemas.microsoft.com/office/drawing/2014/main" id="{AB31E3AC-3C5E-4A8F-93A0-AB1E88F7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8" name="bank-1-4">
            <a:extLst xmlns:a="http://schemas.openxmlformats.org/drawingml/2006/main">
              <a:ext uri="{FF2B5EF4-FFF2-40B4-BE49-F238E27FC236}">
                <a16:creationId xmlns:a16="http://schemas.microsoft.com/office/drawing/2014/main" id="{3A04AC10-1585-459D-8704-EDA989A8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59" name="bank-1-5">
            <a:extLst xmlns:a="http://schemas.openxmlformats.org/drawingml/2006/main">
              <a:ext uri="{FF2B5EF4-FFF2-40B4-BE49-F238E27FC236}">
                <a16:creationId xmlns:a16="http://schemas.microsoft.com/office/drawing/2014/main" id="{EC9389A1-B647-490B-A607-74F0242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0" name="bank-1-6">
            <a:extLst xmlns:a="http://schemas.openxmlformats.org/drawingml/2006/main">
              <a:ext uri="{FF2B5EF4-FFF2-40B4-BE49-F238E27FC236}">
                <a16:creationId xmlns:a16="http://schemas.microsoft.com/office/drawing/2014/main" id="{DB02A221-FF5D-4618-8418-EC910904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1" name="bank-1-7">
            <a:extLst xmlns:a="http://schemas.openxmlformats.org/drawingml/2006/main">
              <a:ext uri="{FF2B5EF4-FFF2-40B4-BE49-F238E27FC236}">
                <a16:creationId xmlns:a16="http://schemas.microsoft.com/office/drawing/2014/main" id="{2F2AC07E-8F62-4BA0-9298-F10023C2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581150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2" name="bank-2-0">
            <a:extLst xmlns:a="http://schemas.openxmlformats.org/drawingml/2006/main">
              <a:ext uri="{FF2B5EF4-FFF2-40B4-BE49-F238E27FC236}">
                <a16:creationId xmlns:a16="http://schemas.microsoft.com/office/drawing/2014/main" id="{9F39542A-C83C-4824-9A72-D305DCC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3" name="bank-2-1">
            <a:extLst xmlns:a="http://schemas.openxmlformats.org/drawingml/2006/main">
              <a:ext uri="{FF2B5EF4-FFF2-40B4-BE49-F238E27FC236}">
                <a16:creationId xmlns:a16="http://schemas.microsoft.com/office/drawing/2014/main" id="{B3E72A3B-CC8D-4ABB-97A5-1280D63A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4" name="bank-2-2">
            <a:extLst xmlns:a="http://schemas.openxmlformats.org/drawingml/2006/main">
              <a:ext uri="{FF2B5EF4-FFF2-40B4-BE49-F238E27FC236}">
                <a16:creationId xmlns:a16="http://schemas.microsoft.com/office/drawing/2014/main" id="{BDA81EEE-A01E-4374-817D-DF58DEA7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5" name="bank-2-3">
            <a:extLst xmlns:a="http://schemas.openxmlformats.org/drawingml/2006/main">
              <a:ext uri="{FF2B5EF4-FFF2-40B4-BE49-F238E27FC236}">
                <a16:creationId xmlns:a16="http://schemas.microsoft.com/office/drawing/2014/main" id="{15016616-525D-476B-9D2B-E40D9DA1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6" name="bank-2-4">
            <a:extLst xmlns:a="http://schemas.openxmlformats.org/drawingml/2006/main">
              <a:ext uri="{FF2B5EF4-FFF2-40B4-BE49-F238E27FC236}">
                <a16:creationId xmlns:a16="http://schemas.microsoft.com/office/drawing/2014/main" id="{1E50D1A5-AA21-4EFA-B42C-64716851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7" name="bank-2-5">
            <a:extLst xmlns:a="http://schemas.openxmlformats.org/drawingml/2006/main">
              <a:ext uri="{FF2B5EF4-FFF2-40B4-BE49-F238E27FC236}">
                <a16:creationId xmlns:a16="http://schemas.microsoft.com/office/drawing/2014/main" id="{2A2F6420-49EB-48A8-A075-B6A6CBB8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8" name="bank-2-6">
            <a:extLst xmlns:a="http://schemas.openxmlformats.org/drawingml/2006/main">
              <a:ext uri="{FF2B5EF4-FFF2-40B4-BE49-F238E27FC236}">
                <a16:creationId xmlns:a16="http://schemas.microsoft.com/office/drawing/2014/main" id="{12F6EB31-310F-47D7-8ECD-0D12BAE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69" name="bank-2-7">
            <a:extLst xmlns:a="http://schemas.openxmlformats.org/drawingml/2006/main">
              <a:ext uri="{FF2B5EF4-FFF2-40B4-BE49-F238E27FC236}">
                <a16:creationId xmlns:a16="http://schemas.microsoft.com/office/drawing/2014/main" id="{A0644451-23E9-4D2D-B0FB-E6B0131B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838325"/>
            <a:ext cx="3524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DF2"/>
          </a:solidFill>
          <a:ln xmlns:a="http://schemas.openxmlformats.org/drawingml/2006/main" w="9525">
            <a:solidFill>
              <a:srgbClr val="5C7386"/>
            </a:solidFill>
            <a:prstDash val="solid"/>
          </a:ln>
        </p:spPr>
      </p:sp>
      <p:sp>
        <p:nvSpPr>
          <p:cNvPr id="70" name="bank-accent">
            <a:extLst xmlns:a="http://schemas.openxmlformats.org/drawingml/2006/main">
              <a:ext uri="{FF2B5EF4-FFF2-40B4-BE49-F238E27FC236}">
                <a16:creationId xmlns:a16="http://schemas.microsoft.com/office/drawing/2014/main" id="{534546A7-4E06-48BA-BC02-E07EBBC3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62100"/>
            <a:ext cx="2981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E6F9E"/>
            </a:solidFill>
            <a:prstDash val="solid"/>
          </a:ln>
        </p:spPr>
      </p:sp>
      <p:sp>
        <p:nvSpPr>
          <p:cNvPr id="71" name="candidate-set">
            <a:extLst xmlns:a="http://schemas.openxmlformats.org/drawingml/2006/main">
              <a:ext uri="{FF2B5EF4-FFF2-40B4-BE49-F238E27FC236}">
                <a16:creationId xmlns:a16="http://schemas.microsoft.com/office/drawing/2014/main" id="{E4DBDDE5-84AC-4D72-996E-FAE4CA0F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2410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2E6F9E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 ∈ ℛ</a:t>
            </a:r>
            <a:r>
              <a:rPr sz="2250" b="0" i="1" baseline="-25000">
                <a:solidFill>
                  <a:srgbClr val="2E6F9E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72" name="bank-note">
            <a:extLst xmlns:a="http://schemas.openxmlformats.org/drawingml/2006/main">
              <a:ext uri="{FF2B5EF4-FFF2-40B4-BE49-F238E27FC236}">
                <a16:creationId xmlns:a16="http://schemas.microsoft.com/office/drawing/2014/main" id="{307E676E-2887-4AD7-AB15-B07086E2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All patches</a:t>
            </a:r>
          </a:p>
        </p:txBody>
      </p:sp>
      <p:sp>
        <p:nvSpPr>
          <p:cNvPr id="73" name="anchor-6">
            <a:extLst xmlns:a="http://schemas.openxmlformats.org/drawingml/2006/main">
              <a:ext uri="{FF2B5EF4-FFF2-40B4-BE49-F238E27FC236}">
                <a16:creationId xmlns:a16="http://schemas.microsoft.com/office/drawing/2014/main" id="{D61C8F25-B982-4A9F-BFCF-A196F985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27003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4" name="anchor-7">
            <a:extLst xmlns:a="http://schemas.openxmlformats.org/drawingml/2006/main">
              <a:ext uri="{FF2B5EF4-FFF2-40B4-BE49-F238E27FC236}">
                <a16:creationId xmlns:a16="http://schemas.microsoft.com/office/drawing/2014/main" id="{7BFF58E0-172C-4B66-B63F-57FDD2A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3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1610976" y="2709863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6" name="anchor-8">
            <a:extLst xmlns:a="http://schemas.openxmlformats.org/drawingml/2006/main">
              <a:ext uri="{FF2B5EF4-FFF2-40B4-BE49-F238E27FC236}">
                <a16:creationId xmlns:a16="http://schemas.microsoft.com/office/drawing/2014/main" id="{E1CED561-428C-4452-B4AF-CE542086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6213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anchor-9">
            <a:extLst xmlns:a="http://schemas.openxmlformats.org/drawingml/2006/main">
              <a:ext uri="{FF2B5EF4-FFF2-40B4-BE49-F238E27FC236}">
                <a16:creationId xmlns:a16="http://schemas.microsoft.com/office/drawing/2014/main" id="{37CA8AF4-6D3A-414F-BE1F-E6EE7697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6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8043863" y="3095626"/>
            <a:ext cx="3562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id="79" name="anchor-10">
            <a:extLst xmlns:a="http://schemas.openxmlformats.org/drawingml/2006/main">
              <a:ext uri="{FF2B5EF4-FFF2-40B4-BE49-F238E27FC236}">
                <a16:creationId xmlns:a16="http://schemas.microsoft.com/office/drawing/2014/main" id="{E8DB39C7-D445-41CF-A4E7-7F679F4B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090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0" name="anchor-11">
            <a:extLst xmlns:a="http://schemas.openxmlformats.org/drawingml/2006/main">
              <a:ext uri="{FF2B5EF4-FFF2-40B4-BE49-F238E27FC236}">
                <a16:creationId xmlns:a16="http://schemas.microsoft.com/office/drawing/2014/main" id="{1B710052-5C89-477F-B5BF-B1EE1420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4338" y="3938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1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8039101" y="3100388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C7386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2" name="read-only">
            <a:extLst xmlns:a="http://schemas.openxmlformats.org/drawingml/2006/main">
              <a:ext uri="{FF2B5EF4-FFF2-40B4-BE49-F238E27FC236}">
                <a16:creationId xmlns:a16="http://schemas.microsoft.com/office/drawing/2014/main" id="{70B11AF0-D2D5-449A-85F1-1E6A3418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14625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5C7386"/>
                </a:solidFill>
                <a:latin typeface="Times New Roman"/>
                <a:ea typeface="Times New Roman"/>
                <a:cs typeface="Times New Roman"/>
              </a:rPr>
              <a:t>Read only</a:t>
            </a:r>
          </a:p>
        </p:txBody>
      </p:sp>
      <p:sp>
        <p:nvSpPr>
          <p:cNvPr id="83" name="section-b">
            <a:extLst xmlns:a="http://schemas.openxmlformats.org/drawingml/2006/main">
              <a:ext uri="{FF2B5EF4-FFF2-40B4-BE49-F238E27FC236}">
                <a16:creationId xmlns:a16="http://schemas.microsoft.com/office/drawing/2014/main" id="{74C0B876-3292-42CC-A4C6-E7A1772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4099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(b) Score the query using the fixed bank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4eb237fb4420c"/>
          <a:stretch xmlns:a="http://schemas.openxmlformats.org/drawingml/2006/main"/>
        </p:blipFill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5" name="query-frame">
            <a:extLst xmlns:a="http://schemas.openxmlformats.org/drawingml/2006/main">
              <a:ext uri="{FF2B5EF4-FFF2-40B4-BE49-F238E27FC236}">
                <a16:creationId xmlns:a16="http://schemas.microsoft.com/office/drawing/2014/main" id="{72A7AE88-42BD-4708-9DBB-4FDF11E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124325"/>
            <a:ext cx="142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4A5AE"/>
            </a:solidFill>
            <a:prstDash val="solid"/>
          </a:ln>
        </p:spPr>
      </p:sp>
      <p:sp>
        <p:nvSpPr>
          <p:cNvPr id="86" name="query-input">
            <a:extLst xmlns:a="http://schemas.openxmlformats.org/drawingml/2006/main">
              <a:ext uri="{FF2B5EF4-FFF2-40B4-BE49-F238E27FC236}">
                <a16:creationId xmlns:a16="http://schemas.microsoft.com/office/drawing/2014/main" id="{3CD24137-35E0-432A-ADFD-802F71D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65785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Query </a:t>
            </a: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87" name="anchor-12">
            <a:extLst xmlns:a="http://schemas.openxmlformats.org/drawingml/2006/main">
              <a:ext uri="{FF2B5EF4-FFF2-40B4-BE49-F238E27FC236}">
                <a16:creationId xmlns:a16="http://schemas.microsoft.com/office/drawing/2014/main" id="{E5AC4564-AB93-4765-B4E0-13E8C47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anchor-13">
            <a:extLst xmlns:a="http://schemas.openxmlformats.org/drawingml/2006/main">
              <a:ext uri="{FF2B5EF4-FFF2-40B4-BE49-F238E27FC236}">
                <a16:creationId xmlns:a16="http://schemas.microsoft.com/office/drawing/2014/main" id="{EBD72756-1DD2-425C-BBD8-B8E7FEFB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06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7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1747838" y="4848226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0" name="query-encoder-path">
            <a:extLst xmlns:a="http://schemas.openxmlformats.org/drawingml/2006/main">
              <a:ext uri="{FF2B5EF4-FFF2-40B4-BE49-F238E27FC236}">
                <a16:creationId xmlns:a16="http://schemas.microsoft.com/office/drawing/2014/main" id="{F2C3630A-743E-4594-9F1E-2917D24B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88595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91" name="query-path-title">
            <a:extLst xmlns:a="http://schemas.openxmlformats.org/drawingml/2006/main">
              <a:ext uri="{FF2B5EF4-FFF2-40B4-BE49-F238E27FC236}">
                <a16:creationId xmlns:a16="http://schemas.microsoft.com/office/drawing/2014/main" id="{6AC45F4B-7BC7-42DD-A6BD-325E19A1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38625"/>
            <a:ext cx="17716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Same frozen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feature path</a:t>
            </a:r>
          </a:p>
        </p:txBody>
      </p:sp>
      <p:sp>
        <p:nvSpPr>
          <p:cNvPr id="92" name="query-path-steps">
            <a:extLst xmlns:a="http://schemas.openxmlformats.org/drawingml/2006/main">
              <a:ext uri="{FF2B5EF4-FFF2-40B4-BE49-F238E27FC236}">
                <a16:creationId xmlns:a16="http://schemas.microsoft.com/office/drawing/2014/main" id="{0AA04CD7-5275-4034-9159-663911D8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600700"/>
            <a:ext cx="205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Align + normalize</a:t>
            </a:r>
          </a:p>
        </p:txBody>
      </p:sp>
      <p:sp>
        <p:nvSpPr>
          <p:cNvPr id="93" name="query-grid-0-0">
            <a:extLst xmlns:a="http://schemas.openxmlformats.org/drawingml/2006/main">
              <a:ext uri="{FF2B5EF4-FFF2-40B4-BE49-F238E27FC236}">
                <a16:creationId xmlns:a16="http://schemas.microsoft.com/office/drawing/2014/main" id="{FB6BAAF8-946B-4F88-B6DD-2C87615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4" name="query-grid-0-1">
            <a:extLst xmlns:a="http://schemas.openxmlformats.org/drawingml/2006/main">
              <a:ext uri="{FF2B5EF4-FFF2-40B4-BE49-F238E27FC236}">
                <a16:creationId xmlns:a16="http://schemas.microsoft.com/office/drawing/2014/main" id="{3F930419-E232-4700-8F9E-16E79E66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5" name="query-grid-0-2">
            <a:extLst xmlns:a="http://schemas.openxmlformats.org/drawingml/2006/main">
              <a:ext uri="{FF2B5EF4-FFF2-40B4-BE49-F238E27FC236}">
                <a16:creationId xmlns:a16="http://schemas.microsoft.com/office/drawing/2014/main" id="{D77EF1CD-7517-4070-91BB-F6CF714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6" name="query-grid-0-3">
            <a:extLst xmlns:a="http://schemas.openxmlformats.org/drawingml/2006/main">
              <a:ext uri="{FF2B5EF4-FFF2-40B4-BE49-F238E27FC236}">
                <a16:creationId xmlns:a16="http://schemas.microsoft.com/office/drawing/2014/main" id="{D3287721-7FA6-4131-8020-B1EF0763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105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F3"/>
          </a:solidFill>
          <a:ln xmlns:a="http://schemas.openxmlformats.org/drawingml/2006/main" w="9525">
            <a:solidFill>
              <a:srgbClr val="4C7C86"/>
            </a:solidFill>
            <a:prstDash val="solid"/>
          </a:ln>
        </p:spPr>
      </p:sp>
      <p:sp>
        <p:nvSpPr>
          <p:cNvPr id="97" name="anchor-14">
            <a:extLst xmlns:a="http://schemas.openxmlformats.org/drawingml/2006/main">
              <a:ext uri="{FF2B5EF4-FFF2-40B4-BE49-F238E27FC236}">
                <a16:creationId xmlns:a16="http://schemas.microsoft.com/office/drawing/2014/main" id="{65F9D219-2AE4-492A-860D-CC684D4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8" name="anchor-15">
            <a:extLst xmlns:a="http://schemas.openxmlformats.org/drawingml/2006/main">
              <a:ext uri="{FF2B5EF4-FFF2-40B4-BE49-F238E27FC236}">
                <a16:creationId xmlns:a16="http://schemas.microsoft.com/office/drawing/2014/main" id="{835C1FBF-4D50-465F-8629-304E8BC1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538" y="48434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4033838" y="48482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00" name="matching-box">
            <a:extLst xmlns:a="http://schemas.openxmlformats.org/drawingml/2006/main">
              <a:ext uri="{FF2B5EF4-FFF2-40B4-BE49-F238E27FC236}">
                <a16:creationId xmlns:a16="http://schemas.microsoft.com/office/drawing/2014/main" id="{FB5E1465-883C-44D5-B4F6-58506DC8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1002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F6"/>
          </a:solidFill>
          <a:ln xmlns:a="http://schemas.openxmlformats.org/drawingml/2006/main" w="19050">
            <a:solidFill>
              <a:srgbClr val="6E4E9E"/>
            </a:solidFill>
            <a:prstDash val="solid"/>
          </a:ln>
        </p:spPr>
      </p:sp>
      <p:sp>
        <p:nvSpPr>
          <p:cNvPr id="101" name="matching-title">
            <a:extLst xmlns:a="http://schemas.openxmlformats.org/drawingml/2006/main">
              <a:ext uri="{FF2B5EF4-FFF2-40B4-BE49-F238E27FC236}">
                <a16:creationId xmlns:a16="http://schemas.microsoft.com/office/drawing/2014/main" id="{3D3A9C2F-51E5-406D-8F1D-5DE241CA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481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Reference matching</a:t>
            </a:r>
          </a:p>
        </p:txBody>
      </p:sp>
      <p:sp>
        <p:nvSpPr>
          <p:cNvPr id="102" name="j-background">
            <a:extLst xmlns:a="http://schemas.openxmlformats.org/drawingml/2006/main">
              <a:ext uri="{FF2B5EF4-FFF2-40B4-BE49-F238E27FC236}">
                <a16:creationId xmlns:a16="http://schemas.microsoft.com/office/drawing/2014/main" id="{A864C73D-B4F5-4EB7-BE04-64FDDB56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053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BF1"/>
          </a:solidFill>
          <a:ln xmlns:a="http://schemas.openxmlformats.org/drawingml/2006/main" w="11430">
            <a:solidFill>
              <a:srgbClr val="6E4E9E"/>
            </a:solidFill>
            <a:prstDash val="solid"/>
          </a:ln>
        </p:spPr>
      </p:sp>
      <p:sp>
        <p:nvSpPr>
          <p:cNvPr id="103" name="joint-equation">
            <a:extLst xmlns:a="http://schemas.openxmlformats.org/drawingml/2006/main">
              <a:ext uri="{FF2B5EF4-FFF2-40B4-BE49-F238E27FC236}">
                <a16:creationId xmlns:a16="http://schemas.microsoft.com/office/drawing/2014/main" id="{34A13522-9B01-4679-867B-E197AE4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767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4" name="l-background">
            <a:extLst xmlns:a="http://schemas.openxmlformats.org/drawingml/2006/main">
              <a:ext uri="{FF2B5EF4-FFF2-40B4-BE49-F238E27FC236}">
                <a16:creationId xmlns:a16="http://schemas.microsoft.com/office/drawing/2014/main" id="{98D86CBD-A1A0-4BEB-9E70-3C9D2EDC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38725"/>
            <a:ext cx="388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4E1"/>
          </a:solidFill>
          <a:ln xmlns:a="http://schemas.openxmlformats.org/drawingml/2006/main" w="11430">
            <a:solidFill>
              <a:srgbClr val="B23A2C"/>
            </a:solidFill>
            <a:prstDash val="solid"/>
          </a:ln>
        </p:spPr>
      </p:sp>
      <p:sp>
        <p:nvSpPr>
          <p:cNvPr id="105" name="independent-equation">
            <a:extLst xmlns:a="http://schemas.openxmlformats.org/drawingml/2006/main">
              <a:ext uri="{FF2B5EF4-FFF2-40B4-BE49-F238E27FC236}">
                <a16:creationId xmlns:a16="http://schemas.microsoft.com/office/drawing/2014/main" id="{5EE280FB-DC5C-459B-8A35-0705E457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0062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 = ∑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w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min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d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,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06" name="resize-smooth">
            <a:extLst xmlns:a="http://schemas.openxmlformats.org/drawingml/2006/main">
              <a:ext uri="{FF2B5EF4-FFF2-40B4-BE49-F238E27FC236}">
                <a16:creationId xmlns:a16="http://schemas.microsoft.com/office/drawing/2014/main" id="{82276D6F-23E1-4883-BC2F-43981A78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864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Resize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×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  Gaussian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4</a:t>
            </a:r>
          </a:p>
        </p:txBody>
      </p:sp>
      <p:sp>
        <p:nvSpPr>
          <p:cNvPr id="107" name="anchor-16">
            <a:extLst xmlns:a="http://schemas.openxmlformats.org/drawingml/2006/main">
              <a:ext uri="{FF2B5EF4-FFF2-40B4-BE49-F238E27FC236}">
                <a16:creationId xmlns:a16="http://schemas.microsoft.com/office/drawing/2014/main" id="{51DF966B-EE0C-428F-A603-935745D4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5102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8" name="anchor-17">
            <a:extLst xmlns:a="http://schemas.openxmlformats.org/drawingml/2006/main">
              <a:ext uri="{FF2B5EF4-FFF2-40B4-BE49-F238E27FC236}">
                <a16:creationId xmlns:a16="http://schemas.microsoft.com/office/drawing/2014/main" id="{9E15F3F8-3A08-4573-92F9-82754E5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88" y="5662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7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6419851" y="5519738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0" name="anchor-18">
            <a:extLst xmlns:a="http://schemas.openxmlformats.org/drawingml/2006/main">
              <a:ext uri="{FF2B5EF4-FFF2-40B4-BE49-F238E27FC236}">
                <a16:creationId xmlns:a16="http://schemas.microsoft.com/office/drawing/2014/main" id="{9CCC6697-913B-459C-B2A9-FE551AFC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0113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1" name="anchor-19">
            <a:extLst xmlns:a="http://schemas.openxmlformats.org/drawingml/2006/main">
              <a:ext uri="{FF2B5EF4-FFF2-40B4-BE49-F238E27FC236}">
                <a16:creationId xmlns:a16="http://schemas.microsoft.com/office/drawing/2014/main" id="{55D522CB-9B6C-4909-B1C7-0C9285F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900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0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8529638" y="5905501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E2E38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13" name="matching-explanation">
            <a:extLst xmlns:a="http://schemas.openxmlformats.org/drawingml/2006/main">
              <a:ext uri="{FF2B5EF4-FFF2-40B4-BE49-F238E27FC236}">
                <a16:creationId xmlns:a16="http://schemas.microsoft.com/office/drawing/2014/main" id="{00E32FED-92E4-4ECE-979D-3BFDB89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3150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J  one shared row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L  one row per branch</a:t>
            </a:r>
          </a:p>
        </p:txBody>
      </p:sp>
      <p:sp>
        <p:nvSpPr>
          <p:cNvPr id="114" name="outputs-box">
            <a:extLst xmlns:a="http://schemas.openxmlformats.org/drawingml/2006/main">
              <a:ext uri="{FF2B5EF4-FFF2-40B4-BE49-F238E27FC236}">
                <a16:creationId xmlns:a16="http://schemas.microsoft.com/office/drawing/2014/main" id="{34D69096-03DB-4703-A614-71BF5F69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00500"/>
            <a:ext cx="30099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4A5AE"/>
            </a:solidFill>
            <a:prstDash val="solid"/>
          </a:ln>
        </p:spPr>
      </p:sp>
      <p:sp>
        <p:nvSpPr>
          <p:cNvPr id="115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B3A6487A-6807-4F4C-904E-76325170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195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Output and display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614ac284e4613"/>
          <a:stretch xmlns:a="http://schemas.openxmlformats.org/drawingml/2006/main"/>
        </p:blipFill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7" name="map-frame">
            <a:extLst xmlns:a="http://schemas.openxmlformats.org/drawingml/2006/main">
              <a:ext uri="{FF2B5EF4-FFF2-40B4-BE49-F238E27FC236}">
                <a16:creationId xmlns:a16="http://schemas.microsoft.com/office/drawing/2014/main" id="{8C119FA6-E8FB-4D28-963F-7A2B9B07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84be1df564b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19" name="threshold-display-contour">
            <a:extLst xmlns:a="http://schemas.openxmlformats.org/drawingml/2006/main">
              <a:ext uri="{FF2B5EF4-FFF2-40B4-BE49-F238E27FC236}">
                <a16:creationId xmlns:a16="http://schemas.microsoft.com/office/drawing/2014/main" id="{6CA1F2B8-077D-4644-9B2C-923EF131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custGeom xmlns:a="http://schemas.openxmlformats.org/drawingml/2006/main">
            <a:pathLst>
              <a:path w="4267200" h="4267200">
                <a:moveTo>
                  <a:pt x="2733675" y="3457575"/>
                </a:moveTo>
                <a:lnTo>
                  <a:pt x="2743200" y="3448050"/>
                </a:lnTo>
                <a:lnTo>
                  <a:pt x="2752725" y="3448050"/>
                </a:lnTo>
                <a:lnTo>
                  <a:pt x="2771775" y="3467100"/>
                </a:lnTo>
                <a:lnTo>
                  <a:pt x="2771775" y="3476625"/>
                </a:lnTo>
                <a:lnTo>
                  <a:pt x="2781300" y="3486150"/>
                </a:lnTo>
                <a:lnTo>
                  <a:pt x="2781300" y="3514725"/>
                </a:lnTo>
                <a:lnTo>
                  <a:pt x="2762250" y="3533775"/>
                </a:lnTo>
                <a:lnTo>
                  <a:pt x="2743200" y="3533775"/>
                </a:lnTo>
                <a:lnTo>
                  <a:pt x="2733675" y="3524250"/>
                </a:lnTo>
                <a:close/>
              </a:path>
              <a:path w="4267200" h="4267200">
                <a:moveTo>
                  <a:pt x="2447925" y="2581275"/>
                </a:moveTo>
                <a:lnTo>
                  <a:pt x="2428875" y="2600325"/>
                </a:lnTo>
                <a:lnTo>
                  <a:pt x="2428875" y="2609850"/>
                </a:lnTo>
                <a:lnTo>
                  <a:pt x="2447925" y="2628900"/>
                </a:lnTo>
                <a:lnTo>
                  <a:pt x="2486025" y="2628900"/>
                </a:lnTo>
                <a:lnTo>
                  <a:pt x="2495550" y="2619375"/>
                </a:lnTo>
                <a:lnTo>
                  <a:pt x="2495550" y="2590800"/>
                </a:lnTo>
                <a:lnTo>
                  <a:pt x="2486025" y="2590800"/>
                </a:lnTo>
                <a:lnTo>
                  <a:pt x="2476500" y="2581275"/>
                </a:lnTo>
                <a:close/>
              </a:path>
              <a:path w="4267200" h="4267200">
                <a:moveTo>
                  <a:pt x="1114425" y="2228850"/>
                </a:moveTo>
                <a:lnTo>
                  <a:pt x="1104900" y="2238375"/>
                </a:lnTo>
                <a:lnTo>
                  <a:pt x="1095375" y="2238375"/>
                </a:lnTo>
                <a:lnTo>
                  <a:pt x="1076325" y="2257425"/>
                </a:lnTo>
                <a:lnTo>
                  <a:pt x="1076325" y="2266950"/>
                </a:lnTo>
                <a:lnTo>
                  <a:pt x="1057275" y="2286000"/>
                </a:lnTo>
                <a:lnTo>
                  <a:pt x="1057275" y="2305050"/>
                </a:lnTo>
                <a:lnTo>
                  <a:pt x="1047750" y="2314575"/>
                </a:lnTo>
                <a:lnTo>
                  <a:pt x="1047750" y="2352675"/>
                </a:lnTo>
                <a:lnTo>
                  <a:pt x="1057275" y="2362200"/>
                </a:lnTo>
                <a:lnTo>
                  <a:pt x="1057275" y="2390775"/>
                </a:lnTo>
                <a:lnTo>
                  <a:pt x="1066800" y="2400300"/>
                </a:lnTo>
                <a:lnTo>
                  <a:pt x="1066800" y="2428875"/>
                </a:lnTo>
                <a:lnTo>
                  <a:pt x="1076325" y="2438400"/>
                </a:lnTo>
                <a:lnTo>
                  <a:pt x="1076325" y="2476500"/>
                </a:lnTo>
                <a:lnTo>
                  <a:pt x="1066800" y="2486025"/>
                </a:lnTo>
                <a:lnTo>
                  <a:pt x="1066800" y="2514600"/>
                </a:lnTo>
                <a:lnTo>
                  <a:pt x="1057275" y="2524125"/>
                </a:lnTo>
                <a:lnTo>
                  <a:pt x="1057275" y="2543175"/>
                </a:lnTo>
                <a:lnTo>
                  <a:pt x="1047750" y="2552700"/>
                </a:lnTo>
                <a:lnTo>
                  <a:pt x="1047750" y="2638425"/>
                </a:lnTo>
                <a:lnTo>
                  <a:pt x="1057275" y="2647950"/>
                </a:lnTo>
                <a:lnTo>
                  <a:pt x="1057275" y="2676525"/>
                </a:lnTo>
                <a:lnTo>
                  <a:pt x="1066800" y="2686050"/>
                </a:lnTo>
                <a:lnTo>
                  <a:pt x="1066800" y="2714625"/>
                </a:lnTo>
                <a:lnTo>
                  <a:pt x="1076325" y="2724150"/>
                </a:lnTo>
                <a:lnTo>
                  <a:pt x="1076325" y="3019425"/>
                </a:lnTo>
                <a:lnTo>
                  <a:pt x="1085850" y="3028950"/>
                </a:lnTo>
                <a:lnTo>
                  <a:pt x="1085850" y="3057525"/>
                </a:lnTo>
                <a:lnTo>
                  <a:pt x="1095375" y="3067050"/>
                </a:lnTo>
                <a:lnTo>
                  <a:pt x="1095375" y="3095625"/>
                </a:lnTo>
                <a:lnTo>
                  <a:pt x="1104900" y="3105150"/>
                </a:lnTo>
                <a:lnTo>
                  <a:pt x="1104900" y="3114675"/>
                </a:lnTo>
                <a:lnTo>
                  <a:pt x="1114425" y="3124200"/>
                </a:lnTo>
                <a:lnTo>
                  <a:pt x="1114425" y="3133725"/>
                </a:lnTo>
                <a:lnTo>
                  <a:pt x="1123950" y="3143250"/>
                </a:lnTo>
                <a:lnTo>
                  <a:pt x="1133475" y="3143250"/>
                </a:lnTo>
                <a:lnTo>
                  <a:pt x="1143000" y="3152775"/>
                </a:lnTo>
                <a:lnTo>
                  <a:pt x="1181100" y="3152775"/>
                </a:lnTo>
                <a:lnTo>
                  <a:pt x="1200150" y="3133725"/>
                </a:lnTo>
                <a:lnTo>
                  <a:pt x="1200150" y="3086100"/>
                </a:lnTo>
                <a:lnTo>
                  <a:pt x="1209675" y="3076575"/>
                </a:lnTo>
                <a:lnTo>
                  <a:pt x="1209675" y="2971800"/>
                </a:lnTo>
                <a:lnTo>
                  <a:pt x="1219200" y="2962275"/>
                </a:lnTo>
                <a:lnTo>
                  <a:pt x="1219200" y="2924175"/>
                </a:lnTo>
                <a:lnTo>
                  <a:pt x="1228725" y="2914650"/>
                </a:lnTo>
                <a:lnTo>
                  <a:pt x="1228725" y="2905125"/>
                </a:lnTo>
                <a:lnTo>
                  <a:pt x="1266825" y="2867025"/>
                </a:lnTo>
                <a:lnTo>
                  <a:pt x="1314450" y="2867025"/>
                </a:lnTo>
                <a:lnTo>
                  <a:pt x="1323975" y="2876550"/>
                </a:lnTo>
                <a:lnTo>
                  <a:pt x="1333500" y="2876550"/>
                </a:lnTo>
                <a:lnTo>
                  <a:pt x="1352550" y="2895600"/>
                </a:lnTo>
                <a:lnTo>
                  <a:pt x="1352550" y="2943225"/>
                </a:lnTo>
                <a:lnTo>
                  <a:pt x="1343025" y="2952750"/>
                </a:lnTo>
                <a:lnTo>
                  <a:pt x="1343025" y="2981325"/>
                </a:lnTo>
                <a:lnTo>
                  <a:pt x="1333500" y="2990850"/>
                </a:lnTo>
                <a:lnTo>
                  <a:pt x="1333500" y="3124200"/>
                </a:lnTo>
                <a:lnTo>
                  <a:pt x="1343025" y="3133725"/>
                </a:lnTo>
                <a:lnTo>
                  <a:pt x="1343025" y="3152775"/>
                </a:lnTo>
                <a:lnTo>
                  <a:pt x="1352550" y="3162300"/>
                </a:lnTo>
                <a:lnTo>
                  <a:pt x="1362075" y="3162300"/>
                </a:lnTo>
                <a:lnTo>
                  <a:pt x="1371600" y="3171825"/>
                </a:lnTo>
                <a:lnTo>
                  <a:pt x="1495425" y="3171825"/>
                </a:lnTo>
                <a:lnTo>
                  <a:pt x="1504950" y="3162300"/>
                </a:lnTo>
                <a:lnTo>
                  <a:pt x="1514475" y="3162300"/>
                </a:lnTo>
                <a:lnTo>
                  <a:pt x="1562100" y="3114675"/>
                </a:lnTo>
                <a:lnTo>
                  <a:pt x="1562100" y="3105150"/>
                </a:lnTo>
                <a:lnTo>
                  <a:pt x="1571625" y="3095625"/>
                </a:lnTo>
                <a:lnTo>
                  <a:pt x="1571625" y="3086100"/>
                </a:lnTo>
                <a:lnTo>
                  <a:pt x="1581150" y="3076575"/>
                </a:lnTo>
                <a:lnTo>
                  <a:pt x="1581150" y="3067050"/>
                </a:lnTo>
                <a:lnTo>
                  <a:pt x="1647825" y="3000375"/>
                </a:lnTo>
                <a:lnTo>
                  <a:pt x="1657350" y="3000375"/>
                </a:lnTo>
                <a:lnTo>
                  <a:pt x="1666875" y="2990850"/>
                </a:lnTo>
                <a:lnTo>
                  <a:pt x="1666875" y="2981325"/>
                </a:lnTo>
                <a:lnTo>
                  <a:pt x="1704975" y="2943225"/>
                </a:lnTo>
                <a:lnTo>
                  <a:pt x="1704975" y="2933700"/>
                </a:lnTo>
                <a:lnTo>
                  <a:pt x="1781175" y="2857500"/>
                </a:lnTo>
                <a:lnTo>
                  <a:pt x="1790700" y="2857500"/>
                </a:lnTo>
                <a:lnTo>
                  <a:pt x="1800225" y="2847975"/>
                </a:lnTo>
                <a:lnTo>
                  <a:pt x="1809750" y="2847975"/>
                </a:lnTo>
                <a:lnTo>
                  <a:pt x="1819275" y="2838450"/>
                </a:lnTo>
                <a:lnTo>
                  <a:pt x="1828800" y="2838450"/>
                </a:lnTo>
                <a:lnTo>
                  <a:pt x="1838325" y="2828925"/>
                </a:lnTo>
                <a:lnTo>
                  <a:pt x="1847850" y="2828925"/>
                </a:lnTo>
                <a:lnTo>
                  <a:pt x="1905000" y="2771775"/>
                </a:lnTo>
                <a:lnTo>
                  <a:pt x="1905000" y="2762250"/>
                </a:lnTo>
                <a:lnTo>
                  <a:pt x="1914525" y="2752725"/>
                </a:lnTo>
                <a:lnTo>
                  <a:pt x="1914525" y="2733675"/>
                </a:lnTo>
                <a:lnTo>
                  <a:pt x="1924050" y="2724150"/>
                </a:lnTo>
                <a:lnTo>
                  <a:pt x="1924050" y="2705100"/>
                </a:lnTo>
                <a:lnTo>
                  <a:pt x="1933575" y="2695575"/>
                </a:lnTo>
                <a:lnTo>
                  <a:pt x="1933575" y="2686050"/>
                </a:lnTo>
                <a:lnTo>
                  <a:pt x="1971675" y="2647950"/>
                </a:lnTo>
                <a:lnTo>
                  <a:pt x="2038350" y="2647950"/>
                </a:lnTo>
                <a:lnTo>
                  <a:pt x="2047875" y="2638425"/>
                </a:lnTo>
                <a:lnTo>
                  <a:pt x="2066925" y="2638425"/>
                </a:lnTo>
                <a:lnTo>
                  <a:pt x="2076450" y="2628900"/>
                </a:lnTo>
                <a:lnTo>
                  <a:pt x="2076450" y="2600325"/>
                </a:lnTo>
                <a:lnTo>
                  <a:pt x="2057400" y="2581275"/>
                </a:lnTo>
                <a:lnTo>
                  <a:pt x="2047875" y="2581275"/>
                </a:lnTo>
                <a:lnTo>
                  <a:pt x="2038350" y="2571750"/>
                </a:lnTo>
                <a:lnTo>
                  <a:pt x="1924050" y="2571750"/>
                </a:lnTo>
                <a:lnTo>
                  <a:pt x="1914525" y="2562225"/>
                </a:lnTo>
                <a:lnTo>
                  <a:pt x="1905000" y="2562225"/>
                </a:lnTo>
                <a:lnTo>
                  <a:pt x="1876425" y="2533650"/>
                </a:lnTo>
                <a:lnTo>
                  <a:pt x="1876425" y="2476500"/>
                </a:lnTo>
                <a:lnTo>
                  <a:pt x="1866900" y="2466975"/>
                </a:lnTo>
                <a:lnTo>
                  <a:pt x="1866900" y="2428875"/>
                </a:lnTo>
                <a:lnTo>
                  <a:pt x="1857375" y="2419350"/>
                </a:lnTo>
                <a:lnTo>
                  <a:pt x="1857375" y="2409825"/>
                </a:lnTo>
                <a:lnTo>
                  <a:pt x="1838325" y="2390775"/>
                </a:lnTo>
                <a:lnTo>
                  <a:pt x="1819275" y="2390775"/>
                </a:lnTo>
                <a:lnTo>
                  <a:pt x="1809750" y="2381250"/>
                </a:lnTo>
                <a:lnTo>
                  <a:pt x="1781175" y="2381250"/>
                </a:lnTo>
                <a:lnTo>
                  <a:pt x="1771650" y="2390775"/>
                </a:lnTo>
                <a:lnTo>
                  <a:pt x="1762125" y="2390775"/>
                </a:lnTo>
                <a:lnTo>
                  <a:pt x="1752600" y="2400300"/>
                </a:lnTo>
                <a:lnTo>
                  <a:pt x="1743075" y="2400300"/>
                </a:lnTo>
                <a:lnTo>
                  <a:pt x="1685925" y="2457450"/>
                </a:lnTo>
                <a:lnTo>
                  <a:pt x="1676400" y="2457450"/>
                </a:lnTo>
                <a:lnTo>
                  <a:pt x="1666875" y="2466975"/>
                </a:lnTo>
                <a:lnTo>
                  <a:pt x="1638300" y="2466975"/>
                </a:lnTo>
                <a:lnTo>
                  <a:pt x="1628775" y="2457450"/>
                </a:lnTo>
                <a:lnTo>
                  <a:pt x="1609725" y="2457450"/>
                </a:lnTo>
                <a:lnTo>
                  <a:pt x="1600200" y="2447925"/>
                </a:lnTo>
                <a:lnTo>
                  <a:pt x="1590675" y="2447925"/>
                </a:lnTo>
                <a:lnTo>
                  <a:pt x="1552575" y="2409825"/>
                </a:lnTo>
                <a:lnTo>
                  <a:pt x="1552575" y="2400300"/>
                </a:lnTo>
                <a:lnTo>
                  <a:pt x="1543050" y="2390775"/>
                </a:lnTo>
                <a:lnTo>
                  <a:pt x="1543050" y="2371725"/>
                </a:lnTo>
                <a:lnTo>
                  <a:pt x="1524000" y="2352675"/>
                </a:lnTo>
                <a:lnTo>
                  <a:pt x="1514475" y="2352675"/>
                </a:lnTo>
                <a:lnTo>
                  <a:pt x="1504950" y="2362200"/>
                </a:lnTo>
                <a:lnTo>
                  <a:pt x="1495425" y="2362200"/>
                </a:lnTo>
                <a:lnTo>
                  <a:pt x="1485900" y="2371725"/>
                </a:lnTo>
                <a:lnTo>
                  <a:pt x="1466850" y="2371725"/>
                </a:lnTo>
                <a:lnTo>
                  <a:pt x="1457325" y="2381250"/>
                </a:lnTo>
                <a:lnTo>
                  <a:pt x="1438275" y="2381250"/>
                </a:lnTo>
                <a:lnTo>
                  <a:pt x="1428750" y="2390775"/>
                </a:lnTo>
                <a:lnTo>
                  <a:pt x="1323975" y="2390775"/>
                </a:lnTo>
                <a:lnTo>
                  <a:pt x="1314450" y="2381250"/>
                </a:lnTo>
                <a:lnTo>
                  <a:pt x="1304925" y="2381250"/>
                </a:lnTo>
                <a:lnTo>
                  <a:pt x="1295400" y="2371725"/>
                </a:lnTo>
                <a:lnTo>
                  <a:pt x="1285875" y="2371725"/>
                </a:lnTo>
                <a:lnTo>
                  <a:pt x="1257300" y="2343150"/>
                </a:lnTo>
                <a:lnTo>
                  <a:pt x="1257300" y="2333625"/>
                </a:lnTo>
                <a:lnTo>
                  <a:pt x="1238250" y="2314575"/>
                </a:lnTo>
                <a:lnTo>
                  <a:pt x="1238250" y="2305050"/>
                </a:lnTo>
                <a:lnTo>
                  <a:pt x="1171575" y="2238375"/>
                </a:lnTo>
                <a:lnTo>
                  <a:pt x="1162050" y="2238375"/>
                </a:lnTo>
                <a:lnTo>
                  <a:pt x="1152525" y="2228850"/>
                </a:lnTo>
                <a:close/>
              </a:path>
              <a:path w="4267200" h="4267200">
                <a:moveTo>
                  <a:pt x="2619375" y="2133600"/>
                </a:moveTo>
                <a:lnTo>
                  <a:pt x="2609850" y="2143125"/>
                </a:lnTo>
                <a:lnTo>
                  <a:pt x="2600325" y="2143125"/>
                </a:lnTo>
                <a:lnTo>
                  <a:pt x="2581275" y="2162175"/>
                </a:lnTo>
                <a:lnTo>
                  <a:pt x="2581275" y="2209800"/>
                </a:lnTo>
                <a:lnTo>
                  <a:pt x="2590800" y="2219325"/>
                </a:lnTo>
                <a:lnTo>
                  <a:pt x="2600325" y="2219325"/>
                </a:lnTo>
                <a:lnTo>
                  <a:pt x="2609850" y="2228850"/>
                </a:lnTo>
                <a:lnTo>
                  <a:pt x="2619375" y="2219325"/>
                </a:lnTo>
                <a:lnTo>
                  <a:pt x="2628900" y="2219325"/>
                </a:lnTo>
                <a:lnTo>
                  <a:pt x="2628900" y="2209800"/>
                </a:lnTo>
                <a:lnTo>
                  <a:pt x="2638425" y="2200275"/>
                </a:lnTo>
                <a:lnTo>
                  <a:pt x="2638425" y="2152650"/>
                </a:lnTo>
                <a:close/>
              </a:path>
              <a:path w="4267200" h="4267200">
                <a:moveTo>
                  <a:pt x="4219575" y="2095500"/>
                </a:moveTo>
                <a:lnTo>
                  <a:pt x="4210050" y="2105025"/>
                </a:lnTo>
                <a:lnTo>
                  <a:pt x="4191000" y="2105025"/>
                </a:lnTo>
                <a:lnTo>
                  <a:pt x="4181475" y="2114550"/>
                </a:lnTo>
                <a:lnTo>
                  <a:pt x="4171950" y="2114550"/>
                </a:lnTo>
                <a:lnTo>
                  <a:pt x="4152900" y="2133600"/>
                </a:lnTo>
                <a:lnTo>
                  <a:pt x="4152900" y="2143125"/>
                </a:lnTo>
                <a:lnTo>
                  <a:pt x="4133850" y="2162175"/>
                </a:lnTo>
                <a:lnTo>
                  <a:pt x="4133850" y="2181225"/>
                </a:lnTo>
                <a:lnTo>
                  <a:pt x="4124325" y="2190750"/>
                </a:lnTo>
                <a:lnTo>
                  <a:pt x="4124325" y="2228850"/>
                </a:lnTo>
                <a:lnTo>
                  <a:pt x="4114800" y="2238375"/>
                </a:lnTo>
                <a:lnTo>
                  <a:pt x="4114800" y="2352675"/>
                </a:lnTo>
                <a:lnTo>
                  <a:pt x="4124325" y="2362200"/>
                </a:lnTo>
                <a:lnTo>
                  <a:pt x="4124325" y="2438400"/>
                </a:lnTo>
                <a:lnTo>
                  <a:pt x="4133850" y="2447925"/>
                </a:lnTo>
                <a:lnTo>
                  <a:pt x="4133850" y="2505075"/>
                </a:lnTo>
                <a:lnTo>
                  <a:pt x="4143375" y="2514600"/>
                </a:lnTo>
                <a:lnTo>
                  <a:pt x="4143375" y="2552700"/>
                </a:lnTo>
                <a:lnTo>
                  <a:pt x="4152900" y="2562225"/>
                </a:lnTo>
                <a:lnTo>
                  <a:pt x="4152900" y="2590800"/>
                </a:lnTo>
                <a:lnTo>
                  <a:pt x="4162425" y="2600325"/>
                </a:lnTo>
                <a:lnTo>
                  <a:pt x="4162425" y="2609850"/>
                </a:lnTo>
                <a:lnTo>
                  <a:pt x="4171950" y="2619375"/>
                </a:lnTo>
                <a:lnTo>
                  <a:pt x="4171950" y="2628900"/>
                </a:lnTo>
                <a:lnTo>
                  <a:pt x="4181475" y="2638425"/>
                </a:lnTo>
                <a:lnTo>
                  <a:pt x="4191000" y="2638425"/>
                </a:lnTo>
                <a:lnTo>
                  <a:pt x="4200525" y="2647950"/>
                </a:lnTo>
                <a:lnTo>
                  <a:pt x="4257675" y="2647950"/>
                </a:lnTo>
                <a:lnTo>
                  <a:pt x="4257675" y="2095500"/>
                </a:lnTo>
                <a:close/>
              </a:path>
              <a:path w="4267200" h="4267200">
                <a:moveTo>
                  <a:pt x="1743075" y="1476375"/>
                </a:moveTo>
                <a:lnTo>
                  <a:pt x="1733550" y="1485900"/>
                </a:lnTo>
                <a:lnTo>
                  <a:pt x="1685925" y="1485900"/>
                </a:lnTo>
                <a:lnTo>
                  <a:pt x="1676400" y="1495425"/>
                </a:lnTo>
                <a:lnTo>
                  <a:pt x="1666875" y="1495425"/>
                </a:lnTo>
                <a:lnTo>
                  <a:pt x="1657350" y="1504950"/>
                </a:lnTo>
                <a:lnTo>
                  <a:pt x="1647825" y="1504950"/>
                </a:lnTo>
                <a:lnTo>
                  <a:pt x="1628775" y="1524000"/>
                </a:lnTo>
                <a:lnTo>
                  <a:pt x="1628775" y="1533525"/>
                </a:lnTo>
                <a:lnTo>
                  <a:pt x="1619250" y="1543050"/>
                </a:lnTo>
                <a:lnTo>
                  <a:pt x="1619250" y="1552575"/>
                </a:lnTo>
                <a:lnTo>
                  <a:pt x="1581150" y="1590675"/>
                </a:lnTo>
                <a:lnTo>
                  <a:pt x="1571625" y="1590675"/>
                </a:lnTo>
                <a:lnTo>
                  <a:pt x="1562100" y="1600200"/>
                </a:lnTo>
                <a:lnTo>
                  <a:pt x="1552575" y="1600200"/>
                </a:lnTo>
                <a:lnTo>
                  <a:pt x="1543050" y="1609725"/>
                </a:lnTo>
                <a:lnTo>
                  <a:pt x="1533525" y="1609725"/>
                </a:lnTo>
                <a:lnTo>
                  <a:pt x="1524000" y="1619250"/>
                </a:lnTo>
                <a:lnTo>
                  <a:pt x="1514475" y="1619250"/>
                </a:lnTo>
                <a:lnTo>
                  <a:pt x="1476375" y="1657350"/>
                </a:lnTo>
                <a:lnTo>
                  <a:pt x="1476375" y="1676400"/>
                </a:lnTo>
                <a:lnTo>
                  <a:pt x="1466850" y="1685925"/>
                </a:lnTo>
                <a:lnTo>
                  <a:pt x="1466850" y="1762125"/>
                </a:lnTo>
                <a:lnTo>
                  <a:pt x="1476375" y="1771650"/>
                </a:lnTo>
                <a:lnTo>
                  <a:pt x="1514475" y="1771650"/>
                </a:lnTo>
                <a:lnTo>
                  <a:pt x="1524000" y="1762125"/>
                </a:lnTo>
                <a:lnTo>
                  <a:pt x="1533525" y="1762125"/>
                </a:lnTo>
                <a:lnTo>
                  <a:pt x="1590675" y="1704975"/>
                </a:lnTo>
                <a:lnTo>
                  <a:pt x="1600200" y="1704975"/>
                </a:lnTo>
                <a:lnTo>
                  <a:pt x="1619250" y="1685925"/>
                </a:lnTo>
                <a:lnTo>
                  <a:pt x="1628775" y="1685925"/>
                </a:lnTo>
                <a:lnTo>
                  <a:pt x="1638300" y="1676400"/>
                </a:lnTo>
                <a:lnTo>
                  <a:pt x="1685925" y="1676400"/>
                </a:lnTo>
                <a:lnTo>
                  <a:pt x="1695450" y="1685925"/>
                </a:lnTo>
                <a:lnTo>
                  <a:pt x="1704975" y="1685925"/>
                </a:lnTo>
                <a:lnTo>
                  <a:pt x="1743075" y="1724025"/>
                </a:lnTo>
                <a:lnTo>
                  <a:pt x="1743075" y="1733550"/>
                </a:lnTo>
                <a:lnTo>
                  <a:pt x="1762125" y="1752600"/>
                </a:lnTo>
                <a:lnTo>
                  <a:pt x="1762125" y="1762125"/>
                </a:lnTo>
                <a:lnTo>
                  <a:pt x="1771650" y="1771650"/>
                </a:lnTo>
                <a:lnTo>
                  <a:pt x="1781175" y="1771650"/>
                </a:lnTo>
                <a:lnTo>
                  <a:pt x="1790700" y="1781175"/>
                </a:lnTo>
                <a:lnTo>
                  <a:pt x="1800225" y="1781175"/>
                </a:lnTo>
                <a:lnTo>
                  <a:pt x="1819275" y="1762125"/>
                </a:lnTo>
                <a:lnTo>
                  <a:pt x="1819275" y="1724025"/>
                </a:lnTo>
                <a:lnTo>
                  <a:pt x="1809750" y="1714500"/>
                </a:lnTo>
                <a:lnTo>
                  <a:pt x="1809750" y="1562100"/>
                </a:lnTo>
                <a:lnTo>
                  <a:pt x="1800225" y="1552575"/>
                </a:lnTo>
                <a:lnTo>
                  <a:pt x="1800225" y="1514475"/>
                </a:lnTo>
                <a:lnTo>
                  <a:pt x="1790700" y="1504950"/>
                </a:lnTo>
                <a:lnTo>
                  <a:pt x="1790700" y="1495425"/>
                </a:lnTo>
                <a:lnTo>
                  <a:pt x="1781175" y="1485900"/>
                </a:lnTo>
                <a:lnTo>
                  <a:pt x="1762125" y="1485900"/>
                </a:lnTo>
                <a:lnTo>
                  <a:pt x="1752600" y="1476375"/>
                </a:lnTo>
                <a:close/>
              </a:path>
              <a:path w="4267200" h="4267200">
                <a:moveTo>
                  <a:pt x="2600325" y="914400"/>
                </a:moveTo>
                <a:lnTo>
                  <a:pt x="2609850" y="904875"/>
                </a:lnTo>
                <a:lnTo>
                  <a:pt x="2619375" y="904875"/>
                </a:lnTo>
                <a:lnTo>
                  <a:pt x="2647950" y="933450"/>
                </a:lnTo>
                <a:lnTo>
                  <a:pt x="2647950" y="952500"/>
                </a:lnTo>
                <a:lnTo>
                  <a:pt x="2657475" y="962025"/>
                </a:lnTo>
                <a:lnTo>
                  <a:pt x="2657475" y="971550"/>
                </a:lnTo>
                <a:lnTo>
                  <a:pt x="2647950" y="981075"/>
                </a:lnTo>
                <a:lnTo>
                  <a:pt x="2647950" y="1009650"/>
                </a:lnTo>
                <a:lnTo>
                  <a:pt x="2638425" y="1019175"/>
                </a:lnTo>
                <a:lnTo>
                  <a:pt x="2638425" y="1028700"/>
                </a:lnTo>
                <a:lnTo>
                  <a:pt x="2628900" y="1038225"/>
                </a:lnTo>
                <a:lnTo>
                  <a:pt x="2619375" y="1038225"/>
                </a:lnTo>
                <a:lnTo>
                  <a:pt x="2609850" y="1047750"/>
                </a:lnTo>
                <a:lnTo>
                  <a:pt x="2600325" y="1047750"/>
                </a:lnTo>
                <a:lnTo>
                  <a:pt x="2590800" y="1057275"/>
                </a:lnTo>
                <a:lnTo>
                  <a:pt x="2552700" y="1057275"/>
                </a:lnTo>
                <a:lnTo>
                  <a:pt x="2543175" y="1047750"/>
                </a:lnTo>
                <a:lnTo>
                  <a:pt x="2524125" y="1047750"/>
                </a:lnTo>
                <a:lnTo>
                  <a:pt x="2495550" y="1019175"/>
                </a:lnTo>
                <a:lnTo>
                  <a:pt x="2495550" y="1009650"/>
                </a:lnTo>
                <a:lnTo>
                  <a:pt x="2505075" y="1000125"/>
                </a:lnTo>
                <a:lnTo>
                  <a:pt x="2505075" y="990600"/>
                </a:lnTo>
                <a:lnTo>
                  <a:pt x="2581275" y="914400"/>
                </a:lnTo>
                <a:close/>
              </a:path>
              <a:path w="4267200" h="4267200">
                <a:moveTo>
                  <a:pt x="2838450" y="390525"/>
                </a:moveTo>
                <a:lnTo>
                  <a:pt x="2828925" y="400050"/>
                </a:lnTo>
                <a:lnTo>
                  <a:pt x="2790825" y="400050"/>
                </a:lnTo>
                <a:lnTo>
                  <a:pt x="2781300" y="409575"/>
                </a:lnTo>
                <a:lnTo>
                  <a:pt x="2752725" y="409575"/>
                </a:lnTo>
                <a:lnTo>
                  <a:pt x="2743200" y="419100"/>
                </a:lnTo>
                <a:lnTo>
                  <a:pt x="2724150" y="419100"/>
                </a:lnTo>
                <a:lnTo>
                  <a:pt x="2714625" y="428625"/>
                </a:lnTo>
                <a:lnTo>
                  <a:pt x="2705100" y="428625"/>
                </a:lnTo>
                <a:lnTo>
                  <a:pt x="2695575" y="438150"/>
                </a:lnTo>
                <a:lnTo>
                  <a:pt x="2686050" y="438150"/>
                </a:lnTo>
                <a:lnTo>
                  <a:pt x="2676525" y="447675"/>
                </a:lnTo>
                <a:lnTo>
                  <a:pt x="2676525" y="457200"/>
                </a:lnTo>
                <a:lnTo>
                  <a:pt x="2657475" y="476250"/>
                </a:lnTo>
                <a:lnTo>
                  <a:pt x="2657475" y="485775"/>
                </a:lnTo>
                <a:lnTo>
                  <a:pt x="2647950" y="495300"/>
                </a:lnTo>
                <a:lnTo>
                  <a:pt x="2647950" y="504825"/>
                </a:lnTo>
                <a:lnTo>
                  <a:pt x="2638425" y="514350"/>
                </a:lnTo>
                <a:lnTo>
                  <a:pt x="2638425" y="523875"/>
                </a:lnTo>
                <a:lnTo>
                  <a:pt x="2619375" y="542925"/>
                </a:lnTo>
                <a:lnTo>
                  <a:pt x="2552700" y="542925"/>
                </a:lnTo>
                <a:lnTo>
                  <a:pt x="2543175" y="533400"/>
                </a:lnTo>
                <a:lnTo>
                  <a:pt x="2524125" y="533400"/>
                </a:lnTo>
                <a:lnTo>
                  <a:pt x="2514600" y="523875"/>
                </a:lnTo>
                <a:lnTo>
                  <a:pt x="2438400" y="523875"/>
                </a:lnTo>
                <a:lnTo>
                  <a:pt x="2428875" y="533400"/>
                </a:lnTo>
                <a:lnTo>
                  <a:pt x="2409825" y="533400"/>
                </a:lnTo>
                <a:lnTo>
                  <a:pt x="2400300" y="542925"/>
                </a:lnTo>
                <a:lnTo>
                  <a:pt x="2390775" y="542925"/>
                </a:lnTo>
                <a:lnTo>
                  <a:pt x="2381250" y="552450"/>
                </a:lnTo>
                <a:lnTo>
                  <a:pt x="2371725" y="552450"/>
                </a:lnTo>
                <a:lnTo>
                  <a:pt x="2362200" y="561975"/>
                </a:lnTo>
                <a:lnTo>
                  <a:pt x="2352675" y="561975"/>
                </a:lnTo>
                <a:lnTo>
                  <a:pt x="2343150" y="571500"/>
                </a:lnTo>
                <a:lnTo>
                  <a:pt x="2333625" y="571500"/>
                </a:lnTo>
                <a:lnTo>
                  <a:pt x="2324100" y="581025"/>
                </a:lnTo>
                <a:lnTo>
                  <a:pt x="2314575" y="581025"/>
                </a:lnTo>
                <a:lnTo>
                  <a:pt x="2305050" y="590550"/>
                </a:lnTo>
                <a:lnTo>
                  <a:pt x="2276475" y="590550"/>
                </a:lnTo>
                <a:lnTo>
                  <a:pt x="2266950" y="600075"/>
                </a:lnTo>
                <a:lnTo>
                  <a:pt x="2228850" y="600075"/>
                </a:lnTo>
                <a:lnTo>
                  <a:pt x="2219325" y="609600"/>
                </a:lnTo>
                <a:lnTo>
                  <a:pt x="2200275" y="609600"/>
                </a:lnTo>
                <a:lnTo>
                  <a:pt x="2190750" y="619125"/>
                </a:lnTo>
                <a:lnTo>
                  <a:pt x="2171700" y="619125"/>
                </a:lnTo>
                <a:lnTo>
                  <a:pt x="2162175" y="628650"/>
                </a:lnTo>
                <a:lnTo>
                  <a:pt x="2143125" y="628650"/>
                </a:lnTo>
                <a:lnTo>
                  <a:pt x="2133600" y="638175"/>
                </a:lnTo>
                <a:lnTo>
                  <a:pt x="2085975" y="638175"/>
                </a:lnTo>
                <a:lnTo>
                  <a:pt x="2028825" y="581025"/>
                </a:lnTo>
                <a:lnTo>
                  <a:pt x="2028825" y="5715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71675" y="523875"/>
                </a:lnTo>
                <a:lnTo>
                  <a:pt x="1952625" y="523875"/>
                </a:lnTo>
                <a:lnTo>
                  <a:pt x="1943100" y="514350"/>
                </a:lnTo>
                <a:lnTo>
                  <a:pt x="1885950" y="514350"/>
                </a:lnTo>
                <a:lnTo>
                  <a:pt x="1876425" y="523875"/>
                </a:lnTo>
                <a:lnTo>
                  <a:pt x="1838325" y="523875"/>
                </a:lnTo>
                <a:lnTo>
                  <a:pt x="1828800" y="533400"/>
                </a:lnTo>
                <a:lnTo>
                  <a:pt x="1724025" y="533400"/>
                </a:lnTo>
                <a:lnTo>
                  <a:pt x="1714500" y="523875"/>
                </a:lnTo>
                <a:lnTo>
                  <a:pt x="1676400" y="523875"/>
                </a:lnTo>
                <a:lnTo>
                  <a:pt x="1666875" y="514350"/>
                </a:lnTo>
                <a:lnTo>
                  <a:pt x="1647825" y="514350"/>
                </a:lnTo>
                <a:lnTo>
                  <a:pt x="1638300" y="523875"/>
                </a:lnTo>
                <a:lnTo>
                  <a:pt x="1619250" y="523875"/>
                </a:lnTo>
                <a:lnTo>
                  <a:pt x="1609725" y="533400"/>
                </a:lnTo>
                <a:lnTo>
                  <a:pt x="1600200" y="533400"/>
                </a:lnTo>
                <a:lnTo>
                  <a:pt x="1590675" y="542925"/>
                </a:lnTo>
                <a:lnTo>
                  <a:pt x="1581150" y="542925"/>
                </a:lnTo>
                <a:lnTo>
                  <a:pt x="1571625" y="552450"/>
                </a:lnTo>
                <a:lnTo>
                  <a:pt x="1562100" y="552450"/>
                </a:lnTo>
                <a:lnTo>
                  <a:pt x="1552575" y="561975"/>
                </a:lnTo>
                <a:lnTo>
                  <a:pt x="1524000" y="561975"/>
                </a:lnTo>
                <a:lnTo>
                  <a:pt x="1514475" y="571500"/>
                </a:lnTo>
                <a:lnTo>
                  <a:pt x="1485900" y="571500"/>
                </a:lnTo>
                <a:lnTo>
                  <a:pt x="1476375" y="561975"/>
                </a:lnTo>
                <a:lnTo>
                  <a:pt x="1457325" y="561975"/>
                </a:lnTo>
                <a:lnTo>
                  <a:pt x="1447800" y="552450"/>
                </a:lnTo>
                <a:lnTo>
                  <a:pt x="1400175" y="552450"/>
                </a:lnTo>
                <a:lnTo>
                  <a:pt x="1390650" y="561975"/>
                </a:lnTo>
                <a:lnTo>
                  <a:pt x="1381125" y="561975"/>
                </a:lnTo>
                <a:lnTo>
                  <a:pt x="1343025" y="600075"/>
                </a:lnTo>
                <a:lnTo>
                  <a:pt x="1333500" y="600075"/>
                </a:lnTo>
                <a:lnTo>
                  <a:pt x="1323975" y="609600"/>
                </a:lnTo>
                <a:lnTo>
                  <a:pt x="1314450" y="609600"/>
                </a:lnTo>
                <a:lnTo>
                  <a:pt x="1304925" y="619125"/>
                </a:lnTo>
                <a:lnTo>
                  <a:pt x="1266825" y="619125"/>
                </a:lnTo>
                <a:lnTo>
                  <a:pt x="1257300" y="609600"/>
                </a:lnTo>
                <a:lnTo>
                  <a:pt x="1247775" y="609600"/>
                </a:lnTo>
                <a:lnTo>
                  <a:pt x="1238250" y="600075"/>
                </a:lnTo>
                <a:lnTo>
                  <a:pt x="1228725" y="600075"/>
                </a:lnTo>
                <a:lnTo>
                  <a:pt x="1219200" y="590550"/>
                </a:lnTo>
                <a:lnTo>
                  <a:pt x="1209675" y="590550"/>
                </a:lnTo>
                <a:lnTo>
                  <a:pt x="1190625" y="571500"/>
                </a:lnTo>
                <a:lnTo>
                  <a:pt x="1181100" y="571500"/>
                </a:lnTo>
                <a:lnTo>
                  <a:pt x="1171575" y="561975"/>
                </a:lnTo>
                <a:lnTo>
                  <a:pt x="1152525" y="561975"/>
                </a:lnTo>
                <a:lnTo>
                  <a:pt x="1143000" y="552450"/>
                </a:lnTo>
                <a:lnTo>
                  <a:pt x="1114425" y="552450"/>
                </a:lnTo>
                <a:lnTo>
                  <a:pt x="1104900" y="542925"/>
                </a:lnTo>
                <a:lnTo>
                  <a:pt x="971550" y="542925"/>
                </a:lnTo>
                <a:lnTo>
                  <a:pt x="962025" y="533400"/>
                </a:lnTo>
                <a:lnTo>
                  <a:pt x="857250" y="533400"/>
                </a:lnTo>
                <a:lnTo>
                  <a:pt x="847725" y="542925"/>
                </a:lnTo>
                <a:lnTo>
                  <a:pt x="838200" y="542925"/>
                </a:lnTo>
                <a:lnTo>
                  <a:pt x="828675" y="552450"/>
                </a:lnTo>
                <a:lnTo>
                  <a:pt x="819150" y="552450"/>
                </a:lnTo>
                <a:lnTo>
                  <a:pt x="733425" y="638175"/>
                </a:lnTo>
                <a:lnTo>
                  <a:pt x="723900" y="638175"/>
                </a:lnTo>
                <a:lnTo>
                  <a:pt x="704850" y="657225"/>
                </a:lnTo>
                <a:lnTo>
                  <a:pt x="695325" y="657225"/>
                </a:lnTo>
                <a:lnTo>
                  <a:pt x="676275" y="676275"/>
                </a:lnTo>
                <a:lnTo>
                  <a:pt x="666750" y="676275"/>
                </a:lnTo>
                <a:lnTo>
                  <a:pt x="657225" y="685800"/>
                </a:lnTo>
                <a:lnTo>
                  <a:pt x="657225" y="695325"/>
                </a:lnTo>
                <a:lnTo>
                  <a:pt x="647700" y="704850"/>
                </a:lnTo>
                <a:lnTo>
                  <a:pt x="647700" y="714375"/>
                </a:lnTo>
                <a:lnTo>
                  <a:pt x="638175" y="723900"/>
                </a:lnTo>
                <a:lnTo>
                  <a:pt x="638175" y="771525"/>
                </a:lnTo>
                <a:lnTo>
                  <a:pt x="647700" y="781050"/>
                </a:lnTo>
                <a:lnTo>
                  <a:pt x="647700" y="790575"/>
                </a:lnTo>
                <a:lnTo>
                  <a:pt x="657225" y="800100"/>
                </a:lnTo>
                <a:lnTo>
                  <a:pt x="657225" y="809625"/>
                </a:lnTo>
                <a:lnTo>
                  <a:pt x="695325" y="847725"/>
                </a:lnTo>
                <a:lnTo>
                  <a:pt x="695325" y="857250"/>
                </a:lnTo>
                <a:lnTo>
                  <a:pt x="704850" y="866775"/>
                </a:lnTo>
                <a:lnTo>
                  <a:pt x="704850" y="876300"/>
                </a:lnTo>
                <a:lnTo>
                  <a:pt x="714375" y="885825"/>
                </a:lnTo>
                <a:lnTo>
                  <a:pt x="714375" y="981075"/>
                </a:lnTo>
                <a:lnTo>
                  <a:pt x="723900" y="990600"/>
                </a:lnTo>
                <a:lnTo>
                  <a:pt x="723900" y="1019175"/>
                </a:lnTo>
                <a:lnTo>
                  <a:pt x="733425" y="1028700"/>
                </a:lnTo>
                <a:lnTo>
                  <a:pt x="733425" y="1038225"/>
                </a:lnTo>
                <a:lnTo>
                  <a:pt x="742950" y="1047750"/>
                </a:lnTo>
                <a:lnTo>
                  <a:pt x="742950" y="1066800"/>
                </a:lnTo>
                <a:lnTo>
                  <a:pt x="752475" y="1076325"/>
                </a:lnTo>
                <a:lnTo>
                  <a:pt x="752475" y="1104900"/>
                </a:lnTo>
                <a:lnTo>
                  <a:pt x="762000" y="1114425"/>
                </a:lnTo>
                <a:lnTo>
                  <a:pt x="762000" y="1162050"/>
                </a:lnTo>
                <a:lnTo>
                  <a:pt x="771525" y="1171575"/>
                </a:lnTo>
                <a:lnTo>
                  <a:pt x="771525" y="1209675"/>
                </a:lnTo>
                <a:lnTo>
                  <a:pt x="781050" y="1219200"/>
                </a:lnTo>
                <a:lnTo>
                  <a:pt x="781050" y="1238250"/>
                </a:lnTo>
                <a:lnTo>
                  <a:pt x="790575" y="1247775"/>
                </a:lnTo>
                <a:lnTo>
                  <a:pt x="790575" y="1257300"/>
                </a:lnTo>
                <a:lnTo>
                  <a:pt x="800100" y="1266825"/>
                </a:lnTo>
                <a:lnTo>
                  <a:pt x="800100" y="1276350"/>
                </a:lnTo>
                <a:lnTo>
                  <a:pt x="809625" y="1285875"/>
                </a:lnTo>
                <a:lnTo>
                  <a:pt x="809625" y="1295400"/>
                </a:lnTo>
                <a:lnTo>
                  <a:pt x="828675" y="1314450"/>
                </a:lnTo>
                <a:lnTo>
                  <a:pt x="828675" y="1323975"/>
                </a:lnTo>
                <a:lnTo>
                  <a:pt x="857250" y="1352550"/>
                </a:lnTo>
                <a:lnTo>
                  <a:pt x="857250" y="1362075"/>
                </a:lnTo>
                <a:lnTo>
                  <a:pt x="876300" y="1381125"/>
                </a:lnTo>
                <a:lnTo>
                  <a:pt x="876300" y="1390650"/>
                </a:lnTo>
                <a:lnTo>
                  <a:pt x="885825" y="1400175"/>
                </a:lnTo>
                <a:lnTo>
                  <a:pt x="885825" y="1409700"/>
                </a:lnTo>
                <a:lnTo>
                  <a:pt x="895350" y="1419225"/>
                </a:lnTo>
                <a:lnTo>
                  <a:pt x="895350" y="1428750"/>
                </a:lnTo>
                <a:lnTo>
                  <a:pt x="904875" y="1438275"/>
                </a:lnTo>
                <a:lnTo>
                  <a:pt x="904875" y="1447800"/>
                </a:lnTo>
                <a:lnTo>
                  <a:pt x="914400" y="1457325"/>
                </a:lnTo>
                <a:lnTo>
                  <a:pt x="914400" y="1476375"/>
                </a:lnTo>
                <a:lnTo>
                  <a:pt x="923925" y="1485900"/>
                </a:lnTo>
                <a:lnTo>
                  <a:pt x="923925" y="1504950"/>
                </a:lnTo>
                <a:lnTo>
                  <a:pt x="933450" y="1514475"/>
                </a:lnTo>
                <a:lnTo>
                  <a:pt x="933450" y="1695450"/>
                </a:lnTo>
                <a:lnTo>
                  <a:pt x="942975" y="1704975"/>
                </a:lnTo>
                <a:lnTo>
                  <a:pt x="942975" y="1743075"/>
                </a:lnTo>
                <a:lnTo>
                  <a:pt x="952500" y="1752600"/>
                </a:lnTo>
                <a:lnTo>
                  <a:pt x="952500" y="1790700"/>
                </a:lnTo>
                <a:lnTo>
                  <a:pt x="962025" y="1800225"/>
                </a:lnTo>
                <a:lnTo>
                  <a:pt x="962025" y="1819275"/>
                </a:lnTo>
                <a:lnTo>
                  <a:pt x="971550" y="1828800"/>
                </a:lnTo>
                <a:lnTo>
                  <a:pt x="971550" y="1838325"/>
                </a:lnTo>
                <a:lnTo>
                  <a:pt x="981075" y="1847850"/>
                </a:lnTo>
                <a:lnTo>
                  <a:pt x="981075" y="1857375"/>
                </a:lnTo>
                <a:lnTo>
                  <a:pt x="1019175" y="1895475"/>
                </a:lnTo>
                <a:lnTo>
                  <a:pt x="1057275" y="1895475"/>
                </a:lnTo>
                <a:lnTo>
                  <a:pt x="1066800" y="1885950"/>
                </a:lnTo>
                <a:lnTo>
                  <a:pt x="1076325" y="1885950"/>
                </a:lnTo>
                <a:lnTo>
                  <a:pt x="1085850" y="1876425"/>
                </a:lnTo>
                <a:lnTo>
                  <a:pt x="1095375" y="1876425"/>
                </a:lnTo>
                <a:lnTo>
                  <a:pt x="1114425" y="1857375"/>
                </a:lnTo>
                <a:lnTo>
                  <a:pt x="1152525" y="1857375"/>
                </a:lnTo>
                <a:lnTo>
                  <a:pt x="1190625" y="1895475"/>
                </a:lnTo>
                <a:lnTo>
                  <a:pt x="1190625" y="1933575"/>
                </a:lnTo>
                <a:lnTo>
                  <a:pt x="1162050" y="1962150"/>
                </a:lnTo>
                <a:lnTo>
                  <a:pt x="1152525" y="1962150"/>
                </a:lnTo>
                <a:lnTo>
                  <a:pt x="1143000" y="1971675"/>
                </a:lnTo>
                <a:lnTo>
                  <a:pt x="1133475" y="1971675"/>
                </a:lnTo>
                <a:lnTo>
                  <a:pt x="1123950" y="1981200"/>
                </a:lnTo>
                <a:lnTo>
                  <a:pt x="1104900" y="1981200"/>
                </a:lnTo>
                <a:lnTo>
                  <a:pt x="1095375" y="1990725"/>
                </a:lnTo>
                <a:lnTo>
                  <a:pt x="1085850" y="1990725"/>
                </a:lnTo>
                <a:lnTo>
                  <a:pt x="1066800" y="2009775"/>
                </a:lnTo>
                <a:lnTo>
                  <a:pt x="1066800" y="2019300"/>
                </a:lnTo>
                <a:lnTo>
                  <a:pt x="1057275" y="2028825"/>
                </a:lnTo>
                <a:lnTo>
                  <a:pt x="1057275" y="2066925"/>
                </a:lnTo>
                <a:lnTo>
                  <a:pt x="1066800" y="2076450"/>
                </a:lnTo>
                <a:lnTo>
                  <a:pt x="1066800" y="2085975"/>
                </a:lnTo>
                <a:lnTo>
                  <a:pt x="1076325" y="2095500"/>
                </a:lnTo>
                <a:lnTo>
                  <a:pt x="1076325" y="2105025"/>
                </a:lnTo>
                <a:lnTo>
                  <a:pt x="1095375" y="2124075"/>
                </a:lnTo>
                <a:lnTo>
                  <a:pt x="1104900" y="2124075"/>
                </a:lnTo>
                <a:lnTo>
                  <a:pt x="1114425" y="2133600"/>
                </a:lnTo>
                <a:lnTo>
                  <a:pt x="1123950" y="2133600"/>
                </a:lnTo>
                <a:lnTo>
                  <a:pt x="1133475" y="2143125"/>
                </a:lnTo>
                <a:lnTo>
                  <a:pt x="1143000" y="2133600"/>
                </a:lnTo>
                <a:lnTo>
                  <a:pt x="1162050" y="2133600"/>
                </a:lnTo>
                <a:lnTo>
                  <a:pt x="1238250" y="2057400"/>
                </a:lnTo>
                <a:lnTo>
                  <a:pt x="1238250" y="2047875"/>
                </a:lnTo>
                <a:lnTo>
                  <a:pt x="1257300" y="2028825"/>
                </a:lnTo>
                <a:lnTo>
                  <a:pt x="1257300" y="2019300"/>
                </a:lnTo>
                <a:lnTo>
                  <a:pt x="1285875" y="1990725"/>
                </a:lnTo>
                <a:lnTo>
                  <a:pt x="1285875" y="1981200"/>
                </a:lnTo>
                <a:lnTo>
                  <a:pt x="1304925" y="1962150"/>
                </a:lnTo>
                <a:lnTo>
                  <a:pt x="1304925" y="1952625"/>
                </a:lnTo>
                <a:lnTo>
                  <a:pt x="1314450" y="1943100"/>
                </a:lnTo>
                <a:lnTo>
                  <a:pt x="1314450" y="1924050"/>
                </a:lnTo>
                <a:lnTo>
                  <a:pt x="1323975" y="1914525"/>
                </a:lnTo>
                <a:lnTo>
                  <a:pt x="1323975" y="1895475"/>
                </a:lnTo>
                <a:lnTo>
                  <a:pt x="1333500" y="1885950"/>
                </a:lnTo>
                <a:lnTo>
                  <a:pt x="1333500" y="1866900"/>
                </a:lnTo>
                <a:lnTo>
                  <a:pt x="1343025" y="1857375"/>
                </a:lnTo>
                <a:lnTo>
                  <a:pt x="1343025" y="1847850"/>
                </a:lnTo>
                <a:lnTo>
                  <a:pt x="1352550" y="1838325"/>
                </a:lnTo>
                <a:lnTo>
                  <a:pt x="1352550" y="1828800"/>
                </a:lnTo>
                <a:lnTo>
                  <a:pt x="1362075" y="1819275"/>
                </a:lnTo>
                <a:lnTo>
                  <a:pt x="1362075" y="1809750"/>
                </a:lnTo>
                <a:lnTo>
                  <a:pt x="1371600" y="1800225"/>
                </a:lnTo>
                <a:lnTo>
                  <a:pt x="1371600" y="1752600"/>
                </a:lnTo>
                <a:lnTo>
                  <a:pt x="1362075" y="1743075"/>
                </a:lnTo>
                <a:lnTo>
                  <a:pt x="1362075" y="1704975"/>
                </a:lnTo>
                <a:lnTo>
                  <a:pt x="1352550" y="1695450"/>
                </a:lnTo>
                <a:lnTo>
                  <a:pt x="1352550" y="1666875"/>
                </a:lnTo>
                <a:lnTo>
                  <a:pt x="1343025" y="1657350"/>
                </a:lnTo>
                <a:lnTo>
                  <a:pt x="1343025" y="1647825"/>
                </a:lnTo>
                <a:lnTo>
                  <a:pt x="1323975" y="1628775"/>
                </a:lnTo>
                <a:lnTo>
                  <a:pt x="1314450" y="1628775"/>
                </a:lnTo>
                <a:lnTo>
                  <a:pt x="1304925" y="1619250"/>
                </a:lnTo>
                <a:lnTo>
                  <a:pt x="1295400" y="1619250"/>
                </a:lnTo>
                <a:lnTo>
                  <a:pt x="1285875" y="1609725"/>
                </a:lnTo>
                <a:lnTo>
                  <a:pt x="1171575" y="1609725"/>
                </a:lnTo>
                <a:lnTo>
                  <a:pt x="1162050" y="1600200"/>
                </a:lnTo>
                <a:lnTo>
                  <a:pt x="1133475" y="1600200"/>
                </a:lnTo>
                <a:lnTo>
                  <a:pt x="1123950" y="1590675"/>
                </a:lnTo>
                <a:lnTo>
                  <a:pt x="1114425" y="1590675"/>
                </a:lnTo>
                <a:lnTo>
                  <a:pt x="1076325" y="1552575"/>
                </a:lnTo>
                <a:lnTo>
                  <a:pt x="1076325" y="1543050"/>
                </a:lnTo>
                <a:lnTo>
                  <a:pt x="1066800" y="1533525"/>
                </a:lnTo>
                <a:lnTo>
                  <a:pt x="1066800" y="1495425"/>
                </a:lnTo>
                <a:lnTo>
                  <a:pt x="1076325" y="1485900"/>
                </a:lnTo>
                <a:lnTo>
                  <a:pt x="1076325" y="1476375"/>
                </a:lnTo>
                <a:lnTo>
                  <a:pt x="1085850" y="1466850"/>
                </a:lnTo>
                <a:lnTo>
                  <a:pt x="1085850" y="1457325"/>
                </a:lnTo>
                <a:lnTo>
                  <a:pt x="1095375" y="1447800"/>
                </a:lnTo>
                <a:lnTo>
                  <a:pt x="1095375" y="1428750"/>
                </a:lnTo>
                <a:lnTo>
                  <a:pt x="1104900" y="1419225"/>
                </a:lnTo>
                <a:lnTo>
                  <a:pt x="1104900" y="1409700"/>
                </a:lnTo>
                <a:lnTo>
                  <a:pt x="1114425" y="1400175"/>
                </a:lnTo>
                <a:lnTo>
                  <a:pt x="1114425" y="1295400"/>
                </a:lnTo>
                <a:lnTo>
                  <a:pt x="1104900" y="1285875"/>
                </a:lnTo>
                <a:lnTo>
                  <a:pt x="1104900" y="1257300"/>
                </a:lnTo>
                <a:lnTo>
                  <a:pt x="1095375" y="1247775"/>
                </a:lnTo>
                <a:lnTo>
                  <a:pt x="1095375" y="1228725"/>
                </a:lnTo>
                <a:lnTo>
                  <a:pt x="1085850" y="1219200"/>
                </a:lnTo>
                <a:lnTo>
                  <a:pt x="1085850" y="1209675"/>
                </a:lnTo>
                <a:lnTo>
                  <a:pt x="1076325" y="1200150"/>
                </a:lnTo>
                <a:lnTo>
                  <a:pt x="1076325" y="1190625"/>
                </a:lnTo>
                <a:lnTo>
                  <a:pt x="1066800" y="1181100"/>
                </a:lnTo>
                <a:lnTo>
                  <a:pt x="1066800" y="1171575"/>
                </a:lnTo>
                <a:lnTo>
                  <a:pt x="1047750" y="1152525"/>
                </a:lnTo>
                <a:lnTo>
                  <a:pt x="1047750" y="1143000"/>
                </a:lnTo>
                <a:lnTo>
                  <a:pt x="1038225" y="1133475"/>
                </a:lnTo>
                <a:lnTo>
                  <a:pt x="1038225" y="1123950"/>
                </a:lnTo>
                <a:lnTo>
                  <a:pt x="1028700" y="1114425"/>
                </a:lnTo>
                <a:lnTo>
                  <a:pt x="1028700" y="1095375"/>
                </a:lnTo>
                <a:lnTo>
                  <a:pt x="1019175" y="1085850"/>
                </a:lnTo>
                <a:lnTo>
                  <a:pt x="1019175" y="1028700"/>
                </a:lnTo>
                <a:lnTo>
                  <a:pt x="1009650" y="1019175"/>
                </a:lnTo>
                <a:lnTo>
                  <a:pt x="1009650" y="990600"/>
                </a:lnTo>
                <a:lnTo>
                  <a:pt x="1019175" y="981075"/>
                </a:lnTo>
                <a:lnTo>
                  <a:pt x="1019175" y="952500"/>
                </a:lnTo>
                <a:lnTo>
                  <a:pt x="1028700" y="942975"/>
                </a:lnTo>
                <a:lnTo>
                  <a:pt x="1028700" y="923925"/>
                </a:lnTo>
                <a:lnTo>
                  <a:pt x="1038225" y="914400"/>
                </a:lnTo>
                <a:lnTo>
                  <a:pt x="1038225" y="904875"/>
                </a:lnTo>
                <a:lnTo>
                  <a:pt x="1085850" y="857250"/>
                </a:lnTo>
                <a:lnTo>
                  <a:pt x="1095375" y="857250"/>
                </a:lnTo>
                <a:lnTo>
                  <a:pt x="1104900" y="847725"/>
                </a:lnTo>
                <a:lnTo>
                  <a:pt x="1123950" y="847725"/>
                </a:lnTo>
                <a:lnTo>
                  <a:pt x="1133475" y="838200"/>
                </a:lnTo>
                <a:lnTo>
                  <a:pt x="1162050" y="838200"/>
                </a:lnTo>
                <a:lnTo>
                  <a:pt x="1171575" y="828675"/>
                </a:lnTo>
                <a:lnTo>
                  <a:pt x="1209675" y="828675"/>
                </a:lnTo>
                <a:lnTo>
                  <a:pt x="1219200" y="819150"/>
                </a:lnTo>
                <a:lnTo>
                  <a:pt x="1352550" y="819150"/>
                </a:lnTo>
                <a:lnTo>
                  <a:pt x="1371600" y="838200"/>
                </a:lnTo>
                <a:lnTo>
                  <a:pt x="1371600" y="857250"/>
                </a:lnTo>
                <a:lnTo>
                  <a:pt x="1362075" y="866775"/>
                </a:lnTo>
                <a:lnTo>
                  <a:pt x="1362075" y="876300"/>
                </a:lnTo>
                <a:lnTo>
                  <a:pt x="1343025" y="895350"/>
                </a:lnTo>
                <a:lnTo>
                  <a:pt x="1343025" y="904875"/>
                </a:lnTo>
                <a:lnTo>
                  <a:pt x="1333500" y="914400"/>
                </a:lnTo>
                <a:lnTo>
                  <a:pt x="1333500" y="923925"/>
                </a:lnTo>
                <a:lnTo>
                  <a:pt x="1323975" y="933450"/>
                </a:lnTo>
                <a:lnTo>
                  <a:pt x="1323975" y="942975"/>
                </a:lnTo>
                <a:lnTo>
                  <a:pt x="1314450" y="952500"/>
                </a:lnTo>
                <a:lnTo>
                  <a:pt x="1314450" y="971550"/>
                </a:lnTo>
                <a:lnTo>
                  <a:pt x="1304925" y="981075"/>
                </a:lnTo>
                <a:lnTo>
                  <a:pt x="1304925" y="1009650"/>
                </a:lnTo>
                <a:lnTo>
                  <a:pt x="1295400" y="1019175"/>
                </a:lnTo>
                <a:lnTo>
                  <a:pt x="1295400" y="1038225"/>
                </a:lnTo>
                <a:lnTo>
                  <a:pt x="1285875" y="1047750"/>
                </a:lnTo>
                <a:lnTo>
                  <a:pt x="1285875" y="1057275"/>
                </a:lnTo>
                <a:lnTo>
                  <a:pt x="1266825" y="1076325"/>
                </a:lnTo>
                <a:lnTo>
                  <a:pt x="1266825" y="1085850"/>
                </a:lnTo>
                <a:lnTo>
                  <a:pt x="1228725" y="1123950"/>
                </a:lnTo>
                <a:lnTo>
                  <a:pt x="1228725" y="1133475"/>
                </a:lnTo>
                <a:lnTo>
                  <a:pt x="1219200" y="1143000"/>
                </a:lnTo>
                <a:lnTo>
                  <a:pt x="1219200" y="1152525"/>
                </a:lnTo>
                <a:lnTo>
                  <a:pt x="1209675" y="1162050"/>
                </a:lnTo>
                <a:lnTo>
                  <a:pt x="1209675" y="1171575"/>
                </a:lnTo>
                <a:lnTo>
                  <a:pt x="1200150" y="1181100"/>
                </a:lnTo>
                <a:lnTo>
                  <a:pt x="1200150" y="1219200"/>
                </a:lnTo>
                <a:lnTo>
                  <a:pt x="1190625" y="1228725"/>
                </a:lnTo>
                <a:lnTo>
                  <a:pt x="1190625" y="1247775"/>
                </a:lnTo>
                <a:lnTo>
                  <a:pt x="1200150" y="1257300"/>
                </a:lnTo>
                <a:lnTo>
                  <a:pt x="1200150" y="1276350"/>
                </a:lnTo>
                <a:lnTo>
                  <a:pt x="1209675" y="1285875"/>
                </a:lnTo>
                <a:lnTo>
                  <a:pt x="1219200" y="1285875"/>
                </a:lnTo>
                <a:lnTo>
                  <a:pt x="1228725" y="1295400"/>
                </a:lnTo>
                <a:lnTo>
                  <a:pt x="1266825" y="1295400"/>
                </a:lnTo>
                <a:lnTo>
                  <a:pt x="1276350" y="1285875"/>
                </a:lnTo>
                <a:lnTo>
                  <a:pt x="1285875" y="1285875"/>
                </a:lnTo>
                <a:lnTo>
                  <a:pt x="1314450" y="1257300"/>
                </a:lnTo>
                <a:lnTo>
                  <a:pt x="1314450" y="1247775"/>
                </a:lnTo>
                <a:lnTo>
                  <a:pt x="1352550" y="1209675"/>
                </a:lnTo>
                <a:lnTo>
                  <a:pt x="1390650" y="1209675"/>
                </a:lnTo>
                <a:lnTo>
                  <a:pt x="1428750" y="1247775"/>
                </a:lnTo>
                <a:lnTo>
                  <a:pt x="1428750" y="1257300"/>
                </a:lnTo>
                <a:lnTo>
                  <a:pt x="1438275" y="1266825"/>
                </a:lnTo>
                <a:lnTo>
                  <a:pt x="1438275" y="1276350"/>
                </a:lnTo>
                <a:lnTo>
                  <a:pt x="1447800" y="1285875"/>
                </a:lnTo>
                <a:lnTo>
                  <a:pt x="1447800" y="1295400"/>
                </a:lnTo>
                <a:lnTo>
                  <a:pt x="1457325" y="1304925"/>
                </a:lnTo>
                <a:lnTo>
                  <a:pt x="1457325" y="1314450"/>
                </a:lnTo>
                <a:lnTo>
                  <a:pt x="1466850" y="1323975"/>
                </a:lnTo>
                <a:lnTo>
                  <a:pt x="1466850" y="1333500"/>
                </a:lnTo>
                <a:lnTo>
                  <a:pt x="1485900" y="1352550"/>
                </a:lnTo>
                <a:lnTo>
                  <a:pt x="1485900" y="1362075"/>
                </a:lnTo>
                <a:lnTo>
                  <a:pt x="1495425" y="1371600"/>
                </a:lnTo>
                <a:lnTo>
                  <a:pt x="1504950" y="1371600"/>
                </a:lnTo>
                <a:lnTo>
                  <a:pt x="1524000" y="1390650"/>
                </a:lnTo>
                <a:lnTo>
                  <a:pt x="1562100" y="1390650"/>
                </a:lnTo>
                <a:lnTo>
                  <a:pt x="1571625" y="1381125"/>
                </a:lnTo>
                <a:lnTo>
                  <a:pt x="1581150" y="1381125"/>
                </a:lnTo>
                <a:lnTo>
                  <a:pt x="1590675" y="1371600"/>
                </a:lnTo>
                <a:lnTo>
                  <a:pt x="1600200" y="1371600"/>
                </a:lnTo>
                <a:lnTo>
                  <a:pt x="1619250" y="1352550"/>
                </a:lnTo>
                <a:lnTo>
                  <a:pt x="1628775" y="1352550"/>
                </a:lnTo>
                <a:lnTo>
                  <a:pt x="1638300" y="1343025"/>
                </a:lnTo>
                <a:lnTo>
                  <a:pt x="1685925" y="1343025"/>
                </a:lnTo>
                <a:lnTo>
                  <a:pt x="1695450" y="1352550"/>
                </a:lnTo>
                <a:lnTo>
                  <a:pt x="1704975" y="1352550"/>
                </a:lnTo>
                <a:lnTo>
                  <a:pt x="1714500" y="1362075"/>
                </a:lnTo>
                <a:lnTo>
                  <a:pt x="1724025" y="1362075"/>
                </a:lnTo>
                <a:lnTo>
                  <a:pt x="1733550" y="1371600"/>
                </a:lnTo>
                <a:lnTo>
                  <a:pt x="1743075" y="1371600"/>
                </a:lnTo>
                <a:lnTo>
                  <a:pt x="1752600" y="1381125"/>
                </a:lnTo>
                <a:lnTo>
                  <a:pt x="1828800" y="1381125"/>
                </a:lnTo>
                <a:lnTo>
                  <a:pt x="1838325" y="1371600"/>
                </a:lnTo>
                <a:lnTo>
                  <a:pt x="1847850" y="1371600"/>
                </a:lnTo>
                <a:lnTo>
                  <a:pt x="1857375" y="1362075"/>
                </a:lnTo>
                <a:lnTo>
                  <a:pt x="1866900" y="1362075"/>
                </a:lnTo>
                <a:lnTo>
                  <a:pt x="1876425" y="1352550"/>
                </a:lnTo>
                <a:lnTo>
                  <a:pt x="1876425" y="1343025"/>
                </a:lnTo>
                <a:lnTo>
                  <a:pt x="1885950" y="1333500"/>
                </a:lnTo>
                <a:lnTo>
                  <a:pt x="1885950" y="1323975"/>
                </a:lnTo>
                <a:lnTo>
                  <a:pt x="1895475" y="1314450"/>
                </a:lnTo>
                <a:lnTo>
                  <a:pt x="1895475" y="1295400"/>
                </a:lnTo>
                <a:lnTo>
                  <a:pt x="1905000" y="1285875"/>
                </a:lnTo>
                <a:lnTo>
                  <a:pt x="1905000" y="1247775"/>
                </a:lnTo>
                <a:lnTo>
                  <a:pt x="1914525" y="1238250"/>
                </a:lnTo>
                <a:lnTo>
                  <a:pt x="1914525" y="1200150"/>
                </a:lnTo>
                <a:lnTo>
                  <a:pt x="1924050" y="1190625"/>
                </a:lnTo>
                <a:lnTo>
                  <a:pt x="1924050" y="1171575"/>
                </a:lnTo>
                <a:lnTo>
                  <a:pt x="1933575" y="1162050"/>
                </a:lnTo>
                <a:lnTo>
                  <a:pt x="1933575" y="1152525"/>
                </a:lnTo>
                <a:lnTo>
                  <a:pt x="1971675" y="1114425"/>
                </a:lnTo>
                <a:lnTo>
                  <a:pt x="1990725" y="1114425"/>
                </a:lnTo>
                <a:lnTo>
                  <a:pt x="2000250" y="1104900"/>
                </a:lnTo>
                <a:lnTo>
                  <a:pt x="2009775" y="1104900"/>
                </a:lnTo>
                <a:lnTo>
                  <a:pt x="2028825" y="1085850"/>
                </a:lnTo>
                <a:lnTo>
                  <a:pt x="2028825" y="1076325"/>
                </a:lnTo>
                <a:lnTo>
                  <a:pt x="2038350" y="1066800"/>
                </a:lnTo>
                <a:lnTo>
                  <a:pt x="2038350" y="1047750"/>
                </a:lnTo>
                <a:lnTo>
                  <a:pt x="2047875" y="1038225"/>
                </a:lnTo>
                <a:lnTo>
                  <a:pt x="2047875" y="1019175"/>
                </a:lnTo>
                <a:lnTo>
                  <a:pt x="2057400" y="1009650"/>
                </a:lnTo>
                <a:lnTo>
                  <a:pt x="2057400" y="1000125"/>
                </a:lnTo>
                <a:lnTo>
                  <a:pt x="2095500" y="962025"/>
                </a:lnTo>
                <a:lnTo>
                  <a:pt x="2105025" y="962025"/>
                </a:lnTo>
                <a:lnTo>
                  <a:pt x="2114550" y="952500"/>
                </a:lnTo>
                <a:lnTo>
                  <a:pt x="2133600" y="952500"/>
                </a:lnTo>
                <a:lnTo>
                  <a:pt x="2143125" y="942975"/>
                </a:lnTo>
                <a:lnTo>
                  <a:pt x="2219325" y="942975"/>
                </a:lnTo>
                <a:lnTo>
                  <a:pt x="2228850" y="952500"/>
                </a:lnTo>
                <a:lnTo>
                  <a:pt x="2247900" y="952500"/>
                </a:lnTo>
                <a:lnTo>
                  <a:pt x="2257425" y="962025"/>
                </a:lnTo>
                <a:lnTo>
                  <a:pt x="2286000" y="962025"/>
                </a:lnTo>
                <a:lnTo>
                  <a:pt x="2295525" y="971550"/>
                </a:lnTo>
                <a:lnTo>
                  <a:pt x="2324100" y="971550"/>
                </a:lnTo>
                <a:lnTo>
                  <a:pt x="2333625" y="981075"/>
                </a:lnTo>
                <a:lnTo>
                  <a:pt x="2352675" y="981075"/>
                </a:lnTo>
                <a:lnTo>
                  <a:pt x="2362200" y="990600"/>
                </a:lnTo>
                <a:lnTo>
                  <a:pt x="2371725" y="990600"/>
                </a:lnTo>
                <a:lnTo>
                  <a:pt x="2419350" y="1038225"/>
                </a:lnTo>
                <a:lnTo>
                  <a:pt x="2419350" y="1066800"/>
                </a:lnTo>
                <a:lnTo>
                  <a:pt x="2409825" y="1076325"/>
                </a:lnTo>
                <a:lnTo>
                  <a:pt x="2409825" y="1104900"/>
                </a:lnTo>
                <a:lnTo>
                  <a:pt x="2400300" y="1114425"/>
                </a:lnTo>
                <a:lnTo>
                  <a:pt x="2400300" y="1123950"/>
                </a:lnTo>
                <a:lnTo>
                  <a:pt x="2390775" y="1133475"/>
                </a:lnTo>
                <a:lnTo>
                  <a:pt x="2390775" y="1143000"/>
                </a:lnTo>
                <a:lnTo>
                  <a:pt x="2381250" y="1152525"/>
                </a:lnTo>
                <a:lnTo>
                  <a:pt x="2381250" y="1162050"/>
                </a:lnTo>
                <a:lnTo>
                  <a:pt x="2371725" y="1171575"/>
                </a:lnTo>
                <a:lnTo>
                  <a:pt x="2371725" y="1181100"/>
                </a:lnTo>
                <a:lnTo>
                  <a:pt x="2324100" y="1228725"/>
                </a:lnTo>
                <a:lnTo>
                  <a:pt x="2266950" y="1228725"/>
                </a:lnTo>
                <a:lnTo>
                  <a:pt x="2257425" y="1219200"/>
                </a:lnTo>
                <a:lnTo>
                  <a:pt x="2219325" y="1219200"/>
                </a:lnTo>
                <a:lnTo>
                  <a:pt x="2209800" y="1209675"/>
                </a:lnTo>
                <a:lnTo>
                  <a:pt x="2200275" y="1209675"/>
                </a:lnTo>
                <a:lnTo>
                  <a:pt x="2190750" y="1219200"/>
                </a:lnTo>
                <a:lnTo>
                  <a:pt x="2162175" y="1219200"/>
                </a:lnTo>
                <a:lnTo>
                  <a:pt x="2133600" y="1247775"/>
                </a:lnTo>
                <a:lnTo>
                  <a:pt x="2133600" y="1314450"/>
                </a:lnTo>
                <a:lnTo>
                  <a:pt x="2143125" y="1323975"/>
                </a:lnTo>
                <a:lnTo>
                  <a:pt x="2143125" y="1343025"/>
                </a:lnTo>
                <a:lnTo>
                  <a:pt x="2152650" y="1352550"/>
                </a:lnTo>
                <a:lnTo>
                  <a:pt x="2152650" y="1362075"/>
                </a:lnTo>
                <a:lnTo>
                  <a:pt x="2162175" y="1371600"/>
                </a:lnTo>
                <a:lnTo>
                  <a:pt x="2162175" y="1381125"/>
                </a:lnTo>
                <a:lnTo>
                  <a:pt x="2171700" y="1390650"/>
                </a:lnTo>
                <a:lnTo>
                  <a:pt x="2171700" y="1447800"/>
                </a:lnTo>
                <a:lnTo>
                  <a:pt x="2162175" y="1457325"/>
                </a:lnTo>
                <a:lnTo>
                  <a:pt x="2162175" y="1571625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81225" y="1600200"/>
                </a:lnTo>
                <a:lnTo>
                  <a:pt x="2181225" y="1619250"/>
                </a:lnTo>
                <a:lnTo>
                  <a:pt x="2190750" y="1628775"/>
                </a:lnTo>
                <a:lnTo>
                  <a:pt x="2190750" y="1657350"/>
                </a:lnTo>
                <a:lnTo>
                  <a:pt x="2181225" y="1666875"/>
                </a:lnTo>
                <a:lnTo>
                  <a:pt x="2181225" y="1676400"/>
                </a:lnTo>
                <a:lnTo>
                  <a:pt x="2152650" y="1704975"/>
                </a:lnTo>
                <a:lnTo>
                  <a:pt x="2152650" y="1714500"/>
                </a:lnTo>
                <a:lnTo>
                  <a:pt x="2133600" y="1733550"/>
                </a:lnTo>
                <a:lnTo>
                  <a:pt x="2133600" y="1743075"/>
                </a:lnTo>
                <a:lnTo>
                  <a:pt x="2124075" y="1752600"/>
                </a:lnTo>
                <a:lnTo>
                  <a:pt x="2124075" y="1819275"/>
                </a:lnTo>
                <a:lnTo>
                  <a:pt x="2133600" y="1828800"/>
                </a:lnTo>
                <a:lnTo>
                  <a:pt x="2133600" y="1838325"/>
                </a:lnTo>
                <a:lnTo>
                  <a:pt x="2143125" y="1847850"/>
                </a:lnTo>
                <a:lnTo>
                  <a:pt x="2143125" y="1857375"/>
                </a:lnTo>
                <a:lnTo>
                  <a:pt x="2162175" y="1876425"/>
                </a:lnTo>
                <a:lnTo>
                  <a:pt x="2171700" y="1876425"/>
                </a:lnTo>
                <a:lnTo>
                  <a:pt x="2190750" y="1895475"/>
                </a:lnTo>
                <a:lnTo>
                  <a:pt x="2200275" y="1895475"/>
                </a:lnTo>
                <a:lnTo>
                  <a:pt x="2209800" y="1905000"/>
                </a:lnTo>
                <a:lnTo>
                  <a:pt x="2219325" y="1905000"/>
                </a:lnTo>
                <a:lnTo>
                  <a:pt x="2228850" y="1914525"/>
                </a:lnTo>
                <a:lnTo>
                  <a:pt x="2238375" y="1914525"/>
                </a:lnTo>
                <a:lnTo>
                  <a:pt x="2247900" y="1924050"/>
                </a:lnTo>
                <a:lnTo>
                  <a:pt x="2257425" y="1924050"/>
                </a:lnTo>
                <a:lnTo>
                  <a:pt x="2266950" y="1933575"/>
                </a:lnTo>
                <a:lnTo>
                  <a:pt x="2276475" y="1933575"/>
                </a:lnTo>
                <a:lnTo>
                  <a:pt x="2286000" y="1943100"/>
                </a:lnTo>
                <a:lnTo>
                  <a:pt x="2333625" y="1943100"/>
                </a:lnTo>
                <a:lnTo>
                  <a:pt x="2362200" y="1914525"/>
                </a:lnTo>
                <a:lnTo>
                  <a:pt x="2362200" y="1895475"/>
                </a:lnTo>
                <a:lnTo>
                  <a:pt x="2371725" y="1885950"/>
                </a:lnTo>
                <a:lnTo>
                  <a:pt x="2371725" y="1838325"/>
                </a:lnTo>
                <a:lnTo>
                  <a:pt x="2381250" y="1828800"/>
                </a:lnTo>
                <a:lnTo>
                  <a:pt x="2381250" y="1809750"/>
                </a:lnTo>
                <a:lnTo>
                  <a:pt x="2428875" y="1762125"/>
                </a:lnTo>
                <a:lnTo>
                  <a:pt x="2476500" y="1762125"/>
                </a:lnTo>
                <a:lnTo>
                  <a:pt x="2495550" y="1781175"/>
                </a:lnTo>
                <a:lnTo>
                  <a:pt x="2505075" y="1781175"/>
                </a:lnTo>
                <a:lnTo>
                  <a:pt x="2543175" y="1819275"/>
                </a:lnTo>
                <a:lnTo>
                  <a:pt x="2543175" y="1828800"/>
                </a:lnTo>
                <a:lnTo>
                  <a:pt x="2609850" y="1895475"/>
                </a:lnTo>
                <a:lnTo>
                  <a:pt x="2619375" y="1895475"/>
                </a:lnTo>
                <a:lnTo>
                  <a:pt x="2628900" y="1905000"/>
                </a:lnTo>
                <a:lnTo>
                  <a:pt x="2657475" y="1905000"/>
                </a:lnTo>
                <a:lnTo>
                  <a:pt x="2667000" y="1914525"/>
                </a:lnTo>
                <a:lnTo>
                  <a:pt x="2857500" y="1914525"/>
                </a:lnTo>
                <a:lnTo>
                  <a:pt x="2886075" y="1943100"/>
                </a:lnTo>
                <a:lnTo>
                  <a:pt x="2895600" y="1943100"/>
                </a:lnTo>
                <a:lnTo>
                  <a:pt x="2905125" y="1952625"/>
                </a:lnTo>
                <a:lnTo>
                  <a:pt x="2924175" y="1952625"/>
                </a:lnTo>
                <a:lnTo>
                  <a:pt x="2933700" y="1962150"/>
                </a:lnTo>
                <a:lnTo>
                  <a:pt x="2962275" y="1962150"/>
                </a:lnTo>
                <a:lnTo>
                  <a:pt x="2971800" y="1971675"/>
                </a:lnTo>
                <a:lnTo>
                  <a:pt x="3076575" y="1971675"/>
                </a:lnTo>
                <a:lnTo>
                  <a:pt x="3086100" y="1981200"/>
                </a:lnTo>
                <a:lnTo>
                  <a:pt x="3105150" y="1981200"/>
                </a:lnTo>
                <a:lnTo>
                  <a:pt x="3143250" y="2019300"/>
                </a:lnTo>
                <a:lnTo>
                  <a:pt x="3143250" y="2028825"/>
                </a:lnTo>
                <a:lnTo>
                  <a:pt x="3152775" y="2038350"/>
                </a:lnTo>
                <a:lnTo>
                  <a:pt x="3152775" y="2057400"/>
                </a:lnTo>
                <a:lnTo>
                  <a:pt x="3162300" y="2066925"/>
                </a:lnTo>
                <a:lnTo>
                  <a:pt x="3162300" y="2105025"/>
                </a:lnTo>
                <a:lnTo>
                  <a:pt x="3171825" y="2114550"/>
                </a:lnTo>
                <a:lnTo>
                  <a:pt x="3171825" y="2219325"/>
                </a:lnTo>
                <a:lnTo>
                  <a:pt x="3133725" y="2257425"/>
                </a:lnTo>
                <a:lnTo>
                  <a:pt x="3124200" y="2257425"/>
                </a:lnTo>
                <a:lnTo>
                  <a:pt x="3114675" y="2266950"/>
                </a:lnTo>
                <a:lnTo>
                  <a:pt x="3105150" y="2266950"/>
                </a:lnTo>
                <a:lnTo>
                  <a:pt x="3095625" y="2276475"/>
                </a:lnTo>
                <a:lnTo>
                  <a:pt x="3076575" y="2276475"/>
                </a:lnTo>
                <a:lnTo>
                  <a:pt x="3048000" y="2305050"/>
                </a:lnTo>
                <a:lnTo>
                  <a:pt x="3038475" y="2305050"/>
                </a:lnTo>
                <a:lnTo>
                  <a:pt x="3009900" y="2333625"/>
                </a:lnTo>
                <a:lnTo>
                  <a:pt x="3000375" y="2333625"/>
                </a:lnTo>
                <a:lnTo>
                  <a:pt x="2990850" y="2343150"/>
                </a:lnTo>
                <a:lnTo>
                  <a:pt x="2971800" y="2343150"/>
                </a:lnTo>
                <a:lnTo>
                  <a:pt x="2962275" y="2333625"/>
                </a:lnTo>
                <a:lnTo>
                  <a:pt x="2933700" y="2333625"/>
                </a:lnTo>
                <a:lnTo>
                  <a:pt x="2924175" y="2324100"/>
                </a:lnTo>
                <a:lnTo>
                  <a:pt x="2876550" y="2324100"/>
                </a:lnTo>
                <a:lnTo>
                  <a:pt x="2867025" y="2314575"/>
                </a:lnTo>
                <a:lnTo>
                  <a:pt x="2828925" y="2314575"/>
                </a:lnTo>
                <a:lnTo>
                  <a:pt x="2819400" y="2324100"/>
                </a:lnTo>
                <a:lnTo>
                  <a:pt x="2743200" y="2324100"/>
                </a:lnTo>
                <a:lnTo>
                  <a:pt x="2733675" y="2333625"/>
                </a:lnTo>
                <a:lnTo>
                  <a:pt x="2714625" y="2333625"/>
                </a:lnTo>
                <a:lnTo>
                  <a:pt x="2705100" y="2343150"/>
                </a:lnTo>
                <a:lnTo>
                  <a:pt x="2695575" y="2343150"/>
                </a:lnTo>
                <a:lnTo>
                  <a:pt x="2686050" y="2352675"/>
                </a:lnTo>
                <a:lnTo>
                  <a:pt x="2676525" y="2352675"/>
                </a:lnTo>
                <a:lnTo>
                  <a:pt x="2628900" y="2400300"/>
                </a:lnTo>
                <a:lnTo>
                  <a:pt x="2628900" y="2409825"/>
                </a:lnTo>
                <a:lnTo>
                  <a:pt x="2619375" y="2419350"/>
                </a:lnTo>
                <a:lnTo>
                  <a:pt x="2619375" y="2428875"/>
                </a:lnTo>
                <a:lnTo>
                  <a:pt x="2609850" y="2438400"/>
                </a:lnTo>
                <a:lnTo>
                  <a:pt x="2609850" y="2514600"/>
                </a:lnTo>
                <a:lnTo>
                  <a:pt x="2619375" y="2524125"/>
                </a:lnTo>
                <a:lnTo>
                  <a:pt x="2619375" y="2533650"/>
                </a:lnTo>
                <a:lnTo>
                  <a:pt x="2628900" y="2543175"/>
                </a:lnTo>
                <a:lnTo>
                  <a:pt x="2628900" y="2552700"/>
                </a:lnTo>
                <a:lnTo>
                  <a:pt x="2686050" y="2609850"/>
                </a:lnTo>
                <a:lnTo>
                  <a:pt x="2695575" y="2609850"/>
                </a:lnTo>
                <a:lnTo>
                  <a:pt x="2733675" y="2647950"/>
                </a:lnTo>
                <a:lnTo>
                  <a:pt x="2733675" y="2657475"/>
                </a:lnTo>
                <a:lnTo>
                  <a:pt x="2743200" y="2667000"/>
                </a:lnTo>
                <a:lnTo>
                  <a:pt x="2743200" y="2705100"/>
                </a:lnTo>
                <a:lnTo>
                  <a:pt x="2752725" y="2714625"/>
                </a:lnTo>
                <a:lnTo>
                  <a:pt x="2752725" y="2743200"/>
                </a:lnTo>
                <a:lnTo>
                  <a:pt x="2762250" y="2752725"/>
                </a:lnTo>
                <a:lnTo>
                  <a:pt x="2762250" y="2771775"/>
                </a:lnTo>
                <a:lnTo>
                  <a:pt x="2771775" y="2781300"/>
                </a:lnTo>
                <a:lnTo>
                  <a:pt x="2771775" y="2790825"/>
                </a:lnTo>
                <a:lnTo>
                  <a:pt x="2838450" y="2857500"/>
                </a:lnTo>
                <a:lnTo>
                  <a:pt x="2847975" y="2857500"/>
                </a:lnTo>
                <a:lnTo>
                  <a:pt x="2876550" y="2886075"/>
                </a:lnTo>
                <a:lnTo>
                  <a:pt x="2876550" y="2895600"/>
                </a:lnTo>
                <a:lnTo>
                  <a:pt x="2886075" y="2905125"/>
                </a:lnTo>
                <a:lnTo>
                  <a:pt x="2886075" y="2924175"/>
                </a:lnTo>
                <a:lnTo>
                  <a:pt x="2895600" y="2933700"/>
                </a:lnTo>
                <a:lnTo>
                  <a:pt x="2895600" y="2990850"/>
                </a:lnTo>
                <a:lnTo>
                  <a:pt x="2905125" y="3000375"/>
                </a:lnTo>
                <a:lnTo>
                  <a:pt x="2905125" y="3019425"/>
                </a:lnTo>
                <a:lnTo>
                  <a:pt x="2924175" y="3038475"/>
                </a:lnTo>
                <a:lnTo>
                  <a:pt x="2924175" y="3048000"/>
                </a:lnTo>
                <a:lnTo>
                  <a:pt x="2933700" y="3057525"/>
                </a:lnTo>
                <a:lnTo>
                  <a:pt x="2933700" y="3067050"/>
                </a:lnTo>
                <a:lnTo>
                  <a:pt x="2952750" y="3086100"/>
                </a:lnTo>
                <a:lnTo>
                  <a:pt x="2952750" y="3124200"/>
                </a:lnTo>
                <a:lnTo>
                  <a:pt x="2943225" y="3133725"/>
                </a:lnTo>
                <a:lnTo>
                  <a:pt x="2933700" y="3133725"/>
                </a:lnTo>
                <a:lnTo>
                  <a:pt x="2924175" y="3143250"/>
                </a:lnTo>
                <a:lnTo>
                  <a:pt x="2886075" y="3143250"/>
                </a:lnTo>
                <a:lnTo>
                  <a:pt x="2876550" y="3133725"/>
                </a:lnTo>
                <a:lnTo>
                  <a:pt x="2867025" y="3133725"/>
                </a:lnTo>
                <a:lnTo>
                  <a:pt x="2857500" y="3124200"/>
                </a:lnTo>
                <a:lnTo>
                  <a:pt x="2857500" y="3114675"/>
                </a:lnTo>
                <a:lnTo>
                  <a:pt x="2847975" y="3105150"/>
                </a:lnTo>
                <a:lnTo>
                  <a:pt x="2847975" y="3095625"/>
                </a:lnTo>
                <a:lnTo>
                  <a:pt x="2838450" y="3086100"/>
                </a:lnTo>
                <a:lnTo>
                  <a:pt x="2838450" y="3076575"/>
                </a:lnTo>
                <a:lnTo>
                  <a:pt x="2828925" y="3067050"/>
                </a:lnTo>
                <a:lnTo>
                  <a:pt x="2828925" y="3057525"/>
                </a:lnTo>
                <a:lnTo>
                  <a:pt x="2819400" y="3048000"/>
                </a:lnTo>
                <a:lnTo>
                  <a:pt x="2819400" y="3038475"/>
                </a:lnTo>
                <a:lnTo>
                  <a:pt x="2809875" y="3028950"/>
                </a:lnTo>
                <a:lnTo>
                  <a:pt x="2800350" y="3028950"/>
                </a:lnTo>
                <a:lnTo>
                  <a:pt x="2790825" y="3019425"/>
                </a:lnTo>
                <a:lnTo>
                  <a:pt x="2781300" y="3019425"/>
                </a:lnTo>
                <a:lnTo>
                  <a:pt x="2771775" y="3009900"/>
                </a:lnTo>
                <a:lnTo>
                  <a:pt x="2752725" y="3009900"/>
                </a:lnTo>
                <a:lnTo>
                  <a:pt x="2743200" y="3000375"/>
                </a:lnTo>
                <a:lnTo>
                  <a:pt x="2705100" y="3000375"/>
                </a:lnTo>
                <a:lnTo>
                  <a:pt x="2695575" y="2990850"/>
                </a:lnTo>
                <a:lnTo>
                  <a:pt x="2571750" y="2990850"/>
                </a:lnTo>
                <a:lnTo>
                  <a:pt x="2562225" y="3000375"/>
                </a:lnTo>
                <a:lnTo>
                  <a:pt x="2543175" y="3000375"/>
                </a:lnTo>
                <a:lnTo>
                  <a:pt x="2533650" y="3009900"/>
                </a:lnTo>
                <a:lnTo>
                  <a:pt x="2514600" y="3009900"/>
                </a:lnTo>
                <a:lnTo>
                  <a:pt x="2505075" y="3019425"/>
                </a:lnTo>
                <a:lnTo>
                  <a:pt x="2476500" y="3019425"/>
                </a:lnTo>
                <a:lnTo>
                  <a:pt x="2466975" y="3028950"/>
                </a:lnTo>
                <a:lnTo>
                  <a:pt x="2343150" y="3028950"/>
                </a:lnTo>
                <a:lnTo>
                  <a:pt x="2333625" y="3038475"/>
                </a:lnTo>
                <a:lnTo>
                  <a:pt x="2286000" y="3038475"/>
                </a:lnTo>
                <a:lnTo>
                  <a:pt x="2276475" y="3048000"/>
                </a:lnTo>
                <a:lnTo>
                  <a:pt x="2247900" y="3048000"/>
                </a:lnTo>
                <a:lnTo>
                  <a:pt x="2238375" y="3057525"/>
                </a:lnTo>
                <a:lnTo>
                  <a:pt x="2209800" y="3057525"/>
                </a:lnTo>
                <a:lnTo>
                  <a:pt x="2200275" y="3067050"/>
                </a:lnTo>
                <a:lnTo>
                  <a:pt x="2124075" y="3067050"/>
                </a:lnTo>
                <a:lnTo>
                  <a:pt x="2105025" y="3048000"/>
                </a:lnTo>
                <a:lnTo>
                  <a:pt x="2105025" y="3028950"/>
                </a:lnTo>
                <a:lnTo>
                  <a:pt x="2095500" y="3019425"/>
                </a:lnTo>
                <a:lnTo>
                  <a:pt x="2095500" y="2971800"/>
                </a:lnTo>
                <a:lnTo>
                  <a:pt x="2085975" y="2962275"/>
                </a:lnTo>
                <a:lnTo>
                  <a:pt x="2085975" y="2943225"/>
                </a:lnTo>
                <a:lnTo>
                  <a:pt x="2066925" y="2924175"/>
                </a:lnTo>
                <a:lnTo>
                  <a:pt x="2047875" y="2924175"/>
                </a:lnTo>
                <a:lnTo>
                  <a:pt x="2019300" y="2952750"/>
                </a:lnTo>
                <a:lnTo>
                  <a:pt x="2019300" y="2971800"/>
                </a:lnTo>
                <a:lnTo>
                  <a:pt x="2009775" y="2981325"/>
                </a:lnTo>
                <a:lnTo>
                  <a:pt x="2009775" y="3019425"/>
                </a:lnTo>
                <a:lnTo>
                  <a:pt x="2019300" y="3028950"/>
                </a:lnTo>
                <a:lnTo>
                  <a:pt x="2019300" y="3038475"/>
                </a:lnTo>
                <a:lnTo>
                  <a:pt x="2028825" y="3048000"/>
                </a:lnTo>
                <a:lnTo>
                  <a:pt x="2038350" y="3048000"/>
                </a:lnTo>
                <a:lnTo>
                  <a:pt x="2047875" y="3057525"/>
                </a:lnTo>
                <a:lnTo>
                  <a:pt x="2057400" y="3057525"/>
                </a:lnTo>
                <a:lnTo>
                  <a:pt x="2085975" y="3086100"/>
                </a:lnTo>
                <a:lnTo>
                  <a:pt x="2085975" y="3095625"/>
                </a:lnTo>
                <a:lnTo>
                  <a:pt x="2047875" y="3133725"/>
                </a:lnTo>
                <a:lnTo>
                  <a:pt x="2038350" y="3133725"/>
                </a:lnTo>
                <a:lnTo>
                  <a:pt x="2028825" y="3143250"/>
                </a:lnTo>
                <a:lnTo>
                  <a:pt x="2019300" y="3143250"/>
                </a:lnTo>
                <a:lnTo>
                  <a:pt x="2000250" y="3162300"/>
                </a:lnTo>
                <a:lnTo>
                  <a:pt x="1990725" y="3162300"/>
                </a:lnTo>
                <a:lnTo>
                  <a:pt x="1990725" y="3171825"/>
                </a:lnTo>
                <a:lnTo>
                  <a:pt x="1981200" y="3181350"/>
                </a:lnTo>
                <a:lnTo>
                  <a:pt x="1981200" y="3190875"/>
                </a:lnTo>
                <a:lnTo>
                  <a:pt x="1971675" y="3200400"/>
                </a:lnTo>
                <a:lnTo>
                  <a:pt x="1971675" y="3238500"/>
                </a:lnTo>
                <a:lnTo>
                  <a:pt x="1962150" y="3248025"/>
                </a:lnTo>
                <a:lnTo>
                  <a:pt x="1962150" y="3333750"/>
                </a:lnTo>
                <a:lnTo>
                  <a:pt x="1971675" y="3343275"/>
                </a:lnTo>
                <a:lnTo>
                  <a:pt x="1971675" y="3362325"/>
                </a:lnTo>
                <a:lnTo>
                  <a:pt x="1981200" y="3371850"/>
                </a:lnTo>
                <a:lnTo>
                  <a:pt x="1990725" y="3371850"/>
                </a:lnTo>
                <a:lnTo>
                  <a:pt x="2000250" y="3381375"/>
                </a:lnTo>
                <a:lnTo>
                  <a:pt x="2019300" y="3381375"/>
                </a:lnTo>
                <a:lnTo>
                  <a:pt x="2057400" y="3419475"/>
                </a:lnTo>
                <a:lnTo>
                  <a:pt x="2057400" y="3476625"/>
                </a:lnTo>
                <a:lnTo>
                  <a:pt x="2047875" y="3486150"/>
                </a:lnTo>
                <a:lnTo>
                  <a:pt x="2047875" y="3495675"/>
                </a:lnTo>
                <a:lnTo>
                  <a:pt x="2038350" y="3505200"/>
                </a:lnTo>
                <a:lnTo>
                  <a:pt x="2038350" y="3533775"/>
                </a:lnTo>
                <a:lnTo>
                  <a:pt x="2047875" y="3543300"/>
                </a:lnTo>
                <a:lnTo>
                  <a:pt x="2047875" y="3552825"/>
                </a:lnTo>
                <a:lnTo>
                  <a:pt x="2057400" y="3562350"/>
                </a:lnTo>
                <a:lnTo>
                  <a:pt x="2057400" y="3571875"/>
                </a:lnTo>
                <a:lnTo>
                  <a:pt x="2085975" y="3600450"/>
                </a:lnTo>
                <a:lnTo>
                  <a:pt x="2085975" y="3609975"/>
                </a:lnTo>
                <a:lnTo>
                  <a:pt x="2105025" y="3629025"/>
                </a:lnTo>
                <a:lnTo>
                  <a:pt x="2105025" y="3657600"/>
                </a:lnTo>
                <a:lnTo>
                  <a:pt x="2114550" y="3667125"/>
                </a:lnTo>
                <a:lnTo>
                  <a:pt x="2105025" y="3676650"/>
                </a:lnTo>
                <a:lnTo>
                  <a:pt x="2105025" y="3705225"/>
                </a:lnTo>
                <a:lnTo>
                  <a:pt x="2095500" y="3714750"/>
                </a:lnTo>
                <a:lnTo>
                  <a:pt x="2095500" y="3724275"/>
                </a:lnTo>
                <a:lnTo>
                  <a:pt x="2085975" y="3733800"/>
                </a:lnTo>
                <a:lnTo>
                  <a:pt x="2085975" y="3743325"/>
                </a:lnTo>
                <a:lnTo>
                  <a:pt x="2057400" y="3771900"/>
                </a:lnTo>
                <a:lnTo>
                  <a:pt x="2038350" y="3771900"/>
                </a:lnTo>
                <a:lnTo>
                  <a:pt x="2028825" y="3762375"/>
                </a:lnTo>
                <a:lnTo>
                  <a:pt x="2019300" y="3762375"/>
                </a:lnTo>
                <a:lnTo>
                  <a:pt x="2000250" y="3743325"/>
                </a:lnTo>
                <a:lnTo>
                  <a:pt x="1990725" y="3743325"/>
                </a:lnTo>
                <a:lnTo>
                  <a:pt x="1981200" y="3733800"/>
                </a:lnTo>
                <a:lnTo>
                  <a:pt x="1971675" y="3733800"/>
                </a:lnTo>
                <a:lnTo>
                  <a:pt x="1933575" y="3695700"/>
                </a:lnTo>
                <a:lnTo>
                  <a:pt x="1933575" y="3686175"/>
                </a:lnTo>
                <a:lnTo>
                  <a:pt x="1924050" y="3676650"/>
                </a:lnTo>
                <a:lnTo>
                  <a:pt x="1924050" y="3667125"/>
                </a:lnTo>
                <a:lnTo>
                  <a:pt x="1914525" y="3657600"/>
                </a:lnTo>
                <a:lnTo>
                  <a:pt x="1914525" y="3629025"/>
                </a:lnTo>
                <a:lnTo>
                  <a:pt x="1905000" y="3619500"/>
                </a:lnTo>
                <a:lnTo>
                  <a:pt x="1905000" y="3419475"/>
                </a:lnTo>
                <a:lnTo>
                  <a:pt x="1895475" y="3409950"/>
                </a:lnTo>
                <a:lnTo>
                  <a:pt x="1857375" y="3409950"/>
                </a:lnTo>
                <a:lnTo>
                  <a:pt x="1847850" y="3400425"/>
                </a:lnTo>
                <a:lnTo>
                  <a:pt x="1771650" y="3400425"/>
                </a:lnTo>
                <a:lnTo>
                  <a:pt x="1762125" y="3390900"/>
                </a:lnTo>
                <a:lnTo>
                  <a:pt x="1724025" y="3390900"/>
                </a:lnTo>
                <a:lnTo>
                  <a:pt x="1714500" y="3381375"/>
                </a:lnTo>
                <a:lnTo>
                  <a:pt x="1685925" y="3381375"/>
                </a:lnTo>
                <a:lnTo>
                  <a:pt x="1676400" y="3371850"/>
                </a:lnTo>
                <a:lnTo>
                  <a:pt x="1657350" y="3371850"/>
                </a:lnTo>
                <a:lnTo>
                  <a:pt x="1647825" y="3362325"/>
                </a:lnTo>
                <a:lnTo>
                  <a:pt x="1628775" y="3362325"/>
                </a:lnTo>
                <a:lnTo>
                  <a:pt x="1619250" y="3352800"/>
                </a:lnTo>
                <a:lnTo>
                  <a:pt x="1609725" y="3352800"/>
                </a:lnTo>
                <a:lnTo>
                  <a:pt x="1600200" y="3343275"/>
                </a:lnTo>
                <a:lnTo>
                  <a:pt x="1590675" y="3343275"/>
                </a:lnTo>
                <a:lnTo>
                  <a:pt x="1581150" y="3333750"/>
                </a:lnTo>
                <a:lnTo>
                  <a:pt x="1562100" y="3333750"/>
                </a:lnTo>
                <a:lnTo>
                  <a:pt x="1552575" y="3324225"/>
                </a:lnTo>
                <a:lnTo>
                  <a:pt x="1533525" y="3324225"/>
                </a:lnTo>
                <a:lnTo>
                  <a:pt x="1524000" y="3314700"/>
                </a:lnTo>
                <a:lnTo>
                  <a:pt x="1485900" y="3314700"/>
                </a:lnTo>
                <a:lnTo>
                  <a:pt x="1476375" y="3305175"/>
                </a:lnTo>
                <a:lnTo>
                  <a:pt x="1419225" y="3305175"/>
                </a:lnTo>
                <a:lnTo>
                  <a:pt x="1409700" y="3295650"/>
                </a:lnTo>
                <a:lnTo>
                  <a:pt x="1381125" y="3295650"/>
                </a:lnTo>
                <a:lnTo>
                  <a:pt x="1371600" y="3286125"/>
                </a:lnTo>
                <a:lnTo>
                  <a:pt x="1362075" y="3286125"/>
                </a:lnTo>
                <a:lnTo>
                  <a:pt x="1352550" y="3276600"/>
                </a:lnTo>
                <a:lnTo>
                  <a:pt x="1343025" y="3276600"/>
                </a:lnTo>
                <a:lnTo>
                  <a:pt x="1323975" y="3257550"/>
                </a:lnTo>
                <a:lnTo>
                  <a:pt x="1314450" y="3257550"/>
                </a:lnTo>
                <a:lnTo>
                  <a:pt x="1304925" y="3248025"/>
                </a:lnTo>
                <a:lnTo>
                  <a:pt x="1295400" y="3248025"/>
                </a:lnTo>
                <a:lnTo>
                  <a:pt x="1285875" y="3238500"/>
                </a:lnTo>
                <a:lnTo>
                  <a:pt x="1266825" y="3238500"/>
                </a:lnTo>
                <a:lnTo>
                  <a:pt x="1257300" y="3248025"/>
                </a:lnTo>
                <a:lnTo>
                  <a:pt x="1247775" y="3248025"/>
                </a:lnTo>
                <a:lnTo>
                  <a:pt x="1228725" y="3267075"/>
                </a:lnTo>
                <a:lnTo>
                  <a:pt x="1228725" y="3276600"/>
                </a:lnTo>
                <a:lnTo>
                  <a:pt x="1219200" y="3286125"/>
                </a:lnTo>
                <a:lnTo>
                  <a:pt x="1219200" y="3295650"/>
                </a:lnTo>
                <a:lnTo>
                  <a:pt x="1200150" y="3314700"/>
                </a:lnTo>
                <a:lnTo>
                  <a:pt x="1200150" y="3324225"/>
                </a:lnTo>
                <a:lnTo>
                  <a:pt x="1190625" y="3333750"/>
                </a:lnTo>
                <a:lnTo>
                  <a:pt x="1190625" y="3343275"/>
                </a:lnTo>
                <a:lnTo>
                  <a:pt x="1181100" y="3352800"/>
                </a:lnTo>
                <a:lnTo>
                  <a:pt x="1181100" y="3362325"/>
                </a:lnTo>
                <a:lnTo>
                  <a:pt x="1171575" y="3371850"/>
                </a:lnTo>
                <a:lnTo>
                  <a:pt x="1171575" y="3381375"/>
                </a:lnTo>
                <a:lnTo>
                  <a:pt x="1162050" y="3390900"/>
                </a:lnTo>
                <a:lnTo>
                  <a:pt x="1162050" y="3400425"/>
                </a:lnTo>
                <a:lnTo>
                  <a:pt x="1152525" y="3409950"/>
                </a:lnTo>
                <a:lnTo>
                  <a:pt x="1152525" y="3429000"/>
                </a:lnTo>
                <a:lnTo>
                  <a:pt x="1143000" y="3438525"/>
                </a:lnTo>
                <a:lnTo>
                  <a:pt x="1143000" y="3457575"/>
                </a:lnTo>
                <a:lnTo>
                  <a:pt x="1133475" y="3467100"/>
                </a:lnTo>
                <a:lnTo>
                  <a:pt x="1133475" y="3514725"/>
                </a:lnTo>
                <a:lnTo>
                  <a:pt x="1123950" y="3524250"/>
                </a:lnTo>
                <a:lnTo>
                  <a:pt x="1133475" y="3533775"/>
                </a:lnTo>
                <a:lnTo>
                  <a:pt x="1133475" y="3581400"/>
                </a:lnTo>
                <a:lnTo>
                  <a:pt x="1143000" y="3590925"/>
                </a:lnTo>
                <a:lnTo>
                  <a:pt x="1143000" y="3609975"/>
                </a:lnTo>
                <a:lnTo>
                  <a:pt x="1152525" y="3619500"/>
                </a:lnTo>
                <a:lnTo>
                  <a:pt x="1152525" y="3638550"/>
                </a:lnTo>
                <a:lnTo>
                  <a:pt x="1162050" y="3648075"/>
                </a:lnTo>
                <a:lnTo>
                  <a:pt x="1162050" y="3667125"/>
                </a:lnTo>
                <a:lnTo>
                  <a:pt x="1171575" y="3676650"/>
                </a:lnTo>
                <a:lnTo>
                  <a:pt x="1171575" y="3695700"/>
                </a:lnTo>
                <a:lnTo>
                  <a:pt x="1181100" y="3705225"/>
                </a:lnTo>
                <a:lnTo>
                  <a:pt x="1181100" y="3733800"/>
                </a:lnTo>
                <a:lnTo>
                  <a:pt x="1190625" y="3743325"/>
                </a:lnTo>
                <a:lnTo>
                  <a:pt x="1190625" y="3762375"/>
                </a:lnTo>
                <a:lnTo>
                  <a:pt x="1200150" y="3771900"/>
                </a:lnTo>
                <a:lnTo>
                  <a:pt x="1200150" y="3781425"/>
                </a:lnTo>
                <a:lnTo>
                  <a:pt x="1209675" y="3790950"/>
                </a:lnTo>
                <a:lnTo>
                  <a:pt x="1209675" y="3800475"/>
                </a:lnTo>
                <a:lnTo>
                  <a:pt x="1295400" y="3886200"/>
                </a:lnTo>
                <a:lnTo>
                  <a:pt x="1295400" y="3905250"/>
                </a:lnTo>
                <a:lnTo>
                  <a:pt x="1304925" y="3914775"/>
                </a:lnTo>
                <a:lnTo>
                  <a:pt x="1304925" y="3933825"/>
                </a:lnTo>
                <a:lnTo>
                  <a:pt x="1314450" y="3943350"/>
                </a:lnTo>
                <a:lnTo>
                  <a:pt x="1314450" y="3971925"/>
                </a:lnTo>
                <a:lnTo>
                  <a:pt x="1323975" y="3981450"/>
                </a:lnTo>
                <a:lnTo>
                  <a:pt x="1323975" y="3990975"/>
                </a:lnTo>
                <a:lnTo>
                  <a:pt x="1333500" y="4000500"/>
                </a:lnTo>
                <a:lnTo>
                  <a:pt x="1333500" y="4010025"/>
                </a:lnTo>
                <a:lnTo>
                  <a:pt x="1371600" y="4048125"/>
                </a:lnTo>
                <a:lnTo>
                  <a:pt x="1371600" y="4057650"/>
                </a:lnTo>
                <a:lnTo>
                  <a:pt x="1400175" y="4086225"/>
                </a:lnTo>
                <a:lnTo>
                  <a:pt x="1400175" y="4095750"/>
                </a:lnTo>
                <a:lnTo>
                  <a:pt x="1466850" y="4162425"/>
                </a:lnTo>
                <a:lnTo>
                  <a:pt x="1476375" y="4162425"/>
                </a:lnTo>
                <a:lnTo>
                  <a:pt x="1485900" y="4171950"/>
                </a:lnTo>
                <a:lnTo>
                  <a:pt x="1514475" y="4171950"/>
                </a:lnTo>
                <a:lnTo>
                  <a:pt x="1524000" y="4181475"/>
                </a:lnTo>
                <a:lnTo>
                  <a:pt x="1590675" y="4181475"/>
                </a:lnTo>
                <a:lnTo>
                  <a:pt x="1600200" y="4171950"/>
                </a:lnTo>
                <a:lnTo>
                  <a:pt x="1685925" y="4171950"/>
                </a:lnTo>
                <a:lnTo>
                  <a:pt x="1695450" y="4181475"/>
                </a:lnTo>
                <a:lnTo>
                  <a:pt x="1704975" y="4181475"/>
                </a:lnTo>
                <a:lnTo>
                  <a:pt x="1733550" y="4210050"/>
                </a:lnTo>
                <a:lnTo>
                  <a:pt x="1733550" y="4248150"/>
                </a:lnTo>
                <a:lnTo>
                  <a:pt x="1743075" y="4257675"/>
                </a:lnTo>
                <a:lnTo>
                  <a:pt x="1838325" y="4257675"/>
                </a:lnTo>
                <a:lnTo>
                  <a:pt x="1838325" y="4248150"/>
                </a:lnTo>
                <a:lnTo>
                  <a:pt x="1828800" y="4238625"/>
                </a:lnTo>
                <a:lnTo>
                  <a:pt x="1828800" y="4181475"/>
                </a:lnTo>
                <a:lnTo>
                  <a:pt x="1819275" y="4171950"/>
                </a:lnTo>
                <a:lnTo>
                  <a:pt x="1819275" y="4162425"/>
                </a:lnTo>
                <a:lnTo>
                  <a:pt x="1809750" y="4152900"/>
                </a:lnTo>
                <a:lnTo>
                  <a:pt x="1809750" y="4143375"/>
                </a:lnTo>
                <a:lnTo>
                  <a:pt x="1800225" y="4133850"/>
                </a:lnTo>
                <a:lnTo>
                  <a:pt x="1800225" y="4114800"/>
                </a:lnTo>
                <a:lnTo>
                  <a:pt x="1790700" y="4105275"/>
                </a:lnTo>
                <a:lnTo>
                  <a:pt x="1790700" y="4038600"/>
                </a:lnTo>
                <a:lnTo>
                  <a:pt x="1800225" y="4029075"/>
                </a:lnTo>
                <a:lnTo>
                  <a:pt x="1800225" y="4019550"/>
                </a:lnTo>
                <a:lnTo>
                  <a:pt x="1857375" y="3962400"/>
                </a:lnTo>
                <a:lnTo>
                  <a:pt x="1866900" y="3962400"/>
                </a:lnTo>
                <a:lnTo>
                  <a:pt x="1914525" y="3914775"/>
                </a:lnTo>
                <a:lnTo>
                  <a:pt x="1924050" y="3914775"/>
                </a:lnTo>
                <a:lnTo>
                  <a:pt x="1952625" y="3886200"/>
                </a:lnTo>
                <a:lnTo>
                  <a:pt x="1962150" y="3886200"/>
                </a:lnTo>
                <a:lnTo>
                  <a:pt x="1981200" y="3867150"/>
                </a:lnTo>
                <a:lnTo>
                  <a:pt x="1990725" y="3867150"/>
                </a:lnTo>
                <a:lnTo>
                  <a:pt x="2028825" y="3829050"/>
                </a:lnTo>
                <a:lnTo>
                  <a:pt x="2038350" y="3829050"/>
                </a:lnTo>
                <a:lnTo>
                  <a:pt x="2047875" y="3819525"/>
                </a:lnTo>
                <a:lnTo>
                  <a:pt x="2076450" y="3819525"/>
                </a:lnTo>
                <a:lnTo>
                  <a:pt x="2085975" y="3829050"/>
                </a:lnTo>
                <a:lnTo>
                  <a:pt x="2095500" y="3829050"/>
                </a:lnTo>
                <a:lnTo>
                  <a:pt x="2114550" y="3848100"/>
                </a:lnTo>
                <a:lnTo>
                  <a:pt x="2124075" y="3848100"/>
                </a:lnTo>
                <a:lnTo>
                  <a:pt x="2133600" y="3857625"/>
                </a:lnTo>
                <a:lnTo>
                  <a:pt x="2219325" y="3857625"/>
                </a:lnTo>
                <a:lnTo>
                  <a:pt x="2228850" y="3848100"/>
                </a:lnTo>
                <a:lnTo>
                  <a:pt x="2238375" y="3848100"/>
                </a:lnTo>
                <a:lnTo>
                  <a:pt x="2247900" y="3838575"/>
                </a:lnTo>
                <a:lnTo>
                  <a:pt x="2257425" y="3838575"/>
                </a:lnTo>
                <a:lnTo>
                  <a:pt x="2276475" y="3819525"/>
                </a:lnTo>
                <a:lnTo>
                  <a:pt x="2286000" y="3819525"/>
                </a:lnTo>
                <a:lnTo>
                  <a:pt x="2295525" y="3810000"/>
                </a:lnTo>
                <a:lnTo>
                  <a:pt x="2305050" y="3810000"/>
                </a:lnTo>
                <a:lnTo>
                  <a:pt x="2314575" y="3800475"/>
                </a:lnTo>
                <a:lnTo>
                  <a:pt x="2333625" y="3800475"/>
                </a:lnTo>
                <a:lnTo>
                  <a:pt x="2343150" y="3790950"/>
                </a:lnTo>
                <a:lnTo>
                  <a:pt x="2381250" y="3790950"/>
                </a:lnTo>
                <a:lnTo>
                  <a:pt x="2390775" y="3800475"/>
                </a:lnTo>
                <a:lnTo>
                  <a:pt x="2457450" y="3800475"/>
                </a:lnTo>
                <a:lnTo>
                  <a:pt x="2466975" y="3790950"/>
                </a:lnTo>
                <a:lnTo>
                  <a:pt x="2495550" y="3790950"/>
                </a:lnTo>
                <a:lnTo>
                  <a:pt x="2505075" y="3781425"/>
                </a:lnTo>
                <a:lnTo>
                  <a:pt x="2524125" y="3781425"/>
                </a:lnTo>
                <a:lnTo>
                  <a:pt x="2543175" y="3762375"/>
                </a:lnTo>
                <a:lnTo>
                  <a:pt x="2552700" y="3762375"/>
                </a:lnTo>
                <a:lnTo>
                  <a:pt x="2562225" y="3752850"/>
                </a:lnTo>
                <a:lnTo>
                  <a:pt x="2571750" y="3752850"/>
                </a:lnTo>
                <a:lnTo>
                  <a:pt x="2581275" y="3743325"/>
                </a:lnTo>
                <a:lnTo>
                  <a:pt x="2590800" y="3743325"/>
                </a:lnTo>
                <a:lnTo>
                  <a:pt x="2600325" y="3733800"/>
                </a:lnTo>
                <a:lnTo>
                  <a:pt x="2609850" y="3733800"/>
                </a:lnTo>
                <a:lnTo>
                  <a:pt x="2619375" y="3724275"/>
                </a:lnTo>
                <a:lnTo>
                  <a:pt x="2628900" y="3724275"/>
                </a:lnTo>
                <a:lnTo>
                  <a:pt x="2638425" y="3714750"/>
                </a:lnTo>
                <a:lnTo>
                  <a:pt x="2667000" y="3714750"/>
                </a:lnTo>
                <a:lnTo>
                  <a:pt x="2676525" y="3705225"/>
                </a:lnTo>
                <a:lnTo>
                  <a:pt x="2724150" y="3705225"/>
                </a:lnTo>
                <a:lnTo>
                  <a:pt x="2733675" y="3695700"/>
                </a:lnTo>
                <a:lnTo>
                  <a:pt x="2752725" y="3695700"/>
                </a:lnTo>
                <a:lnTo>
                  <a:pt x="2762250" y="3705225"/>
                </a:lnTo>
                <a:lnTo>
                  <a:pt x="2838450" y="3705225"/>
                </a:lnTo>
                <a:lnTo>
                  <a:pt x="2847975" y="3714750"/>
                </a:lnTo>
                <a:lnTo>
                  <a:pt x="2933700" y="3714750"/>
                </a:lnTo>
                <a:lnTo>
                  <a:pt x="2943225" y="3705225"/>
                </a:lnTo>
                <a:lnTo>
                  <a:pt x="2952750" y="3705225"/>
                </a:lnTo>
                <a:lnTo>
                  <a:pt x="2962275" y="3695700"/>
                </a:lnTo>
                <a:lnTo>
                  <a:pt x="2971800" y="3695700"/>
                </a:lnTo>
                <a:lnTo>
                  <a:pt x="3009900" y="3657600"/>
                </a:lnTo>
                <a:lnTo>
                  <a:pt x="3095625" y="3657600"/>
                </a:lnTo>
                <a:lnTo>
                  <a:pt x="3105150" y="3648075"/>
                </a:lnTo>
                <a:lnTo>
                  <a:pt x="3114675" y="3648075"/>
                </a:lnTo>
                <a:lnTo>
                  <a:pt x="3133725" y="3629025"/>
                </a:lnTo>
                <a:lnTo>
                  <a:pt x="3143250" y="3629025"/>
                </a:lnTo>
                <a:lnTo>
                  <a:pt x="3181350" y="3590925"/>
                </a:lnTo>
                <a:lnTo>
                  <a:pt x="3190875" y="3590925"/>
                </a:lnTo>
                <a:lnTo>
                  <a:pt x="3200400" y="3581400"/>
                </a:lnTo>
                <a:lnTo>
                  <a:pt x="3219450" y="3581400"/>
                </a:lnTo>
                <a:lnTo>
                  <a:pt x="3228975" y="3571875"/>
                </a:lnTo>
                <a:lnTo>
                  <a:pt x="3257550" y="3571875"/>
                </a:lnTo>
                <a:lnTo>
                  <a:pt x="3267075" y="3562350"/>
                </a:lnTo>
                <a:lnTo>
                  <a:pt x="3371850" y="3562350"/>
                </a:lnTo>
                <a:lnTo>
                  <a:pt x="3381375" y="3552825"/>
                </a:lnTo>
                <a:lnTo>
                  <a:pt x="3429000" y="3552825"/>
                </a:lnTo>
                <a:lnTo>
                  <a:pt x="3438525" y="3543300"/>
                </a:lnTo>
                <a:lnTo>
                  <a:pt x="3457575" y="3543300"/>
                </a:lnTo>
                <a:lnTo>
                  <a:pt x="3467100" y="3533775"/>
                </a:lnTo>
                <a:lnTo>
                  <a:pt x="3476625" y="3533775"/>
                </a:lnTo>
                <a:lnTo>
                  <a:pt x="3505200" y="3505200"/>
                </a:lnTo>
                <a:lnTo>
                  <a:pt x="3514725" y="3505200"/>
                </a:lnTo>
                <a:lnTo>
                  <a:pt x="3571875" y="3448050"/>
                </a:lnTo>
                <a:lnTo>
                  <a:pt x="3581400" y="3448050"/>
                </a:lnTo>
                <a:lnTo>
                  <a:pt x="3590925" y="3438525"/>
                </a:lnTo>
                <a:lnTo>
                  <a:pt x="3600450" y="3438525"/>
                </a:lnTo>
                <a:lnTo>
                  <a:pt x="3609975" y="3429000"/>
                </a:lnTo>
                <a:lnTo>
                  <a:pt x="3619500" y="3429000"/>
                </a:lnTo>
                <a:lnTo>
                  <a:pt x="3629025" y="3419475"/>
                </a:lnTo>
                <a:lnTo>
                  <a:pt x="3629025" y="3400425"/>
                </a:lnTo>
                <a:lnTo>
                  <a:pt x="3638550" y="3390900"/>
                </a:lnTo>
                <a:lnTo>
                  <a:pt x="3638550" y="3381375"/>
                </a:lnTo>
                <a:lnTo>
                  <a:pt x="3629025" y="3371850"/>
                </a:lnTo>
                <a:lnTo>
                  <a:pt x="3629025" y="3333750"/>
                </a:lnTo>
                <a:lnTo>
                  <a:pt x="3619500" y="3324225"/>
                </a:lnTo>
                <a:lnTo>
                  <a:pt x="3619500" y="3295650"/>
                </a:lnTo>
                <a:lnTo>
                  <a:pt x="3609975" y="3286125"/>
                </a:lnTo>
                <a:lnTo>
                  <a:pt x="3609975" y="3257550"/>
                </a:lnTo>
                <a:lnTo>
                  <a:pt x="3600450" y="3248025"/>
                </a:lnTo>
                <a:lnTo>
                  <a:pt x="3600450" y="3228975"/>
                </a:lnTo>
                <a:lnTo>
                  <a:pt x="3590925" y="3219450"/>
                </a:lnTo>
                <a:lnTo>
                  <a:pt x="3590925" y="3190875"/>
                </a:lnTo>
                <a:lnTo>
                  <a:pt x="3581400" y="3181350"/>
                </a:lnTo>
                <a:lnTo>
                  <a:pt x="3581400" y="3028950"/>
                </a:lnTo>
                <a:lnTo>
                  <a:pt x="3571875" y="3019425"/>
                </a:lnTo>
                <a:lnTo>
                  <a:pt x="3571875" y="2981325"/>
                </a:lnTo>
                <a:lnTo>
                  <a:pt x="3552825" y="2962275"/>
                </a:lnTo>
                <a:lnTo>
                  <a:pt x="3552825" y="2952750"/>
                </a:lnTo>
                <a:lnTo>
                  <a:pt x="3543300" y="2952750"/>
                </a:lnTo>
                <a:lnTo>
                  <a:pt x="3533775" y="2943225"/>
                </a:lnTo>
                <a:lnTo>
                  <a:pt x="3524250" y="2943225"/>
                </a:lnTo>
                <a:lnTo>
                  <a:pt x="3514725" y="2933700"/>
                </a:lnTo>
                <a:lnTo>
                  <a:pt x="3476625" y="2933700"/>
                </a:lnTo>
                <a:lnTo>
                  <a:pt x="3467100" y="2924175"/>
                </a:lnTo>
                <a:lnTo>
                  <a:pt x="3457575" y="2924175"/>
                </a:lnTo>
                <a:lnTo>
                  <a:pt x="3429000" y="2895600"/>
                </a:lnTo>
                <a:lnTo>
                  <a:pt x="3429000" y="2876550"/>
                </a:lnTo>
                <a:lnTo>
                  <a:pt x="3419475" y="2867025"/>
                </a:lnTo>
                <a:lnTo>
                  <a:pt x="3419475" y="2828925"/>
                </a:lnTo>
                <a:lnTo>
                  <a:pt x="3429000" y="2819400"/>
                </a:lnTo>
                <a:lnTo>
                  <a:pt x="3429000" y="2781300"/>
                </a:lnTo>
                <a:lnTo>
                  <a:pt x="3438525" y="2771775"/>
                </a:lnTo>
                <a:lnTo>
                  <a:pt x="3438525" y="2752725"/>
                </a:lnTo>
                <a:lnTo>
                  <a:pt x="3457575" y="2733675"/>
                </a:lnTo>
                <a:lnTo>
                  <a:pt x="3457575" y="2724150"/>
                </a:lnTo>
                <a:lnTo>
                  <a:pt x="3486150" y="2695575"/>
                </a:lnTo>
                <a:lnTo>
                  <a:pt x="3495675" y="2695575"/>
                </a:lnTo>
                <a:lnTo>
                  <a:pt x="3514725" y="2676525"/>
                </a:lnTo>
                <a:lnTo>
                  <a:pt x="3524250" y="2676525"/>
                </a:lnTo>
                <a:lnTo>
                  <a:pt x="3533775" y="2667000"/>
                </a:lnTo>
                <a:lnTo>
                  <a:pt x="3543300" y="2667000"/>
                </a:lnTo>
                <a:lnTo>
                  <a:pt x="3552825" y="2657475"/>
                </a:lnTo>
                <a:lnTo>
                  <a:pt x="3562350" y="2657475"/>
                </a:lnTo>
                <a:lnTo>
                  <a:pt x="3571875" y="2647950"/>
                </a:lnTo>
                <a:lnTo>
                  <a:pt x="3581400" y="2647950"/>
                </a:lnTo>
                <a:lnTo>
                  <a:pt x="3609975" y="2619375"/>
                </a:lnTo>
                <a:lnTo>
                  <a:pt x="3609975" y="2609850"/>
                </a:lnTo>
                <a:lnTo>
                  <a:pt x="3619500" y="2600325"/>
                </a:lnTo>
                <a:lnTo>
                  <a:pt x="3619500" y="2590800"/>
                </a:lnTo>
                <a:lnTo>
                  <a:pt x="3609975" y="2581275"/>
                </a:lnTo>
                <a:lnTo>
                  <a:pt x="3609975" y="2571750"/>
                </a:lnTo>
                <a:lnTo>
                  <a:pt x="3600450" y="2562225"/>
                </a:lnTo>
                <a:lnTo>
                  <a:pt x="3600450" y="2552700"/>
                </a:lnTo>
                <a:lnTo>
                  <a:pt x="3524250" y="2476500"/>
                </a:lnTo>
                <a:lnTo>
                  <a:pt x="3514725" y="2476500"/>
                </a:lnTo>
                <a:lnTo>
                  <a:pt x="3467100" y="2428875"/>
                </a:lnTo>
                <a:lnTo>
                  <a:pt x="3467100" y="2409825"/>
                </a:lnTo>
                <a:lnTo>
                  <a:pt x="3457575" y="2400300"/>
                </a:lnTo>
                <a:lnTo>
                  <a:pt x="3457575" y="2238375"/>
                </a:lnTo>
                <a:lnTo>
                  <a:pt x="3448050" y="2228850"/>
                </a:lnTo>
                <a:lnTo>
                  <a:pt x="3448050" y="2209800"/>
                </a:lnTo>
                <a:lnTo>
                  <a:pt x="3438525" y="2200275"/>
                </a:lnTo>
                <a:lnTo>
                  <a:pt x="3438525" y="2190750"/>
                </a:lnTo>
                <a:lnTo>
                  <a:pt x="3409950" y="2162175"/>
                </a:lnTo>
                <a:lnTo>
                  <a:pt x="3409950" y="2152650"/>
                </a:lnTo>
                <a:lnTo>
                  <a:pt x="3400425" y="2143125"/>
                </a:lnTo>
                <a:lnTo>
                  <a:pt x="3400425" y="2124075"/>
                </a:lnTo>
                <a:lnTo>
                  <a:pt x="3390900" y="2114550"/>
                </a:lnTo>
                <a:lnTo>
                  <a:pt x="3390900" y="2095500"/>
                </a:lnTo>
                <a:lnTo>
                  <a:pt x="3381375" y="2085975"/>
                </a:lnTo>
                <a:lnTo>
                  <a:pt x="3381375" y="1933575"/>
                </a:lnTo>
                <a:lnTo>
                  <a:pt x="3390900" y="1924050"/>
                </a:lnTo>
                <a:lnTo>
                  <a:pt x="3390900" y="1914525"/>
                </a:lnTo>
                <a:lnTo>
                  <a:pt x="3409950" y="1895475"/>
                </a:lnTo>
                <a:lnTo>
                  <a:pt x="3409950" y="1885950"/>
                </a:lnTo>
                <a:lnTo>
                  <a:pt x="3438525" y="1857375"/>
                </a:lnTo>
                <a:lnTo>
                  <a:pt x="3438525" y="1847850"/>
                </a:lnTo>
                <a:lnTo>
                  <a:pt x="3448050" y="1838325"/>
                </a:lnTo>
                <a:lnTo>
                  <a:pt x="3448050" y="1809750"/>
                </a:lnTo>
                <a:lnTo>
                  <a:pt x="3457575" y="1800225"/>
                </a:lnTo>
                <a:lnTo>
                  <a:pt x="3457575" y="1781175"/>
                </a:lnTo>
                <a:lnTo>
                  <a:pt x="3448050" y="1771650"/>
                </a:lnTo>
                <a:lnTo>
                  <a:pt x="3448050" y="1752600"/>
                </a:lnTo>
                <a:lnTo>
                  <a:pt x="3438525" y="1743075"/>
                </a:lnTo>
                <a:lnTo>
                  <a:pt x="3438525" y="1733550"/>
                </a:lnTo>
                <a:lnTo>
                  <a:pt x="3409950" y="1704975"/>
                </a:lnTo>
                <a:lnTo>
                  <a:pt x="3400425" y="1704975"/>
                </a:lnTo>
                <a:lnTo>
                  <a:pt x="3352800" y="1657350"/>
                </a:lnTo>
                <a:lnTo>
                  <a:pt x="3352800" y="1647825"/>
                </a:lnTo>
                <a:lnTo>
                  <a:pt x="3343275" y="1638300"/>
                </a:lnTo>
                <a:lnTo>
                  <a:pt x="3343275" y="1533525"/>
                </a:lnTo>
                <a:lnTo>
                  <a:pt x="3333750" y="1524000"/>
                </a:lnTo>
                <a:lnTo>
                  <a:pt x="3333750" y="1504950"/>
                </a:lnTo>
                <a:lnTo>
                  <a:pt x="3314700" y="1485900"/>
                </a:lnTo>
                <a:lnTo>
                  <a:pt x="3314700" y="1476375"/>
                </a:lnTo>
                <a:lnTo>
                  <a:pt x="3295650" y="1457325"/>
                </a:lnTo>
                <a:lnTo>
                  <a:pt x="3286125" y="1457325"/>
                </a:lnTo>
                <a:lnTo>
                  <a:pt x="3267075" y="1438275"/>
                </a:lnTo>
                <a:lnTo>
                  <a:pt x="3257550" y="1438275"/>
                </a:lnTo>
                <a:lnTo>
                  <a:pt x="3248025" y="1428750"/>
                </a:lnTo>
                <a:lnTo>
                  <a:pt x="3181350" y="1428750"/>
                </a:lnTo>
                <a:lnTo>
                  <a:pt x="3171825" y="1438275"/>
                </a:lnTo>
                <a:lnTo>
                  <a:pt x="3152775" y="1438275"/>
                </a:lnTo>
                <a:lnTo>
                  <a:pt x="3143250" y="1428750"/>
                </a:lnTo>
                <a:lnTo>
                  <a:pt x="3133725" y="1428750"/>
                </a:lnTo>
                <a:lnTo>
                  <a:pt x="3105150" y="1400175"/>
                </a:lnTo>
                <a:lnTo>
                  <a:pt x="3105150" y="1390650"/>
                </a:lnTo>
                <a:lnTo>
                  <a:pt x="3124200" y="1371600"/>
                </a:lnTo>
                <a:lnTo>
                  <a:pt x="3133725" y="1371600"/>
                </a:lnTo>
                <a:lnTo>
                  <a:pt x="3143250" y="1362075"/>
                </a:lnTo>
                <a:lnTo>
                  <a:pt x="3152775" y="1371600"/>
                </a:lnTo>
                <a:lnTo>
                  <a:pt x="3181350" y="1371600"/>
                </a:lnTo>
                <a:lnTo>
                  <a:pt x="3190875" y="1381125"/>
                </a:lnTo>
                <a:lnTo>
                  <a:pt x="3238500" y="1381125"/>
                </a:lnTo>
                <a:lnTo>
                  <a:pt x="3248025" y="1371600"/>
                </a:lnTo>
                <a:lnTo>
                  <a:pt x="3257550" y="1371600"/>
                </a:lnTo>
                <a:lnTo>
                  <a:pt x="3276600" y="1352550"/>
                </a:lnTo>
                <a:lnTo>
                  <a:pt x="3286125" y="1352550"/>
                </a:lnTo>
                <a:lnTo>
                  <a:pt x="3295650" y="1343025"/>
                </a:lnTo>
                <a:lnTo>
                  <a:pt x="3295650" y="1333500"/>
                </a:lnTo>
                <a:lnTo>
                  <a:pt x="3314700" y="1314450"/>
                </a:lnTo>
                <a:lnTo>
                  <a:pt x="3314700" y="1304925"/>
                </a:lnTo>
                <a:lnTo>
                  <a:pt x="3324225" y="1295400"/>
                </a:lnTo>
                <a:lnTo>
                  <a:pt x="3324225" y="1228725"/>
                </a:lnTo>
                <a:lnTo>
                  <a:pt x="3314700" y="1219200"/>
                </a:lnTo>
                <a:lnTo>
                  <a:pt x="3314700" y="1200150"/>
                </a:lnTo>
                <a:lnTo>
                  <a:pt x="3305175" y="1190625"/>
                </a:lnTo>
                <a:lnTo>
                  <a:pt x="3305175" y="1181100"/>
                </a:lnTo>
                <a:lnTo>
                  <a:pt x="3276600" y="1152525"/>
                </a:lnTo>
                <a:lnTo>
                  <a:pt x="3276600" y="1143000"/>
                </a:lnTo>
                <a:lnTo>
                  <a:pt x="3267075" y="1143000"/>
                </a:lnTo>
                <a:lnTo>
                  <a:pt x="3228975" y="1104900"/>
                </a:lnTo>
                <a:lnTo>
                  <a:pt x="3219450" y="1104900"/>
                </a:lnTo>
                <a:lnTo>
                  <a:pt x="3209925" y="1095375"/>
                </a:lnTo>
                <a:lnTo>
                  <a:pt x="3209925" y="1085850"/>
                </a:lnTo>
                <a:lnTo>
                  <a:pt x="3190875" y="1066800"/>
                </a:lnTo>
                <a:lnTo>
                  <a:pt x="3190875" y="1047750"/>
                </a:lnTo>
                <a:lnTo>
                  <a:pt x="3181350" y="1038225"/>
                </a:lnTo>
                <a:lnTo>
                  <a:pt x="3181350" y="981075"/>
                </a:lnTo>
                <a:lnTo>
                  <a:pt x="3190875" y="971550"/>
                </a:lnTo>
                <a:lnTo>
                  <a:pt x="3190875" y="952500"/>
                </a:lnTo>
                <a:lnTo>
                  <a:pt x="3200400" y="942975"/>
                </a:lnTo>
                <a:lnTo>
                  <a:pt x="3200400" y="933450"/>
                </a:lnTo>
                <a:lnTo>
                  <a:pt x="3209925" y="923925"/>
                </a:lnTo>
                <a:lnTo>
                  <a:pt x="3209925" y="914400"/>
                </a:lnTo>
                <a:lnTo>
                  <a:pt x="3248025" y="876300"/>
                </a:lnTo>
                <a:lnTo>
                  <a:pt x="3248025" y="866775"/>
                </a:lnTo>
                <a:lnTo>
                  <a:pt x="3257550" y="857250"/>
                </a:lnTo>
                <a:lnTo>
                  <a:pt x="3257550" y="847725"/>
                </a:lnTo>
                <a:lnTo>
                  <a:pt x="3267075" y="838200"/>
                </a:lnTo>
                <a:lnTo>
                  <a:pt x="3267075" y="771525"/>
                </a:lnTo>
                <a:lnTo>
                  <a:pt x="3257550" y="762000"/>
                </a:lnTo>
                <a:lnTo>
                  <a:pt x="3257550" y="742950"/>
                </a:lnTo>
                <a:lnTo>
                  <a:pt x="3248025" y="733425"/>
                </a:lnTo>
                <a:lnTo>
                  <a:pt x="3248025" y="723900"/>
                </a:lnTo>
                <a:lnTo>
                  <a:pt x="3238500" y="714375"/>
                </a:lnTo>
                <a:lnTo>
                  <a:pt x="3238500" y="704850"/>
                </a:lnTo>
                <a:lnTo>
                  <a:pt x="3228975" y="695325"/>
                </a:lnTo>
                <a:lnTo>
                  <a:pt x="3228975" y="685800"/>
                </a:lnTo>
                <a:lnTo>
                  <a:pt x="3209925" y="666750"/>
                </a:lnTo>
                <a:lnTo>
                  <a:pt x="3209925" y="647700"/>
                </a:lnTo>
                <a:lnTo>
                  <a:pt x="3200400" y="638175"/>
                </a:lnTo>
                <a:lnTo>
                  <a:pt x="3200400" y="628650"/>
                </a:lnTo>
                <a:lnTo>
                  <a:pt x="3190875" y="619125"/>
                </a:lnTo>
                <a:lnTo>
                  <a:pt x="3190875" y="609600"/>
                </a:lnTo>
                <a:lnTo>
                  <a:pt x="3162300" y="581025"/>
                </a:lnTo>
                <a:lnTo>
                  <a:pt x="3162300" y="571500"/>
                </a:lnTo>
                <a:lnTo>
                  <a:pt x="3152775" y="571500"/>
                </a:lnTo>
                <a:lnTo>
                  <a:pt x="3124200" y="542925"/>
                </a:lnTo>
                <a:lnTo>
                  <a:pt x="3114675" y="542925"/>
                </a:lnTo>
                <a:lnTo>
                  <a:pt x="3105150" y="533400"/>
                </a:lnTo>
                <a:lnTo>
                  <a:pt x="3095625" y="533400"/>
                </a:lnTo>
                <a:lnTo>
                  <a:pt x="3048000" y="485775"/>
                </a:lnTo>
                <a:lnTo>
                  <a:pt x="3048000" y="476250"/>
                </a:lnTo>
                <a:lnTo>
                  <a:pt x="3009900" y="438150"/>
                </a:lnTo>
                <a:lnTo>
                  <a:pt x="3000375" y="438150"/>
                </a:lnTo>
                <a:lnTo>
                  <a:pt x="2990850" y="428625"/>
                </a:lnTo>
                <a:lnTo>
                  <a:pt x="2981325" y="428625"/>
                </a:lnTo>
                <a:lnTo>
                  <a:pt x="2971800" y="419100"/>
                </a:lnTo>
                <a:lnTo>
                  <a:pt x="2962275" y="419100"/>
                </a:lnTo>
                <a:lnTo>
                  <a:pt x="2952750" y="409575"/>
                </a:lnTo>
                <a:lnTo>
                  <a:pt x="2933700" y="409575"/>
                </a:lnTo>
                <a:lnTo>
                  <a:pt x="2924175" y="400050"/>
                </a:lnTo>
                <a:lnTo>
                  <a:pt x="2886075" y="400050"/>
                </a:lnTo>
                <a:lnTo>
                  <a:pt x="2876550" y="390525"/>
                </a:lnTo>
                <a:close/>
              </a:path>
              <a:path w="4267200" h="4267200">
                <a:moveTo>
                  <a:pt x="4210050" y="152400"/>
                </a:moveTo>
                <a:lnTo>
                  <a:pt x="4200525" y="161925"/>
                </a:lnTo>
                <a:lnTo>
                  <a:pt x="4181475" y="161925"/>
                </a:lnTo>
                <a:lnTo>
                  <a:pt x="4171950" y="171450"/>
                </a:lnTo>
                <a:lnTo>
                  <a:pt x="4162425" y="171450"/>
                </a:lnTo>
                <a:lnTo>
                  <a:pt x="4152900" y="180975"/>
                </a:lnTo>
                <a:lnTo>
                  <a:pt x="4143375" y="180975"/>
                </a:lnTo>
                <a:lnTo>
                  <a:pt x="4114800" y="209550"/>
                </a:lnTo>
                <a:lnTo>
                  <a:pt x="4114800" y="228600"/>
                </a:lnTo>
                <a:lnTo>
                  <a:pt x="4105275" y="238125"/>
                </a:lnTo>
                <a:lnTo>
                  <a:pt x="4105275" y="314325"/>
                </a:lnTo>
                <a:lnTo>
                  <a:pt x="4114800" y="323850"/>
                </a:lnTo>
                <a:lnTo>
                  <a:pt x="4114800" y="466725"/>
                </a:lnTo>
                <a:lnTo>
                  <a:pt x="4105275" y="476250"/>
                </a:lnTo>
                <a:lnTo>
                  <a:pt x="4105275" y="866775"/>
                </a:lnTo>
                <a:lnTo>
                  <a:pt x="4095750" y="876300"/>
                </a:lnTo>
                <a:lnTo>
                  <a:pt x="4095750" y="885825"/>
                </a:lnTo>
                <a:lnTo>
                  <a:pt x="4076700" y="904875"/>
                </a:lnTo>
                <a:lnTo>
                  <a:pt x="4076700" y="914400"/>
                </a:lnTo>
                <a:lnTo>
                  <a:pt x="4048125" y="942975"/>
                </a:lnTo>
                <a:lnTo>
                  <a:pt x="4048125" y="952500"/>
                </a:lnTo>
                <a:lnTo>
                  <a:pt x="4029075" y="971550"/>
                </a:lnTo>
                <a:lnTo>
                  <a:pt x="4029075" y="981075"/>
                </a:lnTo>
                <a:lnTo>
                  <a:pt x="4019550" y="990600"/>
                </a:lnTo>
                <a:lnTo>
                  <a:pt x="4019550" y="1009650"/>
                </a:lnTo>
                <a:lnTo>
                  <a:pt x="4010025" y="1019175"/>
                </a:lnTo>
                <a:lnTo>
                  <a:pt x="4010025" y="1038225"/>
                </a:lnTo>
                <a:lnTo>
                  <a:pt x="4000500" y="1047750"/>
                </a:lnTo>
                <a:lnTo>
                  <a:pt x="4000500" y="1076325"/>
                </a:lnTo>
                <a:lnTo>
                  <a:pt x="3990975" y="1085850"/>
                </a:lnTo>
                <a:lnTo>
                  <a:pt x="3990975" y="1228725"/>
                </a:lnTo>
                <a:lnTo>
                  <a:pt x="4000500" y="1238250"/>
                </a:lnTo>
                <a:lnTo>
                  <a:pt x="4000500" y="1257300"/>
                </a:lnTo>
                <a:lnTo>
                  <a:pt x="3990975" y="1266825"/>
                </a:lnTo>
                <a:lnTo>
                  <a:pt x="3990975" y="1314450"/>
                </a:lnTo>
                <a:lnTo>
                  <a:pt x="3981450" y="1323975"/>
                </a:lnTo>
                <a:lnTo>
                  <a:pt x="3981450" y="1362075"/>
                </a:lnTo>
                <a:lnTo>
                  <a:pt x="3971925" y="1371600"/>
                </a:lnTo>
                <a:lnTo>
                  <a:pt x="3971925" y="1447800"/>
                </a:lnTo>
                <a:lnTo>
                  <a:pt x="3981450" y="1457325"/>
                </a:lnTo>
                <a:lnTo>
                  <a:pt x="3981450" y="1514475"/>
                </a:lnTo>
                <a:lnTo>
                  <a:pt x="3990975" y="1524000"/>
                </a:lnTo>
                <a:lnTo>
                  <a:pt x="3990975" y="1571625"/>
                </a:lnTo>
                <a:lnTo>
                  <a:pt x="4000500" y="1581150"/>
                </a:lnTo>
                <a:lnTo>
                  <a:pt x="4000500" y="1609725"/>
                </a:lnTo>
                <a:lnTo>
                  <a:pt x="4010025" y="1619250"/>
                </a:lnTo>
                <a:lnTo>
                  <a:pt x="4010025" y="1638300"/>
                </a:lnTo>
                <a:lnTo>
                  <a:pt x="4019550" y="1647825"/>
                </a:lnTo>
                <a:lnTo>
                  <a:pt x="4019550" y="1666875"/>
                </a:lnTo>
                <a:lnTo>
                  <a:pt x="4029075" y="1676400"/>
                </a:lnTo>
                <a:lnTo>
                  <a:pt x="4029075" y="1695450"/>
                </a:lnTo>
                <a:lnTo>
                  <a:pt x="4038600" y="1704975"/>
                </a:lnTo>
                <a:lnTo>
                  <a:pt x="4038600" y="1724025"/>
                </a:lnTo>
                <a:lnTo>
                  <a:pt x="4048125" y="1733550"/>
                </a:lnTo>
                <a:lnTo>
                  <a:pt x="4048125" y="1752600"/>
                </a:lnTo>
                <a:lnTo>
                  <a:pt x="4057650" y="1762125"/>
                </a:lnTo>
                <a:lnTo>
                  <a:pt x="4057650" y="1809750"/>
                </a:lnTo>
                <a:lnTo>
                  <a:pt x="4067175" y="1819275"/>
                </a:lnTo>
                <a:lnTo>
                  <a:pt x="4067175" y="1866900"/>
                </a:lnTo>
                <a:lnTo>
                  <a:pt x="4076700" y="1876425"/>
                </a:lnTo>
                <a:lnTo>
                  <a:pt x="4076700" y="1895475"/>
                </a:lnTo>
                <a:lnTo>
                  <a:pt x="4086225" y="1905000"/>
                </a:lnTo>
                <a:lnTo>
                  <a:pt x="4086225" y="1914525"/>
                </a:lnTo>
                <a:lnTo>
                  <a:pt x="4114800" y="1943100"/>
                </a:lnTo>
                <a:lnTo>
                  <a:pt x="4124325" y="1943100"/>
                </a:lnTo>
                <a:lnTo>
                  <a:pt x="4143375" y="1962150"/>
                </a:lnTo>
                <a:lnTo>
                  <a:pt x="4162425" y="1962150"/>
                </a:lnTo>
                <a:lnTo>
                  <a:pt x="4171950" y="1971675"/>
                </a:lnTo>
                <a:lnTo>
                  <a:pt x="4181475" y="1971675"/>
                </a:lnTo>
                <a:lnTo>
                  <a:pt x="4191000" y="1981200"/>
                </a:lnTo>
                <a:lnTo>
                  <a:pt x="4238625" y="1981200"/>
                </a:lnTo>
                <a:lnTo>
                  <a:pt x="4248150" y="1990725"/>
                </a:lnTo>
                <a:lnTo>
                  <a:pt x="4257675" y="1990725"/>
                </a:lnTo>
                <a:lnTo>
                  <a:pt x="4257675" y="152400"/>
                </a:lnTo>
                <a:close/>
              </a:path>
              <a:path w="4267200" h="4267200">
                <a:moveTo>
                  <a:pt x="190500" y="133350"/>
                </a:moveTo>
                <a:lnTo>
                  <a:pt x="180975" y="142875"/>
                </a:lnTo>
                <a:lnTo>
                  <a:pt x="161925" y="142875"/>
                </a:lnTo>
                <a:lnTo>
                  <a:pt x="142875" y="161925"/>
                </a:lnTo>
                <a:lnTo>
                  <a:pt x="142875" y="171450"/>
                </a:lnTo>
                <a:lnTo>
                  <a:pt x="133350" y="180975"/>
                </a:lnTo>
                <a:lnTo>
                  <a:pt x="133350" y="219075"/>
                </a:lnTo>
                <a:lnTo>
                  <a:pt x="142875" y="228600"/>
                </a:lnTo>
                <a:lnTo>
                  <a:pt x="142875" y="238125"/>
                </a:lnTo>
                <a:lnTo>
                  <a:pt x="152400" y="247650"/>
                </a:lnTo>
                <a:lnTo>
                  <a:pt x="161925" y="247650"/>
                </a:lnTo>
                <a:lnTo>
                  <a:pt x="171450" y="257175"/>
                </a:lnTo>
                <a:lnTo>
                  <a:pt x="228600" y="257175"/>
                </a:lnTo>
                <a:lnTo>
                  <a:pt x="257175" y="228600"/>
                </a:lnTo>
                <a:lnTo>
                  <a:pt x="257175" y="171450"/>
                </a:lnTo>
                <a:lnTo>
                  <a:pt x="247650" y="161925"/>
                </a:lnTo>
                <a:lnTo>
                  <a:pt x="247650" y="152400"/>
                </a:lnTo>
                <a:lnTo>
                  <a:pt x="238125" y="152400"/>
                </a:lnTo>
                <a:lnTo>
                  <a:pt x="228600" y="142875"/>
                </a:lnTo>
                <a:lnTo>
                  <a:pt x="219075" y="142875"/>
                </a:lnTo>
                <a:lnTo>
                  <a:pt x="209550" y="1333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F382E"/>
            </a:solidFill>
          </a:ln>
        </p:spPr>
      </p:sp>
      <p:sp>
        <p:nvSpPr>
          <p:cNvPr id="120" name="contour-frame">
            <a:extLst xmlns:a="http://schemas.openxmlformats.org/drawingml/2006/main">
              <a:ext uri="{FF2B5EF4-FFF2-40B4-BE49-F238E27FC236}">
                <a16:creationId xmlns:a16="http://schemas.microsoft.com/office/drawing/2014/main" id="{896AAC7F-7484-4DE7-8C29-51EE92AB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52950"/>
            <a:ext cx="123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4A5AE"/>
            </a:solidFill>
            <a:prstDash val="solid"/>
          </a:ln>
        </p:spPr>
      </p:sp>
      <p:sp>
        <p:nvSpPr>
          <p:cNvPr id="121" name="map-label">
            <a:extLst xmlns:a="http://schemas.openxmlformats.org/drawingml/2006/main">
              <a:ext uri="{FF2B5EF4-FFF2-40B4-BE49-F238E27FC236}">
                <a16:creationId xmlns:a16="http://schemas.microsoft.com/office/drawing/2014/main" id="{1C162262-F3D5-42F3-95C2-EBB83212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8388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122" name="display-label">
            <a:extLst xmlns:a="http://schemas.openxmlformats.org/drawingml/2006/main">
              <a:ext uri="{FF2B5EF4-FFF2-40B4-BE49-F238E27FC236}">
                <a16:creationId xmlns:a16="http://schemas.microsoft.com/office/drawing/2014/main" id="{7923726E-6933-4EE8-8762-BB662ED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38825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Display</a:t>
            </a:r>
          </a:p>
        </p:txBody>
      </p:sp>
      <p:sp>
        <p:nvSpPr>
          <p:cNvPr id="123" name="image-score">
            <a:extLst xmlns:a="http://schemas.openxmlformats.org/drawingml/2006/main">
              <a:ext uri="{FF2B5EF4-FFF2-40B4-BE49-F238E27FC236}">
                <a16:creationId xmlns:a16="http://schemas.microsoft.com/office/drawing/2014/main" id="{F6743B6C-528D-4DD7-A8CB-CADA490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2865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img,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max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u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A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t,u</a:t>
            </a:r>
          </a:p>
        </p:txBody>
      </p:sp>
      <p:sp>
        <p:nvSpPr>
          <p:cNvPr id="124" name="display-only">
            <a:extLst xmlns:a="http://schemas.openxmlformats.org/drawingml/2006/main">
              <a:ext uri="{FF2B5EF4-FFF2-40B4-BE49-F238E27FC236}">
                <a16:creationId xmlns:a16="http://schemas.microsoft.com/office/drawing/2014/main" id="{983DB1B9-2A41-4CEF-822B-18E90751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715125"/>
            <a:ext cx="723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Contour uses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τ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vis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for display only</a:t>
            </a:r>
          </a:p>
        </p:txBody>
      </p:sp>
      <p:sp>
        <p:nvSpPr>
          <p:cNvPr id="125" name="section-c">
            <a:extLst xmlns:a="http://schemas.openxmlformats.org/drawingml/2006/main">
              <a:ext uri="{FF2B5EF4-FFF2-40B4-BE49-F238E27FC236}">
                <a16:creationId xmlns:a16="http://schemas.microsoft.com/office/drawing/2014/main" id="{8FAF7DFE-16F1-49FC-A804-08D9FCCF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2580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(c) Separate representation effects from matching effects</a:t>
            </a:r>
          </a:p>
        </p:txBody>
      </p:sp>
      <p:sp>
        <p:nvSpPr>
          <p:cNvPr id="126" name="control-label-0">
            <a:extLst xmlns:a="http://schemas.openxmlformats.org/drawingml/2006/main">
              <a:ext uri="{FF2B5EF4-FFF2-40B4-BE49-F238E27FC236}">
                <a16:creationId xmlns:a16="http://schemas.microsoft.com/office/drawing/2014/main" id="{7EF6D695-0DBB-45AB-A90C-D843D2BE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A1</a:t>
            </a:r>
          </a:p>
        </p:txBody>
      </p:sp>
      <p:sp>
        <p:nvSpPr>
          <p:cNvPr id="127" name="control-weights-0">
            <a:extLst xmlns:a="http://schemas.openxmlformats.org/drawingml/2006/main">
              <a:ext uri="{FF2B5EF4-FFF2-40B4-BE49-F238E27FC236}">
                <a16:creationId xmlns:a16="http://schemas.microsoft.com/office/drawing/2014/main" id="{AE5DBED4-8DBA-4E30-A86D-15FCD2E5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½   C ½</a:t>
            </a:r>
          </a:p>
        </p:txBody>
      </p:sp>
      <p:sp>
        <p:nvSpPr>
          <p:cNvPr id="128" name="control-label-1">
            <a:extLst xmlns:a="http://schemas.openxmlformats.org/drawingml/2006/main">
              <a:ext uri="{FF2B5EF4-FFF2-40B4-BE49-F238E27FC236}">
                <a16:creationId xmlns:a16="http://schemas.microsoft.com/office/drawing/2014/main" id="{6FD8BC0E-100C-4EB1-9DFB-7EB2E714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DUP</a:t>
            </a:r>
          </a:p>
        </p:txBody>
      </p:sp>
      <p:sp>
        <p:nvSpPr>
          <p:cNvPr id="129" name="control-weights-1">
            <a:extLst xmlns:a="http://schemas.openxmlformats.org/drawingml/2006/main">
              <a:ext uri="{FF2B5EF4-FFF2-40B4-BE49-F238E27FC236}">
                <a16:creationId xmlns:a16="http://schemas.microsoft.com/office/drawing/2014/main" id="{FC2CF733-6356-4891-BDBC-F1DA644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B copy ⅓   C ⅓</a:t>
            </a:r>
          </a:p>
        </p:txBody>
      </p:sp>
      <p:sp>
        <p:nvSpPr>
          <p:cNvPr id="130" name="control-label-2">
            <a:extLst xmlns:a="http://schemas.openxmlformats.org/drawingml/2006/main">
              <a:ext uri="{FF2B5EF4-FFF2-40B4-BE49-F238E27FC236}">
                <a16:creationId xmlns:a16="http://schemas.microsoft.com/office/drawing/2014/main" id="{E91F3FF5-CB29-4A15-8275-591A7ED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TRI</a:t>
            </a:r>
          </a:p>
        </p:txBody>
      </p:sp>
      <p:sp>
        <p:nvSpPr>
          <p:cNvPr id="131" name="control-weights-2">
            <a:extLst xmlns:a="http://schemas.openxmlformats.org/drawingml/2006/main">
              <a:ext uri="{FF2B5EF4-FFF2-40B4-BE49-F238E27FC236}">
                <a16:creationId xmlns:a16="http://schemas.microsoft.com/office/drawing/2014/main" id="{2E611815-99C6-4EA8-AE3C-4F28BE0B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⅓   S or D ⅓   C ⅓</a:t>
            </a:r>
          </a:p>
        </p:txBody>
      </p:sp>
      <p:sp>
        <p:nvSpPr>
          <p:cNvPr id="132" name="control-label-3">
            <a:extLst xmlns:a="http://schemas.openxmlformats.org/drawingml/2006/main">
              <a:ext uri="{FF2B5EF4-FFF2-40B4-BE49-F238E27FC236}">
                <a16:creationId xmlns:a16="http://schemas.microsoft.com/office/drawing/2014/main" id="{321A2266-A3FA-4733-BA5F-D44219F4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34300"/>
            <a:ext cx="2876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BAL</a:t>
            </a:r>
          </a:p>
        </p:txBody>
      </p:sp>
      <p:sp>
        <p:nvSpPr>
          <p:cNvPr id="133" name="control-weights-3">
            <a:extLst xmlns:a="http://schemas.openxmlformats.org/drawingml/2006/main">
              <a:ext uri="{FF2B5EF4-FFF2-40B4-BE49-F238E27FC236}">
                <a16:creationId xmlns:a16="http://schemas.microsoft.com/office/drawing/2014/main" id="{CFDB7B26-3A26-43E7-B594-945431A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124825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B ¼   S or D ¼   C ½</a:t>
            </a:r>
          </a:p>
        </p:txBody>
      </p:sp>
      <p:sp>
        <p:nvSpPr>
          <p:cNvPr id="134" name="tri-effect">
            <a:extLst xmlns:a="http://schemas.openxmlformats.org/drawingml/2006/main">
              <a:ext uri="{FF2B5EF4-FFF2-40B4-BE49-F238E27FC236}">
                <a16:creationId xmlns:a16="http://schemas.microsoft.com/office/drawing/2014/main" id="{93EEC01E-B09E-40F6-B676-A36DC067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(TRI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(DUP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5" name="bal-effect">
            <a:extLst xmlns:a="http://schemas.openxmlformats.org/drawingml/2006/main">
              <a:ext uri="{FF2B5EF4-FFF2-40B4-BE49-F238E27FC236}">
                <a16:creationId xmlns:a16="http://schemas.microsoft.com/office/drawing/2014/main" id="{6C0CA7D5-3B60-4211-804B-DA3710C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677275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(BAL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(A1</a:t>
            </a:r>
            <a:r>
              <a:rPr sz="2250" b="0" i="1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)</a:t>
            </a:r>
          </a:p>
        </p:txBody>
      </p:sp>
      <p:sp>
        <p:nvSpPr>
          <p:cNvPr id="136" name="tri-interaction">
            <a:extLst xmlns:a="http://schemas.openxmlformats.org/drawingml/2006/main">
              <a:ext uri="{FF2B5EF4-FFF2-40B4-BE49-F238E27FC236}">
                <a16:creationId xmlns:a16="http://schemas.microsoft.com/office/drawing/2014/main" id="{6E3D814D-92E6-4089-A8B9-94625FA0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TRI,J</a:t>
            </a:r>
          </a:p>
        </p:txBody>
      </p:sp>
      <p:sp>
        <p:nvSpPr>
          <p:cNvPr id="137" name="bal-interaction">
            <a:extLst xmlns:a="http://schemas.openxmlformats.org/drawingml/2006/main">
              <a:ext uri="{FF2B5EF4-FFF2-40B4-BE49-F238E27FC236}">
                <a16:creationId xmlns:a16="http://schemas.microsoft.com/office/drawing/2014/main" id="{127E520A-1736-49BE-9A6C-5E396092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92011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1E2E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BAL,L</a:t>
            </a:r>
            <a:r>
              <a:rPr sz="2250" b="0" i="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250" b="0" i="1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250" b="0" i="0" baseline="-25000">
                <a:solidFill>
                  <a:srgbClr val="1E2E38"/>
                </a:solidFill>
                <a:latin typeface="Cambria Math"/>
                <a:ea typeface="Cambria Math"/>
                <a:cs typeface="Cambria Math"/>
              </a:rPr>
              <a:t>BAL,J</a:t>
            </a:r>
          </a:p>
        </p:txBody>
      </p:sp>
      <p:sp>
        <p:nvSpPr>
          <p:cNvPr id="138" name="matched-condition-note">
            <a:extLst xmlns:a="http://schemas.openxmlformats.org/drawingml/2006/main">
              <a:ext uri="{FF2B5EF4-FFF2-40B4-BE49-F238E27FC236}">
                <a16:creationId xmlns:a16="http://schemas.microsoft.com/office/drawing/2014/main" id="{EC58E636-8087-493D-AF5D-2157E0C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667875"/>
            <a:ext cx="1162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E2E38"/>
                </a:solidFill>
                <a:latin typeface="Times New Roman"/>
                <a:ea typeface="Times New Roman"/>
                <a:cs typeface="Times New Roman"/>
              </a:rPr>
              <a:t>Identical supports and query images within every paired comparison</a:t>
            </a:r>
          </a:p>
        </p:txBody>
      </p:sp>
    </p:spTree>
    <p:extLst>
      <p:ext uri="{BB962C8B-B14F-4D97-AF65-F5344CB8AC3E}">
        <p14:creationId xmlns:p14="http://schemas.microsoft.com/office/powerpoint/2010/main" val="1853547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2026-09-20T00:29:06.2300000Z</dcterms:created>
  <dcterms:modified xsi:type="dcterms:W3CDTF">2026-09-20T00:29:06.2300000Z</dcterms:modified>
</coreProperties>
</file>