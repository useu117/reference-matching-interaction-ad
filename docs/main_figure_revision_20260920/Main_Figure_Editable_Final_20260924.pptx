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f87188e6284e8c" /><Relationship Type="http://schemas.openxmlformats.org/officeDocument/2006/relationships/extended-properties" Target="/docProps/app.xml" Id="R03d31c709c9743f4" /><Relationship Type="http://schemas.openxmlformats.org/officeDocument/2006/relationships/officeDocument" Target="/ppt/presentation.xml" Id="R9e7412dee2fa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0ad050a9984d80"/>
  </p:sldMasterIdLst>
  <p:notesMasterIdLst>
    <p:notesMasterId xmlns:r="http://schemas.openxmlformats.org/officeDocument/2006/relationships" r:id="R05005811a96946bd"/>
  </p:notesMasterIdLst>
  <p:sldIdLst>
    <p:sldId xmlns:r="http://schemas.openxmlformats.org/officeDocument/2006/relationships" id="256" r:id="Ra8902c71096d4658"/>
  </p:sldIdLst>
  <p:sldSz cx="12192000" cy="1009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ef7ebbe6f54f73" /><Relationship Type="http://schemas.openxmlformats.org/officeDocument/2006/relationships/slideMaster" Target="/ppt/slideMasters/slideMaster1.xml" Id="R5e0ad050a9984d80" /><Relationship Type="http://schemas.openxmlformats.org/officeDocument/2006/relationships/notesMaster" Target="/ppt/notesMasters/notesMaster1.xml" Id="R05005811a96946bd" /><Relationship Type="http://schemas.openxmlformats.org/officeDocument/2006/relationships/presProps" Target="/ppt/presProps.xml" Id="R0c90a16c36244f19" /><Relationship Type="http://schemas.openxmlformats.org/officeDocument/2006/relationships/tableStyles" Target="/ppt/tableStyles.xml" Id="R566c4b15567c4357" /><Relationship Type="http://schemas.openxmlformats.org/officeDocument/2006/relationships/slide" Target="/ppt/slides/slide1.xml" Id="Ra8902c71096d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251d99968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4e7b4707a4460" /><Relationship Type="http://schemas.openxmlformats.org/officeDocument/2006/relationships/notesMaster" Target="/ppt/notesMasters/notesMaster1.xml" Id="R1ca4074eea2c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sources: scripts/manuscript_build_20260914 and docs/manuscript_polished_20260919. Real image assets: D:\STUDY\My_github\reference-matching-interaction-ad\scripts\figures_reference_matching_20260914\assets. MPDD metal_plate/test/scratches/026.png, A1 joint matching, seed 0 K=1. Score map follows stored resize and Gaussian sigma=4 processing. Red contour uses archived 256-bin Otsu polygons without loading a test mask. Three support thumbnails illustrate the general K-image input; they do not claim the output example used all three. B/C/S/D are upright encoder labels. p is query-patch index, b branch index, r normal-bank candidate. Native model outputs are the continuous anomaly map and its spatial maximum. Contour is display only. Extra encoder is a fixed construction, never a runtime switch. All diagrams and labels are editable native shapes, with real images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498a39c5a4c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bdc67e265498d" /><Relationship Type="http://schemas.openxmlformats.org/officeDocument/2006/relationships/slideLayout" Target="/ppt/slideLayouts/slideLayout1.xml" Id="R0b6f569b445b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6f569b445b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3cbc6f96a48b1" /><Relationship Type="http://schemas.openxmlformats.org/officeDocument/2006/relationships/image" Target="/ppt/media/image.png" Id="Rfbb1e5d6bd2245d4" /><Relationship Type="http://schemas.openxmlformats.org/officeDocument/2006/relationships/image" Target="/ppt/media/image2.png" Id="R15a0ef559d744f57" /><Relationship Type="http://schemas.openxmlformats.org/officeDocument/2006/relationships/image" Target="/ppt/media/image3.png" Id="R509c74b20ead4125" /><Relationship Type="http://schemas.openxmlformats.org/officeDocument/2006/relationships/image" Target="/ppt/media/image4.png" Id="Rb26450d0397946bc" /><Relationship Type="http://schemas.openxmlformats.org/officeDocument/2006/relationships/image" Target="/ppt/media/image5.png" Id="R0e614f49874f4191" /><Relationship Type="http://schemas.openxmlformats.org/officeDocument/2006/relationships/image" Target="/ppt/media/image6.png" Id="R138eba92e6144ad1" /><Relationship Type="http://schemas.openxmlformats.org/officeDocument/2006/relationships/notesSlide" Target="/ppt/notesSlides/notesSlide1.xml" Id="R12683e1b764047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memory-band">
            <a:extLst xmlns:a="http://schemas.openxmlformats.org/drawingml/2006/main">
              <a:ext uri="{FF2B5EF4-FFF2-40B4-BE49-F238E27FC236}">
                <a16:creationId xmlns:a16="http://schemas.microsoft.com/office/drawing/2014/main" id="{C79A28DF-5666-4AA6-B995-83AC111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19634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ry-band">
            <a:extLst xmlns:a="http://schemas.openxmlformats.org/drawingml/2006/main">
              <a:ext uri="{FF2B5EF4-FFF2-40B4-BE49-F238E27FC236}">
                <a16:creationId xmlns:a16="http://schemas.microsoft.com/office/drawing/2014/main" id="{47F87769-ACF8-4DE9-B051-B81C6922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1963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rol-band">
            <a:extLst xmlns:a="http://schemas.openxmlformats.org/drawingml/2006/main">
              <a:ext uri="{FF2B5EF4-FFF2-40B4-BE49-F238E27FC236}">
                <a16:creationId xmlns:a16="http://schemas.microsoft.com/office/drawing/2014/main" id="{C36C6AEA-6A45-48CB-BE22-C850FDDC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162800"/>
            <a:ext cx="11963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a">
            <a:extLst xmlns:a="http://schemas.openxmlformats.org/drawingml/2006/main">
              <a:ext uri="{FF2B5EF4-FFF2-40B4-BE49-F238E27FC236}">
                <a16:creationId xmlns:a16="http://schemas.microsoft.com/office/drawing/2014/main" id="{BFE25F82-DC5B-42DA-8CA6-DB73B3C6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(a) Construct the normal reference bank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1e5d6bd2245d4"/>
          <a:stretch xmlns:a="http://schemas.openxmlformats.org/drawingml/2006/main"/>
        </p:blipFill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support-border-0">
            <a:extLst xmlns:a="http://schemas.openxmlformats.org/drawingml/2006/main">
              <a:ext uri="{FF2B5EF4-FFF2-40B4-BE49-F238E27FC236}">
                <a16:creationId xmlns:a16="http://schemas.microsoft.com/office/drawing/2014/main" id="{8CB2B9F6-B773-433D-918C-1AC57CD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0ef559d744f57"/>
          <a:stretch xmlns:a="http://schemas.openxmlformats.org/drawingml/2006/main"/>
        </p:blipFill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support-border-1">
            <a:extLst xmlns:a="http://schemas.openxmlformats.org/drawingml/2006/main">
              <a:ext uri="{FF2B5EF4-FFF2-40B4-BE49-F238E27FC236}">
                <a16:creationId xmlns:a16="http://schemas.microsoft.com/office/drawing/2014/main" id="{F5D28C20-AA19-4CA6-A766-6B1299D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c74b20ead4125"/>
          <a:stretch xmlns:a="http://schemas.openxmlformats.org/drawingml/2006/main"/>
        </p:blipFill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0" name="support-border-2">
            <a:extLst xmlns:a="http://schemas.openxmlformats.org/drawingml/2006/main">
              <a:ext uri="{FF2B5EF4-FFF2-40B4-BE49-F238E27FC236}">
                <a16:creationId xmlns:a16="http://schemas.microsoft.com/office/drawing/2014/main" id="{0E92FC3D-CAD0-4191-95DA-F019259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11" name="support-set">
            <a:extLst xmlns:a="http://schemas.openxmlformats.org/drawingml/2006/main">
              <a:ext uri="{FF2B5EF4-FFF2-40B4-BE49-F238E27FC236}">
                <a16:creationId xmlns:a16="http://schemas.microsoft.com/office/drawing/2014/main" id="{5A89C2A0-A016-4A20-AE85-3D1CE30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336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1" baseline="30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2" name="support-description">
            <a:extLst xmlns:a="http://schemas.openxmlformats.org/drawingml/2006/main">
              <a:ext uri="{FF2B5EF4-FFF2-40B4-BE49-F238E27FC236}">
                <a16:creationId xmlns:a16="http://schemas.microsoft.com/office/drawing/2014/main" id="{A27E39A7-1581-40A1-86BD-34C0B031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normal images</a:t>
            </a:r>
          </a:p>
        </p:txBody>
      </p:sp>
      <p:sp>
        <p:nvSpPr>
          <p:cNvPr id="13" name="frozen-box">
            <a:extLst xmlns:a="http://schemas.openxmlformats.org/drawingml/2006/main">
              <a:ext uri="{FF2B5EF4-FFF2-40B4-BE49-F238E27FC236}">
                <a16:creationId xmlns:a16="http://schemas.microsoft.com/office/drawing/2014/main" id="{655B149B-F7EF-45A8-A829-4915FFE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62000"/>
            <a:ext cx="3009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4" name="frozen-title">
            <a:extLst xmlns:a="http://schemas.openxmlformats.org/drawingml/2006/main">
              <a:ext uri="{FF2B5EF4-FFF2-40B4-BE49-F238E27FC236}">
                <a16:creationId xmlns:a16="http://schemas.microsoft.com/office/drawing/2014/main" id="{DE6E492C-1637-4D8E-BEE5-83983C9C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9057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encoders</a:t>
            </a:r>
          </a:p>
        </p:txBody>
      </p:sp>
      <p:sp>
        <p:nvSpPr>
          <p:cNvPr id="15" name="branch-0">
            <a:extLst xmlns:a="http://schemas.openxmlformats.org/drawingml/2006/main">
              <a:ext uri="{FF2B5EF4-FFF2-40B4-BE49-F238E27FC236}">
                <a16:creationId xmlns:a16="http://schemas.microsoft.com/office/drawing/2014/main" id="{D65BDC35-C696-4EC6-9D0A-3E42DE75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09675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7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6" name="branch-label-0">
            <a:extLst xmlns:a="http://schemas.openxmlformats.org/drawingml/2006/main">
              <a:ext uri="{FF2B5EF4-FFF2-40B4-BE49-F238E27FC236}">
                <a16:creationId xmlns:a16="http://schemas.microsoft.com/office/drawing/2014/main" id="{63A2804B-77E6-47A0-942E-317A1FD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1906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DINOv2-B</a:t>
            </a:r>
          </a:p>
        </p:txBody>
      </p:sp>
      <p:sp>
        <p:nvSpPr>
          <p:cNvPr id="17" name="branch-1">
            <a:extLst xmlns:a="http://schemas.openxmlformats.org/drawingml/2006/main">
              <a:ext uri="{FF2B5EF4-FFF2-40B4-BE49-F238E27FC236}">
                <a16:creationId xmlns:a16="http://schemas.microsoft.com/office/drawing/2014/main" id="{2AD2E452-FE58-4F1F-B944-348D85E8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543050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4288">
            <a:solidFill>
              <a:srgbClr val="B27C20"/>
            </a:solidFill>
            <a:prstDash val="solid"/>
          </a:ln>
        </p:spPr>
      </p:sp>
      <p:sp>
        <p:nvSpPr>
          <p:cNvPr id="18" name="branch-label-1">
            <a:extLst xmlns:a="http://schemas.openxmlformats.org/drawingml/2006/main">
              <a:ext uri="{FF2B5EF4-FFF2-40B4-BE49-F238E27FC236}">
                <a16:creationId xmlns:a16="http://schemas.microsoft.com/office/drawing/2014/main" id="{CC14396D-D9DB-485B-A5A9-8D48A267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524000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AnomalyCLIP visual</a:t>
            </a:r>
          </a:p>
        </p:txBody>
      </p:sp>
      <p:sp>
        <p:nvSpPr>
          <p:cNvPr id="19" name="branch-2">
            <a:extLst xmlns:a="http://schemas.openxmlformats.org/drawingml/2006/main">
              <a:ext uri="{FF2B5EF4-FFF2-40B4-BE49-F238E27FC236}">
                <a16:creationId xmlns:a16="http://schemas.microsoft.com/office/drawing/2014/main" id="{4368C9D9-E23C-43C6-904B-27A4969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76425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8"/>
          </a:solidFill>
          <a:ln xmlns:a="http://schemas.openxmlformats.org/drawingml/2006/main" w="14288">
            <a:solidFill>
              <a:srgbClr val="3F7C5E"/>
            </a:solidFill>
            <a:prstDash val="solid"/>
          </a:ln>
        </p:spPr>
      </p:sp>
      <p:sp>
        <p:nvSpPr>
          <p:cNvPr id="20" name="branch-label-2">
            <a:extLst xmlns:a="http://schemas.openxmlformats.org/drawingml/2006/main">
              <a:ext uri="{FF2B5EF4-FFF2-40B4-BE49-F238E27FC236}">
                <a16:creationId xmlns:a16="http://schemas.microsoft.com/office/drawing/2014/main" id="{A9809125-CC38-4FED-8F53-0C74702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57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rPr>
              <a:t>Extra descriptor slot</a:t>
            </a:r>
          </a:p>
        </p:txBody>
      </p:sp>
      <p:sp>
        <p:nvSpPr>
          <p:cNvPr id="21" name="frozen-note">
            <a:extLst xmlns:a="http://schemas.openxmlformats.org/drawingml/2006/main">
              <a:ext uri="{FF2B5EF4-FFF2-40B4-BE49-F238E27FC236}">
                <a16:creationId xmlns:a16="http://schemas.microsoft.com/office/drawing/2014/main" id="{60B097B1-A895-4796-942C-BB0448D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parameters</a:t>
            </a:r>
          </a:p>
        </p:txBody>
      </p:sp>
      <p:sp>
        <p:nvSpPr>
          <p:cNvPr id="22" name="anchor-0">
            <a:extLst xmlns:a="http://schemas.openxmlformats.org/drawingml/2006/main">
              <a:ext uri="{FF2B5EF4-FFF2-40B4-BE49-F238E27FC236}">
                <a16:creationId xmlns:a16="http://schemas.microsoft.com/office/drawing/2014/main" id="{DE6F6B56-F1F0-4182-8C33-C10856E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anchor-1">
            <a:extLst xmlns:a="http://schemas.openxmlformats.org/drawingml/2006/main">
              <a:ext uri="{FF2B5EF4-FFF2-40B4-BE49-F238E27FC236}">
                <a16:creationId xmlns:a16="http://schemas.microsoft.com/office/drawing/2014/main" id="{10CD9CB1-E3FE-466D-9C1A-D675C4C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014538" y="1590676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5" name="anchor-2">
            <a:extLst xmlns:a="http://schemas.openxmlformats.org/drawingml/2006/main">
              <a:ext uri="{FF2B5EF4-FFF2-40B4-BE49-F238E27FC236}">
                <a16:creationId xmlns:a16="http://schemas.microsoft.com/office/drawing/2014/main" id="{3AF1B0A5-2CCB-43BE-A54A-359E3575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anchor-3">
            <a:extLst xmlns:a="http://schemas.openxmlformats.org/drawingml/2006/main">
              <a:ext uri="{FF2B5EF4-FFF2-40B4-BE49-F238E27FC236}">
                <a16:creationId xmlns:a16="http://schemas.microsoft.com/office/drawing/2014/main" id="{653AF94C-BD1B-4540-88E0-7F929CC5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643563" y="1590676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alignment-box">
            <a:extLst xmlns:a="http://schemas.openxmlformats.org/drawingml/2006/main">
              <a:ext uri="{FF2B5EF4-FFF2-40B4-BE49-F238E27FC236}">
                <a16:creationId xmlns:a16="http://schemas.microsoft.com/office/drawing/2014/main" id="{8924EFBA-AF50-4AA8-B13A-0428F160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62000"/>
            <a:ext cx="21240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19050">
            <a:solidFill>
              <a:srgbClr val="4C7C86"/>
            </a:solidFill>
            <a:prstDash val="solid"/>
          </a:ln>
        </p:spPr>
      </p:sp>
      <p:sp>
        <p:nvSpPr>
          <p:cNvPr id="29" name="alignment-title">
            <a:extLst xmlns:a="http://schemas.openxmlformats.org/drawingml/2006/main">
              <a:ext uri="{FF2B5EF4-FFF2-40B4-BE49-F238E27FC236}">
                <a16:creationId xmlns:a16="http://schemas.microsoft.com/office/drawing/2014/main" id="{2F923C22-E29E-4D00-9C72-598A2A11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09625"/>
            <a:ext cx="190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grids</a:t>
            </a:r>
          </a:p>
        </p:txBody>
      </p:sp>
      <p:sp>
        <p:nvSpPr>
          <p:cNvPr id="30" name="feature-grid-0-0">
            <a:extLst xmlns:a="http://schemas.openxmlformats.org/drawingml/2006/main">
              <a:ext uri="{FF2B5EF4-FFF2-40B4-BE49-F238E27FC236}">
                <a16:creationId xmlns:a16="http://schemas.microsoft.com/office/drawing/2014/main" id="{F50515BF-F901-4FB7-B1FE-7898FC0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1" name="feature-grid-0-1">
            <a:extLst xmlns:a="http://schemas.openxmlformats.org/drawingml/2006/main">
              <a:ext uri="{FF2B5EF4-FFF2-40B4-BE49-F238E27FC236}">
                <a16:creationId xmlns:a16="http://schemas.microsoft.com/office/drawing/2014/main" id="{D799AA0D-B163-4C87-8135-2263D5E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2" name="feature-grid-0-2">
            <a:extLst xmlns:a="http://schemas.openxmlformats.org/drawingml/2006/main">
              <a:ext uri="{FF2B5EF4-FFF2-40B4-BE49-F238E27FC236}">
                <a16:creationId xmlns:a16="http://schemas.microsoft.com/office/drawing/2014/main" id="{075CD3BC-5BE5-45ED-BA01-0B9D6C7A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3" name="feature-grid-1-0">
            <a:extLst xmlns:a="http://schemas.openxmlformats.org/drawingml/2006/main">
              <a:ext uri="{FF2B5EF4-FFF2-40B4-BE49-F238E27FC236}">
                <a16:creationId xmlns:a16="http://schemas.microsoft.com/office/drawing/2014/main" id="{66342034-9B56-4324-BA09-19A0F6FD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4" name="feature-grid-1-1">
            <a:extLst xmlns:a="http://schemas.openxmlformats.org/drawingml/2006/main">
              <a:ext uri="{FF2B5EF4-FFF2-40B4-BE49-F238E27FC236}">
                <a16:creationId xmlns:a16="http://schemas.microsoft.com/office/drawing/2014/main" id="{E750E53F-1BDF-40A9-AAB2-226EE3CD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5" name="feature-grid-1-2">
            <a:extLst xmlns:a="http://schemas.openxmlformats.org/drawingml/2006/main">
              <a:ext uri="{FF2B5EF4-FFF2-40B4-BE49-F238E27FC236}">
                <a16:creationId xmlns:a16="http://schemas.microsoft.com/office/drawing/2014/main" id="{5C382620-E042-4C82-86F7-8E903DE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6" name="feature-grid-2-0">
            <a:extLst xmlns:a="http://schemas.openxmlformats.org/drawingml/2006/main">
              <a:ext uri="{FF2B5EF4-FFF2-40B4-BE49-F238E27FC236}">
                <a16:creationId xmlns:a16="http://schemas.microsoft.com/office/drawing/2014/main" id="{965D5897-F223-402E-B556-AE195095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7" name="feature-grid-2-1">
            <a:extLst xmlns:a="http://schemas.openxmlformats.org/drawingml/2006/main">
              <a:ext uri="{FF2B5EF4-FFF2-40B4-BE49-F238E27FC236}">
                <a16:creationId xmlns:a16="http://schemas.microsoft.com/office/drawing/2014/main" id="{18FEAA1D-334F-4BBC-B067-12C35E86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8" name="feature-grid-2-2">
            <a:extLst xmlns:a="http://schemas.openxmlformats.org/drawingml/2006/main">
              <a:ext uri="{FF2B5EF4-FFF2-40B4-BE49-F238E27FC236}">
                <a16:creationId xmlns:a16="http://schemas.microsoft.com/office/drawing/2014/main" id="{7484A44F-CB7D-4589-AB21-8BCDD650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9" name="unit-norm">
            <a:extLst xmlns:a="http://schemas.openxmlformats.org/drawingml/2006/main">
              <a:ext uri="{FF2B5EF4-FFF2-40B4-BE49-F238E27FC236}">
                <a16:creationId xmlns:a16="http://schemas.microsoft.com/office/drawing/2014/main" id="{87EDD5D9-9268-4B2D-807D-C418FA0C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ℓ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unit</a:t>
            </a:r>
          </a:p>
        </p:txBody>
      </p:sp>
      <p:sp>
        <p:nvSpPr>
          <p:cNvPr id="40" name="aligned-note">
            <a:extLst xmlns:a="http://schemas.openxmlformats.org/drawingml/2006/main">
              <a:ext uri="{FF2B5EF4-FFF2-40B4-BE49-F238E27FC236}">
                <a16:creationId xmlns:a16="http://schemas.microsoft.com/office/drawing/2014/main" id="{586BB872-323E-4E58-9CB8-E9A8BEE5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43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Unit descriptors</a:t>
            </a:r>
          </a:p>
        </p:txBody>
      </p:sp>
      <p:sp>
        <p:nvSpPr>
          <p:cNvPr id="41" name="anchor-4">
            <a:extLst xmlns:a="http://schemas.openxmlformats.org/drawingml/2006/main">
              <a:ext uri="{FF2B5EF4-FFF2-40B4-BE49-F238E27FC236}">
                <a16:creationId xmlns:a16="http://schemas.microsoft.com/office/drawing/2014/main" id="{6FE6804F-D894-47E3-8BFC-3136393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anchor-5">
            <a:extLst xmlns:a="http://schemas.openxmlformats.org/drawingml/2006/main">
              <a:ext uri="{FF2B5EF4-FFF2-40B4-BE49-F238E27FC236}">
                <a16:creationId xmlns:a16="http://schemas.microsoft.com/office/drawing/2014/main" id="{47643E9F-696D-4866-A747-4DA05994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6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243888" y="1590676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4" name="bank-box">
            <a:extLst xmlns:a="http://schemas.openxmlformats.org/drawingml/2006/main">
              <a:ext uri="{FF2B5EF4-FFF2-40B4-BE49-F238E27FC236}">
                <a16:creationId xmlns:a16="http://schemas.microsoft.com/office/drawing/2014/main" id="{99353AF1-85DA-4132-91EA-0ACAE85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620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19050">
            <a:solidFill>
              <a:srgbClr val="5C7386"/>
            </a:solidFill>
            <a:prstDash val="solid"/>
          </a:ln>
        </p:spPr>
      </p:sp>
      <p:sp>
        <p:nvSpPr>
          <p:cNvPr id="45" name="bank-title">
            <a:extLst xmlns:a="http://schemas.openxmlformats.org/drawingml/2006/main">
              <a:ext uri="{FF2B5EF4-FFF2-40B4-BE49-F238E27FC236}">
                <a16:creationId xmlns:a16="http://schemas.microsoft.com/office/drawing/2014/main" id="{B1DC7C7B-943E-4C73-911C-9A2D03B2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0100"/>
            <a:ext cx="3162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reference bank</a:t>
            </a:r>
          </a:p>
        </p:txBody>
      </p:sp>
      <p:sp>
        <p:nvSpPr>
          <p:cNvPr id="46" name="bank-0-0">
            <a:extLst xmlns:a="http://schemas.openxmlformats.org/drawingml/2006/main">
              <a:ext uri="{FF2B5EF4-FFF2-40B4-BE49-F238E27FC236}">
                <a16:creationId xmlns:a16="http://schemas.microsoft.com/office/drawing/2014/main" id="{3CB8C7E6-1928-47DE-8BB4-0623E5AA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7" name="bank-0-1">
            <a:extLst xmlns:a="http://schemas.openxmlformats.org/drawingml/2006/main">
              <a:ext uri="{FF2B5EF4-FFF2-40B4-BE49-F238E27FC236}">
                <a16:creationId xmlns:a16="http://schemas.microsoft.com/office/drawing/2014/main" id="{E8CF11F3-1DC2-43BB-A383-18E1EF82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8" name="bank-0-2">
            <a:extLst xmlns:a="http://schemas.openxmlformats.org/drawingml/2006/main">
              <a:ext uri="{FF2B5EF4-FFF2-40B4-BE49-F238E27FC236}">
                <a16:creationId xmlns:a16="http://schemas.microsoft.com/office/drawing/2014/main" id="{824EBD9E-B448-4B68-B5C2-9443B692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9" name="bank-0-3">
            <a:extLst xmlns:a="http://schemas.openxmlformats.org/drawingml/2006/main">
              <a:ext uri="{FF2B5EF4-FFF2-40B4-BE49-F238E27FC236}">
                <a16:creationId xmlns:a16="http://schemas.microsoft.com/office/drawing/2014/main" id="{4C214FEE-2011-46B2-8070-DC97C46B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0" name="bank-0-4">
            <a:extLst xmlns:a="http://schemas.openxmlformats.org/drawingml/2006/main">
              <a:ext uri="{FF2B5EF4-FFF2-40B4-BE49-F238E27FC236}">
                <a16:creationId xmlns:a16="http://schemas.microsoft.com/office/drawing/2014/main" id="{019E0EC3-A670-4752-9842-BF0ADA6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1" name="bank-0-5">
            <a:extLst xmlns:a="http://schemas.openxmlformats.org/drawingml/2006/main">
              <a:ext uri="{FF2B5EF4-FFF2-40B4-BE49-F238E27FC236}">
                <a16:creationId xmlns:a16="http://schemas.microsoft.com/office/drawing/2014/main" id="{9400FF2B-126F-4483-B603-CA594982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2" name="bank-0-6">
            <a:extLst xmlns:a="http://schemas.openxmlformats.org/drawingml/2006/main">
              <a:ext uri="{FF2B5EF4-FFF2-40B4-BE49-F238E27FC236}">
                <a16:creationId xmlns:a16="http://schemas.microsoft.com/office/drawing/2014/main" id="{D6250729-10CF-47DA-8097-EEFAF875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3" name="bank-0-7">
            <a:extLst xmlns:a="http://schemas.openxmlformats.org/drawingml/2006/main">
              <a:ext uri="{FF2B5EF4-FFF2-40B4-BE49-F238E27FC236}">
                <a16:creationId xmlns:a16="http://schemas.microsoft.com/office/drawing/2014/main" id="{6AE888B0-EEFE-448B-9708-BEE6B360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4" name="bank-1-0">
            <a:extLst xmlns:a="http://schemas.openxmlformats.org/drawingml/2006/main">
              <a:ext uri="{FF2B5EF4-FFF2-40B4-BE49-F238E27FC236}">
                <a16:creationId xmlns:a16="http://schemas.microsoft.com/office/drawing/2014/main" id="{C6D8301D-DC9B-4AA8-AED2-E981D245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5" name="bank-1-1">
            <a:extLst xmlns:a="http://schemas.openxmlformats.org/drawingml/2006/main">
              <a:ext uri="{FF2B5EF4-FFF2-40B4-BE49-F238E27FC236}">
                <a16:creationId xmlns:a16="http://schemas.microsoft.com/office/drawing/2014/main" id="{5B48B83A-1374-4793-A7E4-2982238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6" name="bank-1-2">
            <a:extLst xmlns:a="http://schemas.openxmlformats.org/drawingml/2006/main">
              <a:ext uri="{FF2B5EF4-FFF2-40B4-BE49-F238E27FC236}">
                <a16:creationId xmlns:a16="http://schemas.microsoft.com/office/drawing/2014/main" id="{09907080-C24F-45C3-AFB1-D6263810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7" name="bank-1-3">
            <a:extLst xmlns:a="http://schemas.openxmlformats.org/drawingml/2006/main">
              <a:ext uri="{FF2B5EF4-FFF2-40B4-BE49-F238E27FC236}">
                <a16:creationId xmlns:a16="http://schemas.microsoft.com/office/drawing/2014/main" id="{4866EEB9-1C56-4516-8E61-41A210E6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8" name="bank-1-4">
            <a:extLst xmlns:a="http://schemas.openxmlformats.org/drawingml/2006/main">
              <a:ext uri="{FF2B5EF4-FFF2-40B4-BE49-F238E27FC236}">
                <a16:creationId xmlns:a16="http://schemas.microsoft.com/office/drawing/2014/main" id="{E57C6B1D-AB31-4B4E-8F12-C4B0D8D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9" name="bank-1-5">
            <a:extLst xmlns:a="http://schemas.openxmlformats.org/drawingml/2006/main">
              <a:ext uri="{FF2B5EF4-FFF2-40B4-BE49-F238E27FC236}">
                <a16:creationId xmlns:a16="http://schemas.microsoft.com/office/drawing/2014/main" id="{0F7CF886-0E4A-4794-83AE-C9CA7E8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0" name="bank-1-6">
            <a:extLst xmlns:a="http://schemas.openxmlformats.org/drawingml/2006/main">
              <a:ext uri="{FF2B5EF4-FFF2-40B4-BE49-F238E27FC236}">
                <a16:creationId xmlns:a16="http://schemas.microsoft.com/office/drawing/2014/main" id="{7B0F9263-F922-49F2-A529-0CA115C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1" name="bank-1-7">
            <a:extLst xmlns:a="http://schemas.openxmlformats.org/drawingml/2006/main">
              <a:ext uri="{FF2B5EF4-FFF2-40B4-BE49-F238E27FC236}">
                <a16:creationId xmlns:a16="http://schemas.microsoft.com/office/drawing/2014/main" id="{CD9ECD52-A3AA-411A-8A5F-361F82AF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2" name="bank-2-0">
            <a:extLst xmlns:a="http://schemas.openxmlformats.org/drawingml/2006/main">
              <a:ext uri="{FF2B5EF4-FFF2-40B4-BE49-F238E27FC236}">
                <a16:creationId xmlns:a16="http://schemas.microsoft.com/office/drawing/2014/main" id="{2E7D2C15-7639-4042-B091-0675FFB7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3" name="bank-2-1">
            <a:extLst xmlns:a="http://schemas.openxmlformats.org/drawingml/2006/main">
              <a:ext uri="{FF2B5EF4-FFF2-40B4-BE49-F238E27FC236}">
                <a16:creationId xmlns:a16="http://schemas.microsoft.com/office/drawing/2014/main" id="{10830928-FF6A-4C92-AE70-3F3A489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4" name="bank-2-2">
            <a:extLst xmlns:a="http://schemas.openxmlformats.org/drawingml/2006/main">
              <a:ext uri="{FF2B5EF4-FFF2-40B4-BE49-F238E27FC236}">
                <a16:creationId xmlns:a16="http://schemas.microsoft.com/office/drawing/2014/main" id="{F949A577-E68C-4EA2-B469-39C6B45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5" name="bank-2-3">
            <a:extLst xmlns:a="http://schemas.openxmlformats.org/drawingml/2006/main">
              <a:ext uri="{FF2B5EF4-FFF2-40B4-BE49-F238E27FC236}">
                <a16:creationId xmlns:a16="http://schemas.microsoft.com/office/drawing/2014/main" id="{67B84216-A0CC-40AA-8CC4-9D628E52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6" name="bank-2-4">
            <a:extLst xmlns:a="http://schemas.openxmlformats.org/drawingml/2006/main">
              <a:ext uri="{FF2B5EF4-FFF2-40B4-BE49-F238E27FC236}">
                <a16:creationId xmlns:a16="http://schemas.microsoft.com/office/drawing/2014/main" id="{458AB7B5-0E24-4B49-9EC3-7EC294C9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7" name="bank-2-5">
            <a:extLst xmlns:a="http://schemas.openxmlformats.org/drawingml/2006/main">
              <a:ext uri="{FF2B5EF4-FFF2-40B4-BE49-F238E27FC236}">
                <a16:creationId xmlns:a16="http://schemas.microsoft.com/office/drawing/2014/main" id="{CB619D06-08CB-4687-9531-DCB39612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8" name="bank-2-6">
            <a:extLst xmlns:a="http://schemas.openxmlformats.org/drawingml/2006/main">
              <a:ext uri="{FF2B5EF4-FFF2-40B4-BE49-F238E27FC236}">
                <a16:creationId xmlns:a16="http://schemas.microsoft.com/office/drawing/2014/main" id="{1FABDD74-CD66-4333-8AD6-71F6BDBC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9" name="bank-2-7">
            <a:extLst xmlns:a="http://schemas.openxmlformats.org/drawingml/2006/main">
              <a:ext uri="{FF2B5EF4-FFF2-40B4-BE49-F238E27FC236}">
                <a16:creationId xmlns:a16="http://schemas.microsoft.com/office/drawing/2014/main" id="{962C95FF-CE0B-4B47-BCC1-0D2CD7B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70" name="bank-accent">
            <a:extLst xmlns:a="http://schemas.openxmlformats.org/drawingml/2006/main">
              <a:ext uri="{FF2B5EF4-FFF2-40B4-BE49-F238E27FC236}">
                <a16:creationId xmlns:a16="http://schemas.microsoft.com/office/drawing/2014/main" id="{1E98AD3C-E09B-4AA7-967F-D8A3F53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62100"/>
            <a:ext cx="2981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E6F9E"/>
            </a:solidFill>
            <a:prstDash val="solid"/>
          </a:ln>
        </p:spPr>
      </p:sp>
      <p:sp>
        <p:nvSpPr>
          <p:cNvPr id="71" name="candidate-set">
            <a:extLst xmlns:a="http://schemas.openxmlformats.org/drawingml/2006/main">
              <a:ext uri="{FF2B5EF4-FFF2-40B4-BE49-F238E27FC236}">
                <a16:creationId xmlns:a16="http://schemas.microsoft.com/office/drawing/2014/main" id="{F45B1447-C234-4406-B2D5-2990B630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241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2E6F9E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 ∈ ℛ</a:t>
            </a:r>
            <a:r>
              <a:rPr sz="2250" b="0" i="1" baseline="-2500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72" name="bank-note">
            <a:extLst xmlns:a="http://schemas.openxmlformats.org/drawingml/2006/main">
              <a:ext uri="{FF2B5EF4-FFF2-40B4-BE49-F238E27FC236}">
                <a16:creationId xmlns:a16="http://schemas.microsoft.com/office/drawing/2014/main" id="{C22CAC20-EC35-47BA-89D0-2B4F708C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241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All patches</a:t>
            </a:r>
          </a:p>
        </p:txBody>
      </p:sp>
      <p:sp>
        <p:nvSpPr>
          <p:cNvPr id="73" name="anchor-6">
            <a:extLst xmlns:a="http://schemas.openxmlformats.org/drawingml/2006/main">
              <a:ext uri="{FF2B5EF4-FFF2-40B4-BE49-F238E27FC236}">
                <a16:creationId xmlns:a16="http://schemas.microsoft.com/office/drawing/2014/main" id="{B49BFFAD-93CD-4AE5-8AF6-2D2C786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2700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anchor-7">
            <a:extLst xmlns:a="http://schemas.openxmlformats.org/drawingml/2006/main">
              <a:ext uri="{FF2B5EF4-FFF2-40B4-BE49-F238E27FC236}">
                <a16:creationId xmlns:a16="http://schemas.microsoft.com/office/drawing/2014/main" id="{C736EF95-76EA-4D43-96EB-5C6FE850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610976" y="2709863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6" name="anchor-8">
            <a:extLst xmlns:a="http://schemas.openxmlformats.org/drawingml/2006/main">
              <a:ext uri="{FF2B5EF4-FFF2-40B4-BE49-F238E27FC236}">
                <a16:creationId xmlns:a16="http://schemas.microsoft.com/office/drawing/2014/main" id="{B57A1F1A-CA80-40E7-9A85-994584BF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anchor-9">
            <a:extLst xmlns:a="http://schemas.openxmlformats.org/drawingml/2006/main">
              <a:ext uri="{FF2B5EF4-FFF2-40B4-BE49-F238E27FC236}">
                <a16:creationId xmlns:a16="http://schemas.microsoft.com/office/drawing/2014/main" id="{35F633E1-3194-4691-8EE8-C9097F7D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8043863" y="3095626"/>
            <a:ext cx="3562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9" name="anchor-10">
            <a:extLst xmlns:a="http://schemas.openxmlformats.org/drawingml/2006/main">
              <a:ext uri="{FF2B5EF4-FFF2-40B4-BE49-F238E27FC236}">
                <a16:creationId xmlns:a16="http://schemas.microsoft.com/office/drawing/2014/main" id="{94767096-6F9E-4289-8E79-CCAE222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anchor-11">
            <a:extLst xmlns:a="http://schemas.openxmlformats.org/drawingml/2006/main">
              <a:ext uri="{FF2B5EF4-FFF2-40B4-BE49-F238E27FC236}">
                <a16:creationId xmlns:a16="http://schemas.microsoft.com/office/drawing/2014/main" id="{79CD59D6-1B77-40D4-A409-0E25220D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938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8039101" y="3100388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2" name="read-only">
            <a:extLst xmlns:a="http://schemas.openxmlformats.org/drawingml/2006/main">
              <a:ext uri="{FF2B5EF4-FFF2-40B4-BE49-F238E27FC236}">
                <a16:creationId xmlns:a16="http://schemas.microsoft.com/office/drawing/2014/main" id="{E3053BD7-B0C7-4E3C-92E6-8E00FF8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146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sp>
        <p:nvSpPr>
          <p:cNvPr id="83" name="section-b">
            <a:extLst xmlns:a="http://schemas.openxmlformats.org/drawingml/2006/main">
              <a:ext uri="{FF2B5EF4-FFF2-40B4-BE49-F238E27FC236}">
                <a16:creationId xmlns:a16="http://schemas.microsoft.com/office/drawing/2014/main" id="{0C6F872C-8517-4C6C-8160-F629E91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4099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(b) Score the query using the fixed bank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450d0397946bc"/>
          <a:stretch xmlns:a="http://schemas.openxmlformats.org/drawingml/2006/main"/>
        </p:blipFill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85" name="query-frame">
            <a:extLst xmlns:a="http://schemas.openxmlformats.org/drawingml/2006/main">
              <a:ext uri="{FF2B5EF4-FFF2-40B4-BE49-F238E27FC236}">
                <a16:creationId xmlns:a16="http://schemas.microsoft.com/office/drawing/2014/main" id="{7D003012-62A7-41B8-9A75-37B99C7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86" name="query-input">
            <a:extLst xmlns:a="http://schemas.openxmlformats.org/drawingml/2006/main">
              <a:ext uri="{FF2B5EF4-FFF2-40B4-BE49-F238E27FC236}">
                <a16:creationId xmlns:a16="http://schemas.microsoft.com/office/drawing/2014/main" id="{37F91BDD-B85E-4FBC-9D08-2D22699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65785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Query </a:t>
            </a: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87" name="anchor-12">
            <a:extLst xmlns:a="http://schemas.openxmlformats.org/drawingml/2006/main">
              <a:ext uri="{FF2B5EF4-FFF2-40B4-BE49-F238E27FC236}">
                <a16:creationId xmlns:a16="http://schemas.microsoft.com/office/drawing/2014/main" id="{F71FF228-31F8-44E6-931D-1851238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anchor-13">
            <a:extLst xmlns:a="http://schemas.openxmlformats.org/drawingml/2006/main">
              <a:ext uri="{FF2B5EF4-FFF2-40B4-BE49-F238E27FC236}">
                <a16:creationId xmlns:a16="http://schemas.microsoft.com/office/drawing/2014/main" id="{8329007A-6961-4C8F-95B1-48A4410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1747838" y="4848226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0" name="query-encoder-path">
            <a:extLst xmlns:a="http://schemas.openxmlformats.org/drawingml/2006/main">
              <a:ext uri="{FF2B5EF4-FFF2-40B4-BE49-F238E27FC236}">
                <a16:creationId xmlns:a16="http://schemas.microsoft.com/office/drawing/2014/main" id="{7BD694AC-ED27-4EE6-B0A6-9BD2AD12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8859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91" name="query-path-title">
            <a:extLst xmlns:a="http://schemas.openxmlformats.org/drawingml/2006/main">
              <a:ext uri="{FF2B5EF4-FFF2-40B4-BE49-F238E27FC236}">
                <a16:creationId xmlns:a16="http://schemas.microsoft.com/office/drawing/2014/main" id="{972D473B-F140-4901-9729-C23CEA6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38625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Same frozen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feature path</a:t>
            </a:r>
          </a:p>
        </p:txBody>
      </p:sp>
      <p:sp>
        <p:nvSpPr>
          <p:cNvPr id="92" name="query-path-steps">
            <a:extLst xmlns:a="http://schemas.openxmlformats.org/drawingml/2006/main">
              <a:ext uri="{FF2B5EF4-FFF2-40B4-BE49-F238E27FC236}">
                <a16:creationId xmlns:a16="http://schemas.microsoft.com/office/drawing/2014/main" id="{EA813DE3-0131-4B07-BEEB-E730603D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9263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+ normalize</a:t>
            </a:r>
          </a:p>
        </p:txBody>
      </p:sp>
      <p:sp>
        <p:nvSpPr>
          <p:cNvPr id="93" name="query-grid-0-0">
            <a:extLst xmlns:a="http://schemas.openxmlformats.org/drawingml/2006/main">
              <a:ext uri="{FF2B5EF4-FFF2-40B4-BE49-F238E27FC236}">
                <a16:creationId xmlns:a16="http://schemas.microsoft.com/office/drawing/2014/main" id="{EF1BA197-14C5-49B3-A4AA-5CA2BDD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4" name="query-grid-0-1">
            <a:extLst xmlns:a="http://schemas.openxmlformats.org/drawingml/2006/main">
              <a:ext uri="{FF2B5EF4-FFF2-40B4-BE49-F238E27FC236}">
                <a16:creationId xmlns:a16="http://schemas.microsoft.com/office/drawing/2014/main" id="{CB0554AB-2D4F-43B8-9748-0DEA839E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5" name="query-grid-0-2">
            <a:extLst xmlns:a="http://schemas.openxmlformats.org/drawingml/2006/main">
              <a:ext uri="{FF2B5EF4-FFF2-40B4-BE49-F238E27FC236}">
                <a16:creationId xmlns:a16="http://schemas.microsoft.com/office/drawing/2014/main" id="{A446E1B1-152F-4C33-B58F-CC2AD228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6" name="query-grid-0-3">
            <a:extLst xmlns:a="http://schemas.openxmlformats.org/drawingml/2006/main">
              <a:ext uri="{FF2B5EF4-FFF2-40B4-BE49-F238E27FC236}">
                <a16:creationId xmlns:a16="http://schemas.microsoft.com/office/drawing/2014/main" id="{9F497217-5554-43DE-8ED4-5C4E4083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7" name="anchor-14">
            <a:extLst xmlns:a="http://schemas.openxmlformats.org/drawingml/2006/main">
              <a:ext uri="{FF2B5EF4-FFF2-40B4-BE49-F238E27FC236}">
                <a16:creationId xmlns:a16="http://schemas.microsoft.com/office/drawing/2014/main" id="{0102763A-7EC1-461F-A594-609B12C2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anchor-15">
            <a:extLst xmlns:a="http://schemas.openxmlformats.org/drawingml/2006/main">
              <a:ext uri="{FF2B5EF4-FFF2-40B4-BE49-F238E27FC236}">
                <a16:creationId xmlns:a16="http://schemas.microsoft.com/office/drawing/2014/main" id="{1010D8A0-4CC0-47E1-B9E6-5545FE04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4033838" y="48482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0" name="matching-box">
            <a:extLst xmlns:a="http://schemas.openxmlformats.org/drawingml/2006/main">
              <a:ext uri="{FF2B5EF4-FFF2-40B4-BE49-F238E27FC236}">
                <a16:creationId xmlns:a16="http://schemas.microsoft.com/office/drawing/2014/main" id="{47396DC3-7E18-4F48-9E59-37CA6B0E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10025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6"/>
          </a:solidFill>
          <a:ln xmlns:a="http://schemas.openxmlformats.org/drawingml/2006/main" w="19050">
            <a:solidFill>
              <a:srgbClr val="6E4E9E"/>
            </a:solidFill>
            <a:prstDash val="solid"/>
          </a:ln>
        </p:spPr>
      </p:sp>
      <p:sp>
        <p:nvSpPr>
          <p:cNvPr id="101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6D06B3C2-B911-476D-90F3-3FCFE96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481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Reference matching</a:t>
            </a:r>
          </a:p>
        </p:txBody>
      </p:sp>
      <p:sp>
        <p:nvSpPr>
          <p:cNvPr id="102" name="j-background">
            <a:extLst xmlns:a="http://schemas.openxmlformats.org/drawingml/2006/main">
              <a:ext uri="{FF2B5EF4-FFF2-40B4-BE49-F238E27FC236}">
                <a16:creationId xmlns:a16="http://schemas.microsoft.com/office/drawing/2014/main" id="{13DCE344-09B8-4C49-8D8D-0B8B572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F1"/>
          </a:solidFill>
          <a:ln xmlns:a="http://schemas.openxmlformats.org/drawingml/2006/main" w="11430">
            <a:solidFill>
              <a:srgbClr val="6E4E9E"/>
            </a:solidFill>
            <a:prstDash val="solid"/>
          </a:ln>
        </p:spPr>
      </p:sp>
      <p:sp>
        <p:nvSpPr>
          <p:cNvPr id="103" name="joint-equation">
            <a:extLst xmlns:a="http://schemas.openxmlformats.org/drawingml/2006/main">
              <a:ext uri="{FF2B5EF4-FFF2-40B4-BE49-F238E27FC236}">
                <a16:creationId xmlns:a16="http://schemas.microsoft.com/office/drawing/2014/main" id="{205FB129-EA75-4D8B-8ADE-8365A8D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4" name="l-background">
            <a:extLst xmlns:a="http://schemas.openxmlformats.org/drawingml/2006/main">
              <a:ext uri="{FF2B5EF4-FFF2-40B4-BE49-F238E27FC236}">
                <a16:creationId xmlns:a16="http://schemas.microsoft.com/office/drawing/2014/main" id="{4EF15956-FA09-4101-8B3F-A12EF6A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1"/>
          </a:solidFill>
          <a:ln xmlns:a="http://schemas.openxmlformats.org/drawingml/2006/main" w="11430">
            <a:solidFill>
              <a:srgbClr val="B23A2C"/>
            </a:solidFill>
            <a:prstDash val="solid"/>
          </a:ln>
        </p:spPr>
      </p:sp>
      <p:sp>
        <p:nvSpPr>
          <p:cNvPr id="105" name="independent-equation">
            <a:extLst xmlns:a="http://schemas.openxmlformats.org/drawingml/2006/main">
              <a:ext uri="{FF2B5EF4-FFF2-40B4-BE49-F238E27FC236}">
                <a16:creationId xmlns:a16="http://schemas.microsoft.com/office/drawing/2014/main" id="{103E26DE-5584-49B1-AD0E-238EB2C0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00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6" name="resize-smooth">
            <a:extLst xmlns:a="http://schemas.openxmlformats.org/drawingml/2006/main">
              <a:ext uri="{FF2B5EF4-FFF2-40B4-BE49-F238E27FC236}">
                <a16:creationId xmlns:a16="http://schemas.microsoft.com/office/drawing/2014/main" id="{02DDDFFC-67DE-4062-A455-A501FF0A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864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Resize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×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  Gaussian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4</a:t>
            </a:r>
          </a:p>
        </p:txBody>
      </p:sp>
      <p:sp>
        <p:nvSpPr>
          <p:cNvPr id="107" name="anchor-16">
            <a:extLst xmlns:a="http://schemas.openxmlformats.org/drawingml/2006/main">
              <a:ext uri="{FF2B5EF4-FFF2-40B4-BE49-F238E27FC236}">
                <a16:creationId xmlns:a16="http://schemas.microsoft.com/office/drawing/2014/main" id="{DBC9AE25-69DF-4337-9E0C-61E3380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510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8" name="anchor-17">
            <a:extLst xmlns:a="http://schemas.openxmlformats.org/drawingml/2006/main">
              <a:ext uri="{FF2B5EF4-FFF2-40B4-BE49-F238E27FC236}">
                <a16:creationId xmlns:a16="http://schemas.microsoft.com/office/drawing/2014/main" id="{6B6D079E-D8F9-4DC6-99C1-C8E5262E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662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6419851" y="5519738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0" name="anchor-18">
            <a:extLst xmlns:a="http://schemas.openxmlformats.org/drawingml/2006/main">
              <a:ext uri="{FF2B5EF4-FFF2-40B4-BE49-F238E27FC236}">
                <a16:creationId xmlns:a16="http://schemas.microsoft.com/office/drawing/2014/main" id="{F537CDB3-6126-42B9-A73C-34A9925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anchor-19">
            <a:extLst xmlns:a="http://schemas.openxmlformats.org/drawingml/2006/main">
              <a:ext uri="{FF2B5EF4-FFF2-40B4-BE49-F238E27FC236}">
                <a16:creationId xmlns:a16="http://schemas.microsoft.com/office/drawing/2014/main" id="{3BE9BA8B-9A68-427C-86B0-0E359D2F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529638" y="5905501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3" name="matching-explanation">
            <a:extLst xmlns:a="http://schemas.openxmlformats.org/drawingml/2006/main">
              <a:ext uri="{FF2B5EF4-FFF2-40B4-BE49-F238E27FC236}">
                <a16:creationId xmlns:a16="http://schemas.microsoft.com/office/drawing/2014/main" id="{A41FA3A0-CCD7-4F2B-B956-C11FE011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3150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  one shared row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L  one row per branch</a:t>
            </a:r>
          </a:p>
        </p:txBody>
      </p:sp>
      <p:sp>
        <p:nvSpPr>
          <p:cNvPr id="114" name="outputs-box">
            <a:extLst xmlns:a="http://schemas.openxmlformats.org/drawingml/2006/main">
              <a:ext uri="{FF2B5EF4-FFF2-40B4-BE49-F238E27FC236}">
                <a16:creationId xmlns:a16="http://schemas.microsoft.com/office/drawing/2014/main" id="{582BBD27-9F49-4721-BB0A-5CF7013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30099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15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83A06FE9-BF03-4F6A-87FC-3C5436CF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1955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Output and display</a:t>
            </a:r>
          </a:p>
        </p:txBody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14f49874f4191"/>
          <a:stretch xmlns:a="http://schemas.openxmlformats.org/drawingml/2006/main"/>
        </p:blipFill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7" name="map-frame">
            <a:extLst xmlns:a="http://schemas.openxmlformats.org/drawingml/2006/main">
              <a:ext uri="{FF2B5EF4-FFF2-40B4-BE49-F238E27FC236}">
                <a16:creationId xmlns:a16="http://schemas.microsoft.com/office/drawing/2014/main" id="{FCBF0F7E-A6CC-4232-AC3C-C9C84B71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eba92e6144a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9" name="threshold-display-contour">
            <a:extLst xmlns:a="http://schemas.openxmlformats.org/drawingml/2006/main">
              <a:ext uri="{FF2B5EF4-FFF2-40B4-BE49-F238E27FC236}">
                <a16:creationId xmlns:a16="http://schemas.microsoft.com/office/drawing/2014/main" id="{B2DE5897-F8A4-4B5B-8757-6C74FDC8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F382E"/>
            </a:solidFill>
          </a:ln>
        </p:spPr>
      </p:sp>
      <p:sp>
        <p:nvSpPr>
          <p:cNvPr id="120" name="contour-frame">
            <a:extLst xmlns:a="http://schemas.openxmlformats.org/drawingml/2006/main">
              <a:ext uri="{FF2B5EF4-FFF2-40B4-BE49-F238E27FC236}">
                <a16:creationId xmlns:a16="http://schemas.microsoft.com/office/drawing/2014/main" id="{52844203-EE27-4589-ABBB-03FA0FD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sp>
        <p:nvSpPr>
          <p:cNvPr id="121" name="map-label">
            <a:extLst xmlns:a="http://schemas.openxmlformats.org/drawingml/2006/main">
              <a:ext uri="{FF2B5EF4-FFF2-40B4-BE49-F238E27FC236}">
                <a16:creationId xmlns:a16="http://schemas.microsoft.com/office/drawing/2014/main" id="{6BCE3FBF-29D2-4093-9ACD-1E3FB007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388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22" name="display-label">
            <a:extLst xmlns:a="http://schemas.openxmlformats.org/drawingml/2006/main">
              <a:ext uri="{FF2B5EF4-FFF2-40B4-BE49-F238E27FC236}">
                <a16:creationId xmlns:a16="http://schemas.microsoft.com/office/drawing/2014/main" id="{FC2ABC97-FD1D-4ED1-911A-0ADD0D8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388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</a:t>
            </a:r>
          </a:p>
        </p:txBody>
      </p:sp>
      <p:sp>
        <p:nvSpPr>
          <p:cNvPr id="123" name="image-score">
            <a:extLst xmlns:a="http://schemas.openxmlformats.org/drawingml/2006/main">
              <a:ext uri="{FF2B5EF4-FFF2-40B4-BE49-F238E27FC236}">
                <a16:creationId xmlns:a16="http://schemas.microsoft.com/office/drawing/2014/main" id="{48FC9822-4EBD-4B55-9097-E66AF69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2865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img,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max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u</a:t>
            </a: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t,u</a:t>
            </a:r>
          </a:p>
        </p:txBody>
      </p:sp>
      <p:sp>
        <p:nvSpPr>
          <p:cNvPr id="124" name="display-only">
            <a:extLst xmlns:a="http://schemas.openxmlformats.org/drawingml/2006/main">
              <a:ext uri="{FF2B5EF4-FFF2-40B4-BE49-F238E27FC236}">
                <a16:creationId xmlns:a16="http://schemas.microsoft.com/office/drawing/2014/main" id="{B00E973B-214B-4261-9335-85B55E2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5113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Contour uses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τ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vis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for display only</a:t>
            </a:r>
          </a:p>
        </p:txBody>
      </p:sp>
      <p:sp>
        <p:nvSpPr>
          <p:cNvPr id="125" name="section-c">
            <a:extLst xmlns:a="http://schemas.openxmlformats.org/drawingml/2006/main">
              <a:ext uri="{FF2B5EF4-FFF2-40B4-BE49-F238E27FC236}">
                <a16:creationId xmlns:a16="http://schemas.microsoft.com/office/drawing/2014/main" id="{1244D30D-E042-4100-862F-69C0B058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2580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(c) Representation effects and matching interactions</a:t>
            </a:r>
          </a:p>
        </p:txBody>
      </p:sp>
      <p:sp>
        <p:nvSpPr>
          <p:cNvPr id="126" name="control-label-0">
            <a:extLst xmlns:a="http://schemas.openxmlformats.org/drawingml/2006/main">
              <a:ext uri="{FF2B5EF4-FFF2-40B4-BE49-F238E27FC236}">
                <a16:creationId xmlns:a16="http://schemas.microsoft.com/office/drawing/2014/main" id="{E6D66173-F701-45AB-A973-E358A27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A1</a:t>
            </a:r>
          </a:p>
        </p:txBody>
      </p:sp>
      <p:sp>
        <p:nvSpPr>
          <p:cNvPr id="127" name="control-weights-0">
            <a:extLst xmlns:a="http://schemas.openxmlformats.org/drawingml/2006/main">
              <a:ext uri="{FF2B5EF4-FFF2-40B4-BE49-F238E27FC236}">
                <a16:creationId xmlns:a16="http://schemas.microsoft.com/office/drawing/2014/main" id="{08250235-9337-4F05-BC0C-C1720583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½   C ½</a:t>
            </a:r>
          </a:p>
        </p:txBody>
      </p:sp>
      <p:sp>
        <p:nvSpPr>
          <p:cNvPr id="128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6EE2E9C7-E5A7-487B-8ADA-E5885E6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DUP</a:t>
            </a:r>
          </a:p>
        </p:txBody>
      </p:sp>
      <p:sp>
        <p:nvSpPr>
          <p:cNvPr id="129" name="control-weights-1">
            <a:extLst xmlns:a="http://schemas.openxmlformats.org/drawingml/2006/main">
              <a:ext uri="{FF2B5EF4-FFF2-40B4-BE49-F238E27FC236}">
                <a16:creationId xmlns:a16="http://schemas.microsoft.com/office/drawing/2014/main" id="{07937E6B-A8DD-4EDA-8682-7EC02B33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⅓   B copy ⅓   C ⅓</a:t>
            </a:r>
          </a:p>
        </p:txBody>
      </p:sp>
      <p:sp>
        <p:nvSpPr>
          <p:cNvPr id="130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FBA9FA43-DCB6-4859-822A-6B8DF9AC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TRI</a:t>
            </a:r>
          </a:p>
        </p:txBody>
      </p:sp>
      <p:sp>
        <p:nvSpPr>
          <p:cNvPr id="131" name="control-weights-2">
            <a:extLst xmlns:a="http://schemas.openxmlformats.org/drawingml/2006/main">
              <a:ext uri="{FF2B5EF4-FFF2-40B4-BE49-F238E27FC236}">
                <a16:creationId xmlns:a16="http://schemas.microsoft.com/office/drawing/2014/main" id="{232F7216-5C9C-49B4-B86E-5CEA4495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⅓   S or D ⅓   C ⅓</a:t>
            </a:r>
          </a:p>
        </p:txBody>
      </p:sp>
      <p:sp>
        <p:nvSpPr>
          <p:cNvPr id="132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FE29C21A-CE62-4296-BBA1-6FEDEF3F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BAL</a:t>
            </a:r>
          </a:p>
        </p:txBody>
      </p:sp>
      <p:sp>
        <p:nvSpPr>
          <p:cNvPr id="133" name="control-weights-3">
            <a:extLst xmlns:a="http://schemas.openxmlformats.org/drawingml/2006/main">
              <a:ext uri="{FF2B5EF4-FFF2-40B4-BE49-F238E27FC236}">
                <a16:creationId xmlns:a16="http://schemas.microsoft.com/office/drawing/2014/main" id="{5CE99918-A651-4E5F-B706-B3C4AC3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¼   S or D ¼   C ½</a:t>
            </a:r>
          </a:p>
        </p:txBody>
      </p:sp>
      <p:sp>
        <p:nvSpPr>
          <p:cNvPr id="134" name="tri-effect">
            <a:extLst xmlns:a="http://schemas.openxmlformats.org/drawingml/2006/main">
              <a:ext uri="{FF2B5EF4-FFF2-40B4-BE49-F238E27FC236}">
                <a16:creationId xmlns:a16="http://schemas.microsoft.com/office/drawing/2014/main" id="{7B56FAAB-17E9-480B-B62D-6D5CE685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(TRI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(DUP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5" name="bal-effect">
            <a:extLst xmlns:a="http://schemas.openxmlformats.org/drawingml/2006/main">
              <a:ext uri="{FF2B5EF4-FFF2-40B4-BE49-F238E27FC236}">
                <a16:creationId xmlns:a16="http://schemas.microsoft.com/office/drawing/2014/main" id="{9B830F40-BBFA-4689-B382-0F9BDCBC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(BAL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(A1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6" name="tri-interaction">
            <a:extLst xmlns:a="http://schemas.openxmlformats.org/drawingml/2006/main">
              <a:ext uri="{FF2B5EF4-FFF2-40B4-BE49-F238E27FC236}">
                <a16:creationId xmlns:a16="http://schemas.microsoft.com/office/drawing/2014/main" id="{1A95F1BB-CBF1-4D05-933A-27AA920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TRI,J</a:t>
            </a:r>
          </a:p>
        </p:txBody>
      </p:sp>
      <p:sp>
        <p:nvSpPr>
          <p:cNvPr id="137" name="bal-interaction">
            <a:extLst xmlns:a="http://schemas.openxmlformats.org/drawingml/2006/main">
              <a:ext uri="{FF2B5EF4-FFF2-40B4-BE49-F238E27FC236}">
                <a16:creationId xmlns:a16="http://schemas.microsoft.com/office/drawing/2014/main" id="{13AAC148-6DC1-4D3E-B527-1AB540EC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BAL,J</a:t>
            </a:r>
          </a:p>
        </p:txBody>
      </p:sp>
      <p:sp>
        <p:nvSpPr>
          <p:cNvPr id="138" name="matched-condition-note">
            <a:extLst xmlns:a="http://schemas.openxmlformats.org/drawingml/2006/main">
              <a:ext uri="{FF2B5EF4-FFF2-40B4-BE49-F238E27FC236}">
                <a16:creationId xmlns:a16="http://schemas.microsoft.com/office/drawing/2014/main" id="{A8AD1C6C-CA42-4CFC-816F-31D654A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67875"/>
            <a:ext cx="1162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Identical supports and query images within every paired comparison</a:t>
            </a:r>
          </a:p>
        </p:txBody>
      </p:sp>
    </p:spTree>
    <p:extLst>
      <p:ext uri="{BB962C8B-B14F-4D97-AF65-F5344CB8AC3E}">
        <p14:creationId xmlns:p14="http://schemas.microsoft.com/office/powerpoint/2010/main" val="294061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2026-09-24T04:24:20.2180000Z</dcterms:created>
  <dcterms:modified xsi:type="dcterms:W3CDTF">2026-09-24T04:24:20.2180000Z</dcterms:modified>
</coreProperties>
</file>