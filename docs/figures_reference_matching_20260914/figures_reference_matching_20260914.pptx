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5e4a622494416f" /><Relationship Type="http://schemas.openxmlformats.org/officeDocument/2006/relationships/extended-properties" Target="/docProps/app.xml" Id="Ra3935b1f9d3a4143" /><Relationship Type="http://schemas.openxmlformats.org/officeDocument/2006/relationships/officeDocument" Target="/ppt/presentation.xml" Id="R0604443bcace4eae" /></Relationships>
</file>

<file path=ppt/presentation.xml><?xml version="1.0" encoding="utf-8"?>
<p:presentation xmlns:p="http://schemas.openxmlformats.org/presentationml/2006/main">
  <p:sldMasterIdLst>
    <p:sldMasterId xmlns:r="http://schemas.openxmlformats.org/officeDocument/2006/relationships" id="2147483648" r:id="R51345835b1254a87"/>
  </p:sldMasterIdLst>
  <p:notesMasterIdLst>
    <p:notesMasterId xmlns:r="http://schemas.openxmlformats.org/officeDocument/2006/relationships" r:id="Rc153a6f544a94409"/>
  </p:notesMasterIdLst>
  <p:sldIdLst>
    <p:sldId xmlns:r="http://schemas.openxmlformats.org/officeDocument/2006/relationships" id="256" r:id="Rda00e838b94040d1"/>
    <p:sldId xmlns:r="http://schemas.openxmlformats.org/officeDocument/2006/relationships" id="257" r:id="R6940997d303c4911"/>
    <p:sldId xmlns:r="http://schemas.openxmlformats.org/officeDocument/2006/relationships" id="258" r:id="Ra05200208a3d43f4"/>
    <p:sldId xmlns:r="http://schemas.openxmlformats.org/officeDocument/2006/relationships" id="259" r:id="R3aae4ddca0b94722"/>
    <p:sldId xmlns:r="http://schemas.openxmlformats.org/officeDocument/2006/relationships" id="260" r:id="Re16bf98538e946c6"/>
    <p:sldId xmlns:r="http://schemas.openxmlformats.org/officeDocument/2006/relationships" id="261" r:id="Rc82ded8d6f144ee1"/>
    <p:sldId xmlns:r="http://schemas.openxmlformats.org/officeDocument/2006/relationships" id="262" r:id="Re118d787522a4214"/>
  </p:sldIdLst>
  <p:sldSz cx="12192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66f754883d48ed" /><Relationship Type="http://schemas.openxmlformats.org/officeDocument/2006/relationships/slideMaster" Target="/ppt/slideMasters/slideMaster1.xml" Id="R51345835b1254a87" /><Relationship Type="http://schemas.openxmlformats.org/officeDocument/2006/relationships/notesMaster" Target="/ppt/notesMasters/notesMaster1.xml" Id="Rc153a6f544a94409" /><Relationship Type="http://schemas.openxmlformats.org/officeDocument/2006/relationships/presProps" Target="/ppt/presProps.xml" Id="Rc1a3befaedb04b31" /><Relationship Type="http://schemas.openxmlformats.org/officeDocument/2006/relationships/tableStyles" Target="/ppt/tableStyles.xml" Id="Rc8fff16749594231" /><Relationship Type="http://schemas.openxmlformats.org/officeDocument/2006/relationships/slide" Target="/ppt/slides/slide1.xml" Id="Rda00e838b94040d1" /><Relationship Type="http://schemas.openxmlformats.org/officeDocument/2006/relationships/slide" Target="/ppt/slides/slide2.xml" Id="R6940997d303c4911" /><Relationship Type="http://schemas.openxmlformats.org/officeDocument/2006/relationships/slide" Target="/ppt/slides/slide3.xml" Id="Ra05200208a3d43f4" /><Relationship Type="http://schemas.openxmlformats.org/officeDocument/2006/relationships/slide" Target="/ppt/slides/slide4.xml" Id="R3aae4ddca0b94722" /><Relationship Type="http://schemas.openxmlformats.org/officeDocument/2006/relationships/slide" Target="/ppt/slides/slide5.xml" Id="Re16bf98538e946c6" /><Relationship Type="http://schemas.openxmlformats.org/officeDocument/2006/relationships/slide" Target="/ppt/slides/slide6.xml" Id="Rc82ded8d6f144ee1" /><Relationship Type="http://schemas.openxmlformats.org/officeDocument/2006/relationships/slide" Target="/ppt/slides/slide7.xml" Id="Re118d787522a42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a8a4521bcf49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23319f319f49b5" /><Relationship Type="http://schemas.openxmlformats.org/officeDocument/2006/relationships/notesMaster" Target="/ppt/notesMasters/notesMaster1.xml" Id="R9a98fe08cfd74d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4a91bfbb444011" /><Relationship Type="http://schemas.openxmlformats.org/officeDocument/2006/relationships/notesMaster" Target="/ppt/notesMasters/notesMaster1.xml" Id="R812963c0ff1140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85b73bd79e4dde" /><Relationship Type="http://schemas.openxmlformats.org/officeDocument/2006/relationships/notesMaster" Target="/ppt/notesMasters/notesMaster1.xml" Id="R8828710f29b24a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98cc692f284c91" /><Relationship Type="http://schemas.openxmlformats.org/officeDocument/2006/relationships/notesMaster" Target="/ppt/notesMasters/notesMaster1.xml" Id="Rd59bdd00020a43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235313b37f4ede" /><Relationship Type="http://schemas.openxmlformats.org/officeDocument/2006/relationships/notesMaster" Target="/ppt/notesMasters/notesMaster1.xml" Id="Re06c8847139340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1888072aaf4983" /><Relationship Type="http://schemas.openxmlformats.org/officeDocument/2006/relationships/notesMaster" Target="/ppt/notesMasters/notesMaster1.xml" Id="Re0d893187994420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a0e8b97d7ee4717" /><Relationship Type="http://schemas.openxmlformats.org/officeDocument/2006/relationships/notesMaster" Target="/ppt/notesMasters/notesMaster1.xml" Id="Rfba299d54be24b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 Shared detection framework. (a) K normal images of one category pass through the frozen visual branches, are aligned to B's canvas grid and unit-normalised per branch, and build one fixed reference bank whose rows keep a shared (support image, grid position) identity. (b) A separate query image passes through the same modules and is scored by the matching rule under study; the bank is read only and is never updated by the query. The score map and the contour are the same query: the map is replayed from submission_repro_20260827/predictions_compact/maps/mpdd/s0_k1/metal_plate.npz through the repository's own frozen post-processing, and the contour is the Otsu-thresholded display of that same map, not a ground-truth mask. B = DINOv2-B, C = AnomalyCLIP visual, S or D = the controlled extra branch. The extra branch is an experimental construction: it is not added or removed at inference time, and DUP does not train a new model. Dotted lines are structural schematics, not measured activations.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2. The two matching rules at one query patch. (a) the query patch against the candidate reference rows; the cell shading only indicates ordering and no cell carries a measured value. (b) J minimises the weighted sum over one shared row, so both branches are scored at that same row; L lets every branch keep its own nearest row and sums the weighted minima. (c) G(q) = J(q) - L(q) is non-negative because both rules search the same candidate set with the same non-negative weights. G is a score difference and not a localization loss: a large gap does not by itself reduce 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3. The four controlled constructions, their fixed weight vectors and the five encoders that can instantiate the extra slot. A1 = (B 1/2, C 1/2); DUP = (B 1/3, Bcopy 1/3, C 1/3); TRI = (B 1/3, X 1/3, C 1/3); BAL = (B 1/4, X 1/4, C 1/2) with X in {S, D, E1, E2, E3}. A1 -&gt; DUP changes only B's effective weight; DUP -&gt; TRI changes only the representation at a fixed slot weight; A1 -&gt; BAL keeps the DINO-family and C totals equal. TRI - A1 moves both factors and is therefore never attributed to the added encoder alone. DUP_BAL is numerically identical to A1 and DUP_EXPECTED to DUP; these are implementation equivalences, not additional algorithms. X = S was pre-specified; D was pre-specified after the S result; E1, E2 and E3 were chosen after the S and D results and are reported as exploratory transfer checks. Every construction is evaluated under both J and 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4. (a) representation-swap effects E = P(new) - P(control) for the pre-specified S and D branches, each with the unadjusted 95% paired bootstrap interval of its source file. (b) the direct interaction I = E_L - E_J for every encoder instance of the extra slot; the MPDD and BTAD rows carry the per-encoder S, D, E1, E2 and E3 lanes, and the MVTec and VisA rows are drawn from the four-dataset aggregation generalization_mvtec_visa_20260915/interaction_generalization.csv as the GEN lane (bootstrap mean with its 95% bootstrap interval). Sources: 05_extra_encoders/encoder_comparison_three.csv (S, D, E1, E2, E3), 02_interaction/representation_effects.csv (S), 04_new_encoder/representation_effects_new_encoder.csv (D) and generalization_mvtec_visa_20260915/interaction_generalization.csv (MVTec/VisA, four-dataset aggregation). Bars and points are point estimates; S and D intervals are the unadjusted 95% paired bootstrap intervals of the source files, the E1/E2/E3 intervals are that file's 95% level (its 98.75% level is the family-adjusted one). S uses 12 MPDD conditions and 8 BTAD conditions, D and the E branches use 4 conditions (seed {0,1} x K {1,4}), so the rows are not on identical grids and this is stated rather than hidden. BTAD uses the corrected geometry revision. The dashed guide marks 0.005 macro pixel AP, a project-internal practical scale, not an industrial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5. (a) the interaction against the reference budget K, seed-averaged over seeds 0-2 (03_robustness/interaction_K_curve.csv, seed = -1). (b) the interaction per category for I_TRI (03_robustness/interaction_per_category.csv; MPDD study revision, BTAD corrected revision). (c) the same interaction per seed for seeds 0-7 (seeds_extension_20260917/interaction_by_seed.csv); the original three seeds are drawn solid and the five added seeds are drawn hollow because seeds 3-7 reuse one shared query resampling block, so the wider seed set measures support-set variation and not five extra independent query draws. K1, K2, K4 and K8 are nested support sets, so the points are not independent samples and no trend is claimed as a monotone law. BTAD is negative at K4 and K8 and positive at K1, which is why the dataset-level statement is conditioned on 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8. Measured cost on one machine (RTX 3060 Laptop, 6 GB). Source: 05_baselines/resource_comparison_v2.csv. (a) peak GPU memory; the PatchCore row stays empty because nvidia-smi --query-compute-apps returns N/A on this machine, so the value is reported as not measurable rather than estimated. (b) peak process RAM, where PatchCore reaches about 6.3 GB (MPDD) and 8.3 GB (BTAD) against about 1.0-1.7 GB for AnomalyDINO; the controlled matrix has no recorded memory field. (c) stage time per unit, where one unit is one dataset x seed x K over all categories and all test images. AnomalyDINO is split into bank, retrieval and evaluation; PatchCore reports a single total without a stage split. Published numbers from other hardware are not comparable and are not used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S1. The visual branches, their native geometry and the alignment actually used. B = DINOv2-B ViT-B/14 (768-D), C = AnomalyCLIP visual ViT-L/14 (37x37 native grid projected to 768-D), S = DINOv2-S ViT-S/14 (384-D), D = torchvision WideResNet50-2 ImageNet weights with layer2 and layer3 concatenated (1536-D); the exploratory extra branches are E1 = DINO deiT-small/8 (384-D), E2 = ConvNeXt-Tiny stages 1+2 (576-D) and E3 = Swin-Tiny stages 1+2 (576-D). All branches are resampled to B's canvas grid by bilinear interpolation with align_corners=False and unit-normalised per position; the distance is 1 - cosine for every branch. The BTAD-03 canvas is 32x42 rather than square, so that unit uses the coordinate-correct C re-grid and the study revision is kept only as a sensitivity check. Encoders are frozen: no target-domain training, no PCA, no coreset and no foreground selection, and no branch weight is searched.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8a6166f1f340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5f6223cff84650" /><Relationship Type="http://schemas.openxmlformats.org/officeDocument/2006/relationships/slideLayout" Target="/ppt/slideLayouts/slideLayout1.xml" Id="R566c22330b6d49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6c22330b6d49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2eb058b82d486d" /><Relationship Type="http://schemas.openxmlformats.org/officeDocument/2006/relationships/image" Target="/ppt/media/image.png" Id="Rec97a8f9dc3a4845" /><Relationship Type="http://schemas.openxmlformats.org/officeDocument/2006/relationships/image" Target="/ppt/media/image2.png" Id="Ra1e771340ef84510" /><Relationship Type="http://schemas.openxmlformats.org/officeDocument/2006/relationships/image" Target="/ppt/media/image3.png" Id="R0e275b2fd297425f" /><Relationship Type="http://schemas.openxmlformats.org/officeDocument/2006/relationships/image" Target="/ppt/media/image4.png" Id="Rfc0c39cf0a23485e" /><Relationship Type="http://schemas.openxmlformats.org/officeDocument/2006/relationships/image" Target="/ppt/media/image5.png" Id="Rcc65d874482f4b6b" /><Relationship Type="http://schemas.openxmlformats.org/officeDocument/2006/relationships/image" Target="/ppt/media/image6.png" Id="Rb2ef4d9700bd454c" /><Relationship Type="http://schemas.openxmlformats.org/officeDocument/2006/relationships/notesSlide" Target="/ppt/notesSlides/notesSlide1.xml" Id="R514c273ec77644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96e470ba0714bb3" /><Relationship Type="http://schemas.openxmlformats.org/officeDocument/2006/relationships/notesSlide" Target="/ppt/notesSlides/notesSlide2.xml" Id="R3c90140c65d643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55a205c995f4133" /><Relationship Type="http://schemas.openxmlformats.org/officeDocument/2006/relationships/notesSlide" Target="/ppt/notesSlides/notesSlide3.xml" Id="R76c79d09f90545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0c11bedb3664165" /><Relationship Type="http://schemas.openxmlformats.org/officeDocument/2006/relationships/notesSlide" Target="/ppt/notesSlides/notesSlide4.xml" Id="R5366d3bdcacb40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c236bd6754e4644" /><Relationship Type="http://schemas.openxmlformats.org/officeDocument/2006/relationships/notesSlide" Target="/ppt/notesSlides/notesSlide5.xml" Id="Rb03dd5ff3ef04e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65c9682ad304cfb" /><Relationship Type="http://schemas.openxmlformats.org/officeDocument/2006/relationships/notesSlide" Target="/ppt/notesSlides/notesSlide6.xml" Id="R562e8f9f0e3a457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5bbbce961d24e9e" /><Relationship Type="http://schemas.openxmlformats.org/officeDocument/2006/relationships/notesSlide" Target="/ppt/notesSlides/notesSlide7.xml" Id="Rb57e3020f0c64c1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9" name="band-a">
            <a:extLst xmlns:a="http://schemas.openxmlformats.org/drawingml/2006/main">
              <a:ext uri="{FF2B5EF4-FFF2-40B4-BE49-F238E27FC236}">
                <a16:creationId xmlns:a16="http://schemas.microsoft.com/office/drawing/2014/main" id="{32F4A424-BAA8-4C40-A49C-963FC8603925}"/>
              </a:ext>
            </a:extLst>
          </p:cNvPr>
          <p:cNvSpPr>
            <a:spLocks xmlns:a="http://schemas.openxmlformats.org/drawingml/2006/main" noGrp="1"/>
          </p:cNvSpPr>
          <p:nvPr/>
        </p:nvSpPr>
        <p:spPr>
          <a:xfrm xmlns:a="http://schemas.openxmlformats.org/drawingml/2006/main">
            <a:off x="152400" y="76200"/>
            <a:ext cx="11887200" cy="331470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band-b">
            <a:extLst xmlns:a="http://schemas.openxmlformats.org/drawingml/2006/main">
              <a:ext uri="{FF2B5EF4-FFF2-40B4-BE49-F238E27FC236}">
                <a16:creationId xmlns:a16="http://schemas.microsoft.com/office/drawing/2014/main" id="{BE97A55B-57EE-4728-8865-796F5F6305AC}"/>
              </a:ext>
            </a:extLst>
          </p:cNvPr>
          <p:cNvSpPr>
            <a:spLocks xmlns:a="http://schemas.openxmlformats.org/drawingml/2006/main" noGrp="1"/>
          </p:cNvSpPr>
          <p:nvPr/>
        </p:nvSpPr>
        <p:spPr>
          <a:xfrm xmlns:a="http://schemas.openxmlformats.org/drawingml/2006/main">
            <a:off x="152400" y="3505200"/>
            <a:ext cx="11887200" cy="331470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3" name="band-footer">
            <a:extLst xmlns:a="http://schemas.openxmlformats.org/drawingml/2006/main">
              <a:ext uri="{FF2B5EF4-FFF2-40B4-BE49-F238E27FC236}">
                <a16:creationId xmlns:a16="http://schemas.microsoft.com/office/drawing/2014/main" id="{823204AB-494B-4E82-A241-CE000DCAEEE2}"/>
              </a:ext>
            </a:extLst>
          </p:cNvPr>
          <p:cNvSpPr>
            <a:spLocks xmlns:a="http://schemas.openxmlformats.org/drawingml/2006/main" noGrp="1"/>
          </p:cNvSpPr>
          <p:nvPr/>
        </p:nvSpPr>
        <p:spPr>
          <a:xfrm xmlns:a="http://schemas.openxmlformats.org/drawingml/2006/main">
            <a:off x="152400" y="6934200"/>
            <a:ext cx="11887200" cy="1600200"/>
          </a:xfrm>
          <a:prstGeom xmlns:a="http://schemas.openxmlformats.org/drawingml/2006/main" prst="rect">
            <a:avLst/>
          </a:prstGeom>
          <a:solidFill xmlns:a="http://schemas.openxmlformats.org/drawingml/2006/main">
            <a:srgbClr val="F7F8F9"/>
          </a:solidFill>
          <a:ln xmlns:a="http://schemas.openxmlformats.org/drawingml/2006/main" w="0">
            <a:noFill/>
            <a:prstDash val="solid"/>
          </a:ln>
        </p:spPr>
      </p:sp>
      <p:sp>
        <p:nvSpPr>
          <p:cNvPr id="4" name="sec-a-chip">
            <a:extLst xmlns:a="http://schemas.openxmlformats.org/drawingml/2006/main">
              <a:ext uri="{FF2B5EF4-FFF2-40B4-BE49-F238E27FC236}">
                <a16:creationId xmlns:a16="http://schemas.microsoft.com/office/drawing/2014/main" id="{3BA57BD5-F0FB-444C-835C-88E889F80A4E}"/>
              </a:ext>
            </a:extLst>
          </p:cNvPr>
          <p:cNvSpPr>
            <a:spLocks xmlns:a="http://schemas.openxmlformats.org/drawingml/2006/main" noGrp="1"/>
          </p:cNvSpPr>
          <p:nvPr/>
        </p:nvSpPr>
        <p:spPr>
          <a:xfrm xmlns:a="http://schemas.openxmlformats.org/drawingml/2006/main">
            <a:off x="304800" y="2095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 name="sec-a-chip-text">
            <a:extLst xmlns:a="http://schemas.openxmlformats.org/drawingml/2006/main">
              <a:ext uri="{FF2B5EF4-FFF2-40B4-BE49-F238E27FC236}">
                <a16:creationId xmlns:a16="http://schemas.microsoft.com/office/drawing/2014/main" id="{67B052AD-2DDC-449F-9201-6000AF71E8D6}"/>
              </a:ext>
            </a:extLst>
          </p:cNvPr>
          <p:cNvSpPr>
            <a:spLocks xmlns:a="http://schemas.openxmlformats.org/drawingml/2006/main" noGrp="1"/>
          </p:cNvSpPr>
          <p:nvPr/>
        </p:nvSpPr>
        <p:spPr>
          <a:xfrm xmlns:a="http://schemas.openxmlformats.org/drawingml/2006/main">
            <a:off x="323850" y="2095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6" name="sec-a">
            <a:extLst xmlns:a="http://schemas.openxmlformats.org/drawingml/2006/main">
              <a:ext uri="{FF2B5EF4-FFF2-40B4-BE49-F238E27FC236}">
                <a16:creationId xmlns:a16="http://schemas.microsoft.com/office/drawing/2014/main" id="{BB204BC2-46EA-40B9-9A7C-CAB8384F508E}"/>
              </a:ext>
            </a:extLst>
          </p:cNvPr>
          <p:cNvSpPr>
            <a:spLocks xmlns:a="http://schemas.openxmlformats.org/drawingml/2006/main" noGrp="1"/>
          </p:cNvSpPr>
          <p:nvPr/>
        </p:nvSpPr>
        <p:spPr>
          <a:xfrm xmlns:a="http://schemas.openxmlformats.org/drawingml/2006/main">
            <a:off x="876300" y="171450"/>
            <a:ext cx="666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Build the fixed reference bank</a:t>
            </a:r>
          </a:p>
        </p:txBody>
      </p:sp>
      <p:sp>
        <p:nvSpPr>
          <p:cNvPr id="7" name="support-surface">
            <a:extLst xmlns:a="http://schemas.openxmlformats.org/drawingml/2006/main">
              <a:ext uri="{FF2B5EF4-FFF2-40B4-BE49-F238E27FC236}">
                <a16:creationId xmlns:a16="http://schemas.microsoft.com/office/drawing/2014/main" id="{BB94F1A1-81E3-4D31-898B-243674E557D0}"/>
              </a:ext>
            </a:extLst>
          </p:cNvPr>
          <p:cNvSpPr>
            <a:spLocks xmlns:a="http://schemas.openxmlformats.org/drawingml/2006/main" noGrp="1"/>
          </p:cNvSpPr>
          <p:nvPr/>
        </p:nvSpPr>
        <p:spPr>
          <a:xfrm xmlns:a="http://schemas.openxmlformats.org/drawingml/2006/main">
            <a:off x="304800" y="838200"/>
            <a:ext cx="1905000" cy="1847850"/>
          </a:xfrm>
          <a:prstGeom xmlns:a="http://schemas.openxmlformats.org/drawingml/2006/main" prst="roundRect">
            <a:avLst>
              <a:gd name="adj" fmla="val 4124"/>
            </a:avLst>
          </a:prstGeom>
          <a:solidFill xmlns:a="http://schemas.openxmlformats.org/drawingml/2006/main">
            <a:srgbClr val="FFFFFF"/>
          </a:solidFill>
          <a:ln xmlns:a="http://schemas.openxmlformats.org/drawingml/2006/main" w="15240">
            <a:solidFill>
              <a:srgbClr val="CBD6DC"/>
            </a:solidFill>
            <a:prstDash val="solid"/>
          </a:ln>
        </p:spPr>
      </p:sp>
      <p:pic>
        <p:nvPicPr>
          <p:cNvPr id="146" name=""/>
          <p:cNvPicPr>
            <a:picLocks xmlns:a="http://schemas.openxmlformats.org/drawingml/2006/main" noChangeAspect="1"/>
          </p:cNvPicPr>
          <p:nvPr/>
        </p:nvPicPr>
        <p:blipFill>
          <a:blip xmlns:r="http://schemas.openxmlformats.org/officeDocument/2006/relationships" xmlns:a="http://schemas.openxmlformats.org/drawingml/2006/main" r:embed="Rec97a8f9dc3a4845"/>
          <a:srcRect xmlns:a="http://schemas.openxmlformats.org/drawingml/2006/main" l="0" t="0" r="0" b="0"/>
          <a:stretch xmlns:a="http://schemas.openxmlformats.org/drawingml/2006/main">
            <a:fillRect l="0" t="0" r="0" b="0"/>
          </a:stretch>
        </p:blipFill>
        <p:spPr>
          <a:xfrm xmlns:a="http://schemas.openxmlformats.org/drawingml/2006/main">
            <a:off x="438150" y="952500"/>
            <a:ext cx="800100" cy="800100"/>
          </a:xfrm>
          <a:prstGeom xmlns:a="http://schemas.openxmlformats.org/drawingml/2006/main" prst="rect">
            <a:avLst/>
          </a:prstGeom>
        </p:spPr>
      </p:pic>
      <p:sp>
        <p:nvSpPr>
          <p:cNvPr id="9" name="support-frame-0">
            <a:extLst xmlns:a="http://schemas.openxmlformats.org/drawingml/2006/main">
              <a:ext uri="{FF2B5EF4-FFF2-40B4-BE49-F238E27FC236}">
                <a16:creationId xmlns:a16="http://schemas.microsoft.com/office/drawing/2014/main" id="{4FF02B3D-57E4-4B54-A4BC-F7360FEBE176}"/>
              </a:ext>
            </a:extLst>
          </p:cNvPr>
          <p:cNvSpPr>
            <a:spLocks xmlns:a="http://schemas.openxmlformats.org/drawingml/2006/main" noGrp="1"/>
          </p:cNvSpPr>
          <p:nvPr/>
        </p:nvSpPr>
        <p:spPr>
          <a:xfrm xmlns:a="http://schemas.openxmlformats.org/drawingml/2006/main">
            <a:off x="438150" y="952500"/>
            <a:ext cx="800100" cy="800100"/>
          </a:xfrm>
          <a:prstGeom xmlns:a="http://schemas.openxmlformats.org/drawingml/2006/main" prst="rect">
            <a:avLst/>
          </a:prstGeom>
          <a:noFill xmlns:a="http://schemas.openxmlformats.org/drawingml/2006/main"/>
          <a:ln xmlns:a="http://schemas.openxmlformats.org/drawingml/2006/main" w="11430">
            <a:solidFill>
              <a:srgbClr val="94A5AE"/>
            </a:solidFill>
            <a:prstDash val="solid"/>
          </a:ln>
        </p:spPr>
      </p:sp>
      <p:pic>
        <p:nvPicPr>
          <p:cNvPr id="148" name=""/>
          <p:cNvPicPr>
            <a:picLocks xmlns:a="http://schemas.openxmlformats.org/drawingml/2006/main" noChangeAspect="1"/>
          </p:cNvPicPr>
          <p:nvPr/>
        </p:nvPicPr>
        <p:blipFill>
          <a:blip xmlns:r="http://schemas.openxmlformats.org/officeDocument/2006/relationships" xmlns:a="http://schemas.openxmlformats.org/drawingml/2006/main" r:embed="Ra1e771340ef84510"/>
          <a:srcRect xmlns:a="http://schemas.openxmlformats.org/drawingml/2006/main" l="0" t="0" r="0" b="0"/>
          <a:stretch xmlns:a="http://schemas.openxmlformats.org/drawingml/2006/main">
            <a:fillRect l="0" t="0" r="0" b="0"/>
          </a:stretch>
        </p:blipFill>
        <p:spPr>
          <a:xfrm xmlns:a="http://schemas.openxmlformats.org/drawingml/2006/main">
            <a:off x="628650" y="1162050"/>
            <a:ext cx="800100" cy="800100"/>
          </a:xfrm>
          <a:prstGeom xmlns:a="http://schemas.openxmlformats.org/drawingml/2006/main" prst="rect">
            <a:avLst/>
          </a:prstGeom>
        </p:spPr>
      </p:pic>
      <p:sp>
        <p:nvSpPr>
          <p:cNvPr id="11" name="support-frame-1">
            <a:extLst xmlns:a="http://schemas.openxmlformats.org/drawingml/2006/main">
              <a:ext uri="{FF2B5EF4-FFF2-40B4-BE49-F238E27FC236}">
                <a16:creationId xmlns:a16="http://schemas.microsoft.com/office/drawing/2014/main" id="{9B58F190-8AD8-468E-9593-362DF5D2A3E2}"/>
              </a:ext>
            </a:extLst>
          </p:cNvPr>
          <p:cNvSpPr>
            <a:spLocks xmlns:a="http://schemas.openxmlformats.org/drawingml/2006/main" noGrp="1"/>
          </p:cNvSpPr>
          <p:nvPr/>
        </p:nvSpPr>
        <p:spPr>
          <a:xfrm xmlns:a="http://schemas.openxmlformats.org/drawingml/2006/main">
            <a:off x="628650" y="1162050"/>
            <a:ext cx="800100" cy="800100"/>
          </a:xfrm>
          <a:prstGeom xmlns:a="http://schemas.openxmlformats.org/drawingml/2006/main" prst="rect">
            <a:avLst/>
          </a:prstGeom>
          <a:noFill xmlns:a="http://schemas.openxmlformats.org/drawingml/2006/main"/>
          <a:ln xmlns:a="http://schemas.openxmlformats.org/drawingml/2006/main" w="11430">
            <a:solidFill>
              <a:srgbClr val="94A5AE"/>
            </a:solidFill>
            <a:prstDash val="solid"/>
          </a:ln>
        </p:spPr>
      </p:sp>
      <p:pic>
        <p:nvPicPr>
          <p:cNvPr id="150" name=""/>
          <p:cNvPicPr>
            <a:picLocks xmlns:a="http://schemas.openxmlformats.org/drawingml/2006/main" noChangeAspect="1"/>
          </p:cNvPicPr>
          <p:nvPr/>
        </p:nvPicPr>
        <p:blipFill>
          <a:blip xmlns:r="http://schemas.openxmlformats.org/officeDocument/2006/relationships" xmlns:a="http://schemas.openxmlformats.org/drawingml/2006/main" r:embed="R0e275b2fd297425f"/>
          <a:srcRect xmlns:a="http://schemas.openxmlformats.org/drawingml/2006/main" l="0" t="0" r="0" b="0"/>
          <a:stretch xmlns:a="http://schemas.openxmlformats.org/drawingml/2006/main">
            <a:fillRect l="0" t="0" r="0" b="0"/>
          </a:stretch>
        </p:blipFill>
        <p:spPr>
          <a:xfrm xmlns:a="http://schemas.openxmlformats.org/drawingml/2006/main">
            <a:off x="819150" y="1371600"/>
            <a:ext cx="800100" cy="800100"/>
          </a:xfrm>
          <a:prstGeom xmlns:a="http://schemas.openxmlformats.org/drawingml/2006/main" prst="rect">
            <a:avLst/>
          </a:prstGeom>
        </p:spPr>
      </p:pic>
      <p:sp>
        <p:nvSpPr>
          <p:cNvPr id="13" name="support-frame-2">
            <a:extLst xmlns:a="http://schemas.openxmlformats.org/drawingml/2006/main">
              <a:ext uri="{FF2B5EF4-FFF2-40B4-BE49-F238E27FC236}">
                <a16:creationId xmlns:a16="http://schemas.microsoft.com/office/drawing/2014/main" id="{E9463DC3-3EE4-4B4B-9A9C-ECE444C7A035}"/>
              </a:ext>
            </a:extLst>
          </p:cNvPr>
          <p:cNvSpPr>
            <a:spLocks xmlns:a="http://schemas.openxmlformats.org/drawingml/2006/main" noGrp="1"/>
          </p:cNvSpPr>
          <p:nvPr/>
        </p:nvSpPr>
        <p:spPr>
          <a:xfrm xmlns:a="http://schemas.openxmlformats.org/drawingml/2006/main">
            <a:off x="819150" y="1371600"/>
            <a:ext cx="800100" cy="800100"/>
          </a:xfrm>
          <a:prstGeom xmlns:a="http://schemas.openxmlformats.org/drawingml/2006/main" prst="rect">
            <a:avLst/>
          </a:prstGeom>
          <a:noFill xmlns:a="http://schemas.openxmlformats.org/drawingml/2006/main"/>
          <a:ln xmlns:a="http://schemas.openxmlformats.org/drawingml/2006/main" w="11430">
            <a:solidFill>
              <a:srgbClr val="94A5AE"/>
            </a:solidFill>
            <a:prstDash val="solid"/>
          </a:ln>
        </p:spPr>
      </p:sp>
      <p:sp>
        <p:nvSpPr>
          <p:cNvPr id="14" name="support-ellipsis">
            <a:extLst xmlns:a="http://schemas.openxmlformats.org/drawingml/2006/main">
              <a:ext uri="{FF2B5EF4-FFF2-40B4-BE49-F238E27FC236}">
                <a16:creationId xmlns:a16="http://schemas.microsoft.com/office/drawing/2014/main" id="{3F159C69-4B5A-4F9A-B698-6E36A0E59FF0}"/>
              </a:ext>
            </a:extLst>
          </p:cNvPr>
          <p:cNvSpPr>
            <a:spLocks xmlns:a="http://schemas.openxmlformats.org/drawingml/2006/main" noGrp="1"/>
          </p:cNvSpPr>
          <p:nvPr/>
        </p:nvSpPr>
        <p:spPr>
          <a:xfrm xmlns:a="http://schemas.openxmlformats.org/drawingml/2006/main">
            <a:off x="1676400" y="18669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700">
                <a:solidFill>
                  <a:srgbClr val="5E717C"/>
                </a:solidFill>
                <a:latin typeface="Times New Roman"/>
                <a:ea typeface="Times New Roman"/>
                <a:cs typeface="Times New Roman"/>
              </a:defRPr>
            </a:pPr>
            <a:r>
              <a:rPr sz="2700" b="0" i="0">
                <a:solidFill>
                  <a:srgbClr val="5E717C"/>
                </a:solidFill>
                <a:latin typeface="Times New Roman"/>
                <a:ea typeface="Times New Roman"/>
                <a:cs typeface="Times New Roman"/>
              </a:rPr>
              <a:t>…</a:t>
            </a:r>
          </a:p>
        </p:txBody>
      </p:sp>
      <p:sp>
        <p:nvSpPr>
          <p:cNvPr id="15" name="anchor-0">
            <a:extLst xmlns:a="http://schemas.openxmlformats.org/drawingml/2006/main">
              <a:ext uri="{FF2B5EF4-FFF2-40B4-BE49-F238E27FC236}">
                <a16:creationId xmlns:a16="http://schemas.microsoft.com/office/drawing/2014/main" id="{CA06FC7C-CA7A-44A0-9CB3-193A28D43309}"/>
              </a:ext>
            </a:extLst>
          </p:cNvPr>
          <p:cNvSpPr>
            <a:spLocks xmlns:a="http://schemas.openxmlformats.org/drawingml/2006/main" noGrp="1"/>
          </p:cNvSpPr>
          <p:nvPr/>
        </p:nvSpPr>
        <p:spPr>
          <a:xfrm xmlns:a="http://schemas.openxmlformats.org/drawingml/2006/main">
            <a:off x="2205038" y="1757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6" name="anchor-1">
            <a:extLst xmlns:a="http://schemas.openxmlformats.org/drawingml/2006/main">
              <a:ext uri="{FF2B5EF4-FFF2-40B4-BE49-F238E27FC236}">
                <a16:creationId xmlns:a16="http://schemas.microsoft.com/office/drawing/2014/main" id="{E032310E-053A-41DB-B741-3E40449EEC6E}"/>
              </a:ext>
            </a:extLst>
          </p:cNvPr>
          <p:cNvSpPr>
            <a:spLocks xmlns:a="http://schemas.openxmlformats.org/drawingml/2006/main" noGrp="1"/>
          </p:cNvSpPr>
          <p:nvPr/>
        </p:nvSpPr>
        <p:spPr>
          <a:xfrm xmlns:a="http://schemas.openxmlformats.org/drawingml/2006/main">
            <a:off x="2490788" y="1757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55" name=""/>
          <p:cNvCxnSpPr>
            <a:stCxn xmlns:a="http://schemas.openxmlformats.org/drawingml/2006/main" id="15" idx="3"/>
            <a:endCxn xmlns:a="http://schemas.openxmlformats.org/drawingml/2006/main" id="16" idx="1"/>
          </p:cNvCxnSpPr>
          <p:nvPr/>
        </p:nvCxnSpPr>
        <p:spPr>
          <a:xfrm xmlns:a="http://schemas.openxmlformats.org/drawingml/2006/main">
            <a:off x="2214563" y="1762126"/>
            <a:ext cx="27622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18" name="branches-surface">
            <a:extLst xmlns:a="http://schemas.openxmlformats.org/drawingml/2006/main">
              <a:ext uri="{FF2B5EF4-FFF2-40B4-BE49-F238E27FC236}">
                <a16:creationId xmlns:a16="http://schemas.microsoft.com/office/drawing/2014/main" id="{D0196C23-E542-40FF-A9BB-77FEA7122538}"/>
              </a:ext>
            </a:extLst>
          </p:cNvPr>
          <p:cNvSpPr>
            <a:spLocks xmlns:a="http://schemas.openxmlformats.org/drawingml/2006/main" noGrp="1"/>
          </p:cNvSpPr>
          <p:nvPr/>
        </p:nvSpPr>
        <p:spPr>
          <a:xfrm xmlns:a="http://schemas.openxmlformats.org/drawingml/2006/main">
            <a:off x="2495550" y="838200"/>
            <a:ext cx="3048000" cy="1847850"/>
          </a:xfrm>
          <a:prstGeom xmlns:a="http://schemas.openxmlformats.org/drawingml/2006/main" prst="roundRect">
            <a:avLst>
              <a:gd name="adj" fmla="val 4124"/>
            </a:avLst>
          </a:prstGeom>
          <a:solidFill xmlns:a="http://schemas.openxmlformats.org/drawingml/2006/main">
            <a:srgbClr val="FFFFFF"/>
          </a:solidFill>
          <a:ln xmlns:a="http://schemas.openxmlformats.org/drawingml/2006/main" w="15240">
            <a:solidFill>
              <a:srgbClr val="CBD6DC"/>
            </a:solidFill>
            <a:prstDash val="solid"/>
          </a:ln>
        </p:spPr>
      </p:sp>
      <p:sp>
        <p:nvSpPr>
          <p:cNvPr id="19" name="branches-title">
            <a:extLst xmlns:a="http://schemas.openxmlformats.org/drawingml/2006/main">
              <a:ext uri="{FF2B5EF4-FFF2-40B4-BE49-F238E27FC236}">
                <a16:creationId xmlns:a16="http://schemas.microsoft.com/office/drawing/2014/main" id="{86230A79-96DC-42CB-AB3C-7CCA8A23850E}"/>
              </a:ext>
            </a:extLst>
          </p:cNvPr>
          <p:cNvSpPr>
            <a:spLocks xmlns:a="http://schemas.openxmlformats.org/drawingml/2006/main" noGrp="1"/>
          </p:cNvSpPr>
          <p:nvPr/>
        </p:nvSpPr>
        <p:spPr>
          <a:xfrm xmlns:a="http://schemas.openxmlformats.org/drawingml/2006/main">
            <a:off x="2590800" y="8763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Frozen branches</a:t>
            </a:r>
          </a:p>
        </p:txBody>
      </p:sp>
      <p:sp>
        <p:nvSpPr>
          <p:cNvPr id="20" name="branch-B">
            <a:extLst xmlns:a="http://schemas.openxmlformats.org/drawingml/2006/main">
              <a:ext uri="{FF2B5EF4-FFF2-40B4-BE49-F238E27FC236}">
                <a16:creationId xmlns:a16="http://schemas.microsoft.com/office/drawing/2014/main" id="{478A9D86-9E92-4FA8-9FF3-43F8083BCDF2}"/>
              </a:ext>
            </a:extLst>
          </p:cNvPr>
          <p:cNvSpPr>
            <a:spLocks xmlns:a="http://schemas.openxmlformats.org/drawingml/2006/main" noGrp="1"/>
          </p:cNvSpPr>
          <p:nvPr/>
        </p:nvSpPr>
        <p:spPr>
          <a:xfrm xmlns:a="http://schemas.openxmlformats.org/drawingml/2006/main">
            <a:off x="2609850" y="1333500"/>
            <a:ext cx="28194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21" name="branch-B-text">
            <a:extLst xmlns:a="http://schemas.openxmlformats.org/drawingml/2006/main">
              <a:ext uri="{FF2B5EF4-FFF2-40B4-BE49-F238E27FC236}">
                <a16:creationId xmlns:a16="http://schemas.microsoft.com/office/drawing/2014/main" id="{6A2E025A-569F-4B13-A9B2-1BBA43247A26}"/>
              </a:ext>
            </a:extLst>
          </p:cNvPr>
          <p:cNvSpPr>
            <a:spLocks xmlns:a="http://schemas.openxmlformats.org/drawingml/2006/main" noGrp="1"/>
          </p:cNvSpPr>
          <p:nvPr/>
        </p:nvSpPr>
        <p:spPr>
          <a:xfrm xmlns:a="http://schemas.openxmlformats.org/drawingml/2006/main">
            <a:off x="2628900" y="13335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2E6F9E"/>
                </a:solidFill>
                <a:latin typeface="Times New Roman"/>
                <a:ea typeface="Times New Roman"/>
                <a:cs typeface="Times New Roman"/>
              </a:defRPr>
            </a:pPr>
            <a:r>
              <a:rPr sz="2250" b="1" i="1">
                <a:solidFill>
                  <a:srgbClr val="2E6F9E"/>
                </a:solidFill>
                <a:latin typeface="Times New Roman"/>
                <a:ea typeface="Times New Roman"/>
                <a:cs typeface="Times New Roman"/>
              </a:rPr>
              <a:t>B</a:t>
            </a:r>
            <a:r>
              <a:rPr sz="2250" b="1" i="0">
                <a:solidFill>
                  <a:srgbClr val="2E6F9E"/>
                </a:solidFill>
                <a:latin typeface="Times New Roman"/>
                <a:ea typeface="Times New Roman"/>
                <a:cs typeface="Times New Roman"/>
              </a:rPr>
              <a:t>  DINOv2-</a:t>
            </a:r>
            <a:r>
              <a:rPr sz="2250" b="1" i="1">
                <a:solidFill>
                  <a:srgbClr val="2E6F9E"/>
                </a:solidFill>
                <a:latin typeface="Times New Roman"/>
                <a:ea typeface="Times New Roman"/>
                <a:cs typeface="Times New Roman"/>
              </a:rPr>
              <a:t>B</a:t>
            </a:r>
          </a:p>
        </p:txBody>
      </p:sp>
      <p:sp>
        <p:nvSpPr>
          <p:cNvPr id="22" name="branch-C">
            <a:extLst xmlns:a="http://schemas.openxmlformats.org/drawingml/2006/main">
              <a:ext uri="{FF2B5EF4-FFF2-40B4-BE49-F238E27FC236}">
                <a16:creationId xmlns:a16="http://schemas.microsoft.com/office/drawing/2014/main" id="{C60CCC0A-A1E0-474C-84C8-822892CE72CB}"/>
              </a:ext>
            </a:extLst>
          </p:cNvPr>
          <p:cNvSpPr>
            <a:spLocks xmlns:a="http://schemas.openxmlformats.org/drawingml/2006/main" noGrp="1"/>
          </p:cNvSpPr>
          <p:nvPr/>
        </p:nvSpPr>
        <p:spPr>
          <a:xfrm xmlns:a="http://schemas.openxmlformats.org/drawingml/2006/main">
            <a:off x="2609850" y="1733550"/>
            <a:ext cx="28194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23" name="branch-C-text">
            <a:extLst xmlns:a="http://schemas.openxmlformats.org/drawingml/2006/main">
              <a:ext uri="{FF2B5EF4-FFF2-40B4-BE49-F238E27FC236}">
                <a16:creationId xmlns:a16="http://schemas.microsoft.com/office/drawing/2014/main" id="{09DC2EF2-3DB4-47D8-A147-A40558421DAC}"/>
              </a:ext>
            </a:extLst>
          </p:cNvPr>
          <p:cNvSpPr>
            <a:spLocks xmlns:a="http://schemas.openxmlformats.org/drawingml/2006/main" noGrp="1"/>
          </p:cNvSpPr>
          <p:nvPr/>
        </p:nvSpPr>
        <p:spPr>
          <a:xfrm xmlns:a="http://schemas.openxmlformats.org/drawingml/2006/main">
            <a:off x="2628900" y="173355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B27C20"/>
                </a:solidFill>
                <a:latin typeface="Times New Roman"/>
                <a:ea typeface="Times New Roman"/>
                <a:cs typeface="Times New Roman"/>
              </a:defRPr>
            </a:pPr>
            <a:r>
              <a:rPr sz="2250" b="1" i="1">
                <a:solidFill>
                  <a:srgbClr val="B27C20"/>
                </a:solidFill>
                <a:latin typeface="Times New Roman"/>
                <a:ea typeface="Times New Roman"/>
                <a:cs typeface="Times New Roman"/>
              </a:rPr>
              <a:t>C</a:t>
            </a:r>
            <a:r>
              <a:rPr sz="2250" b="1" i="0">
                <a:solidFill>
                  <a:srgbClr val="B27C20"/>
                </a:solidFill>
                <a:latin typeface="Times New Roman"/>
                <a:ea typeface="Times New Roman"/>
                <a:cs typeface="Times New Roman"/>
              </a:rPr>
              <a:t>  AnomalyCLIP</a:t>
            </a:r>
          </a:p>
        </p:txBody>
      </p:sp>
      <p:sp>
        <p:nvSpPr>
          <p:cNvPr id="24" name="branch-X">
            <a:extLst xmlns:a="http://schemas.openxmlformats.org/drawingml/2006/main">
              <a:ext uri="{FF2B5EF4-FFF2-40B4-BE49-F238E27FC236}">
                <a16:creationId xmlns:a16="http://schemas.microsoft.com/office/drawing/2014/main" id="{E27FF220-6144-431A-823C-FAE65F425617}"/>
              </a:ext>
            </a:extLst>
          </p:cNvPr>
          <p:cNvSpPr>
            <a:spLocks xmlns:a="http://schemas.openxmlformats.org/drawingml/2006/main" noGrp="1"/>
          </p:cNvSpPr>
          <p:nvPr/>
        </p:nvSpPr>
        <p:spPr>
          <a:xfrm xmlns:a="http://schemas.openxmlformats.org/drawingml/2006/main">
            <a:off x="2609850" y="2133600"/>
            <a:ext cx="28194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25" name="branch-X-text">
            <a:extLst xmlns:a="http://schemas.openxmlformats.org/drawingml/2006/main">
              <a:ext uri="{FF2B5EF4-FFF2-40B4-BE49-F238E27FC236}">
                <a16:creationId xmlns:a16="http://schemas.microsoft.com/office/drawing/2014/main" id="{9DCDCAEB-0AF1-4F37-B615-0882FFF53DF0}"/>
              </a:ext>
            </a:extLst>
          </p:cNvPr>
          <p:cNvSpPr>
            <a:spLocks xmlns:a="http://schemas.openxmlformats.org/drawingml/2006/main" noGrp="1"/>
          </p:cNvSpPr>
          <p:nvPr/>
        </p:nvSpPr>
        <p:spPr>
          <a:xfrm xmlns:a="http://schemas.openxmlformats.org/drawingml/2006/main">
            <a:off x="2628900" y="21336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3F7C5E"/>
                </a:solidFill>
                <a:latin typeface="Times New Roman"/>
                <a:ea typeface="Times New Roman"/>
                <a:cs typeface="Times New Roman"/>
              </a:defRPr>
            </a:pPr>
            <a:r>
              <a:rPr sz="2250" b="1" i="1">
                <a:solidFill>
                  <a:srgbClr val="3F7C5E"/>
                </a:solidFill>
                <a:latin typeface="Times New Roman"/>
                <a:ea typeface="Times New Roman"/>
                <a:cs typeface="Times New Roman"/>
              </a:rPr>
              <a:t>S</a:t>
            </a:r>
            <a:r>
              <a:rPr sz="2250" b="1" i="0">
                <a:solidFill>
                  <a:srgbClr val="3F7C5E"/>
                </a:solidFill>
                <a:latin typeface="Times New Roman"/>
                <a:ea typeface="Times New Roman"/>
                <a:cs typeface="Times New Roman"/>
              </a:rPr>
              <a:t> or </a:t>
            </a:r>
            <a:r>
              <a:rPr sz="2250" b="1" i="1">
                <a:solidFill>
                  <a:srgbClr val="3F7C5E"/>
                </a:solidFill>
                <a:latin typeface="Times New Roman"/>
                <a:ea typeface="Times New Roman"/>
                <a:cs typeface="Times New Roman"/>
              </a:rPr>
              <a:t>D</a:t>
            </a:r>
            <a:r>
              <a:rPr sz="2250" b="1" i="0">
                <a:solidFill>
                  <a:srgbClr val="3F7C5E"/>
                </a:solidFill>
                <a:latin typeface="Times New Roman"/>
                <a:ea typeface="Times New Roman"/>
                <a:cs typeface="Times New Roman"/>
              </a:rPr>
              <a:t>  extra slot</a:t>
            </a:r>
          </a:p>
        </p:txBody>
      </p:sp>
      <p:sp>
        <p:nvSpPr>
          <p:cNvPr id="26" name="anchor-2">
            <a:extLst xmlns:a="http://schemas.openxmlformats.org/drawingml/2006/main">
              <a:ext uri="{FF2B5EF4-FFF2-40B4-BE49-F238E27FC236}">
                <a16:creationId xmlns:a16="http://schemas.microsoft.com/office/drawing/2014/main" id="{7FD0AFE3-CF23-471A-8263-10E43FF04535}"/>
              </a:ext>
            </a:extLst>
          </p:cNvPr>
          <p:cNvSpPr>
            <a:spLocks xmlns:a="http://schemas.openxmlformats.org/drawingml/2006/main" noGrp="1"/>
          </p:cNvSpPr>
          <p:nvPr/>
        </p:nvSpPr>
        <p:spPr>
          <a:xfrm xmlns:a="http://schemas.openxmlformats.org/drawingml/2006/main">
            <a:off x="5538788" y="1757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27" name="anchor-3">
            <a:extLst xmlns:a="http://schemas.openxmlformats.org/drawingml/2006/main">
              <a:ext uri="{FF2B5EF4-FFF2-40B4-BE49-F238E27FC236}">
                <a16:creationId xmlns:a16="http://schemas.microsoft.com/office/drawing/2014/main" id="{44935177-2C5A-4ADD-BD13-27CB82A649D8}"/>
              </a:ext>
            </a:extLst>
          </p:cNvPr>
          <p:cNvSpPr>
            <a:spLocks xmlns:a="http://schemas.openxmlformats.org/drawingml/2006/main" noGrp="1"/>
          </p:cNvSpPr>
          <p:nvPr/>
        </p:nvSpPr>
        <p:spPr>
          <a:xfrm xmlns:a="http://schemas.openxmlformats.org/drawingml/2006/main">
            <a:off x="5824538" y="1757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66" name=""/>
          <p:cNvCxnSpPr>
            <a:stCxn xmlns:a="http://schemas.openxmlformats.org/drawingml/2006/main" id="26" idx="3"/>
            <a:endCxn xmlns:a="http://schemas.openxmlformats.org/drawingml/2006/main" id="27" idx="1"/>
          </p:cNvCxnSpPr>
          <p:nvPr/>
        </p:nvCxnSpPr>
        <p:spPr>
          <a:xfrm xmlns:a="http://schemas.openxmlformats.org/drawingml/2006/main">
            <a:off x="5548313" y="1762126"/>
            <a:ext cx="27622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29" name="align-surface">
            <a:extLst xmlns:a="http://schemas.openxmlformats.org/drawingml/2006/main">
              <a:ext uri="{FF2B5EF4-FFF2-40B4-BE49-F238E27FC236}">
                <a16:creationId xmlns:a16="http://schemas.microsoft.com/office/drawing/2014/main" id="{70F445DF-DF07-45DC-BD8A-C4F17C7A9509}"/>
              </a:ext>
            </a:extLst>
          </p:cNvPr>
          <p:cNvSpPr>
            <a:spLocks xmlns:a="http://schemas.openxmlformats.org/drawingml/2006/main" noGrp="1"/>
          </p:cNvSpPr>
          <p:nvPr/>
        </p:nvSpPr>
        <p:spPr>
          <a:xfrm xmlns:a="http://schemas.openxmlformats.org/drawingml/2006/main">
            <a:off x="5829300" y="838200"/>
            <a:ext cx="2095500" cy="1847850"/>
          </a:xfrm>
          <a:prstGeom xmlns:a="http://schemas.openxmlformats.org/drawingml/2006/main" prst="roundRect">
            <a:avLst>
              <a:gd name="adj" fmla="val 4124"/>
            </a:avLst>
          </a:prstGeom>
          <a:solidFill xmlns:a="http://schemas.openxmlformats.org/drawingml/2006/main">
            <a:srgbClr val="E4F1F3"/>
          </a:solidFill>
          <a:ln xmlns:a="http://schemas.openxmlformats.org/drawingml/2006/main" w="15240">
            <a:solidFill>
              <a:srgbClr val="4C7C86"/>
            </a:solidFill>
            <a:prstDash val="solid"/>
          </a:ln>
        </p:spPr>
      </p:sp>
      <p:sp>
        <p:nvSpPr>
          <p:cNvPr id="30" name="align-title">
            <a:extLst xmlns:a="http://schemas.openxmlformats.org/drawingml/2006/main">
              <a:ext uri="{FF2B5EF4-FFF2-40B4-BE49-F238E27FC236}">
                <a16:creationId xmlns:a16="http://schemas.microsoft.com/office/drawing/2014/main" id="{3ABEA350-4F7E-4297-BF2C-CBD43E996A0E}"/>
              </a:ext>
            </a:extLst>
          </p:cNvPr>
          <p:cNvSpPr>
            <a:spLocks xmlns:a="http://schemas.openxmlformats.org/drawingml/2006/main" noGrp="1"/>
          </p:cNvSpPr>
          <p:nvPr/>
        </p:nvSpPr>
        <p:spPr>
          <a:xfrm xmlns:a="http://schemas.openxmlformats.org/drawingml/2006/main">
            <a:off x="5876925" y="876300"/>
            <a:ext cx="200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Common grid</a:t>
            </a:r>
          </a:p>
        </p:txBody>
      </p:sp>
      <p:sp>
        <p:nvSpPr>
          <p:cNvPr id="31" name="align-grid-0-0">
            <a:extLst xmlns:a="http://schemas.openxmlformats.org/drawingml/2006/main">
              <a:ext uri="{FF2B5EF4-FFF2-40B4-BE49-F238E27FC236}">
                <a16:creationId xmlns:a16="http://schemas.microsoft.com/office/drawing/2014/main" id="{9756F0D9-EE3E-45F6-8666-1324C2755171}"/>
              </a:ext>
            </a:extLst>
          </p:cNvPr>
          <p:cNvSpPr>
            <a:spLocks xmlns:a="http://schemas.openxmlformats.org/drawingml/2006/main" noGrp="1"/>
          </p:cNvSpPr>
          <p:nvPr/>
        </p:nvSpPr>
        <p:spPr>
          <a:xfrm xmlns:a="http://schemas.openxmlformats.org/drawingml/2006/main">
            <a:off x="6457950" y="142875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2" name="align-grid-0-1">
            <a:extLst xmlns:a="http://schemas.openxmlformats.org/drawingml/2006/main">
              <a:ext uri="{FF2B5EF4-FFF2-40B4-BE49-F238E27FC236}">
                <a16:creationId xmlns:a16="http://schemas.microsoft.com/office/drawing/2014/main" id="{991871AF-50C7-4696-98FF-3539ECE2FDEA}"/>
              </a:ext>
            </a:extLst>
          </p:cNvPr>
          <p:cNvSpPr>
            <a:spLocks xmlns:a="http://schemas.openxmlformats.org/drawingml/2006/main" noGrp="1"/>
          </p:cNvSpPr>
          <p:nvPr/>
        </p:nvSpPr>
        <p:spPr>
          <a:xfrm xmlns:a="http://schemas.openxmlformats.org/drawingml/2006/main">
            <a:off x="6743700" y="142875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3" name="align-grid-0-2">
            <a:extLst xmlns:a="http://schemas.openxmlformats.org/drawingml/2006/main">
              <a:ext uri="{FF2B5EF4-FFF2-40B4-BE49-F238E27FC236}">
                <a16:creationId xmlns:a16="http://schemas.microsoft.com/office/drawing/2014/main" id="{14DB638F-8EF7-4A45-9F9D-D256EC8EE9AC}"/>
              </a:ext>
            </a:extLst>
          </p:cNvPr>
          <p:cNvSpPr>
            <a:spLocks xmlns:a="http://schemas.openxmlformats.org/drawingml/2006/main" noGrp="1"/>
          </p:cNvSpPr>
          <p:nvPr/>
        </p:nvSpPr>
        <p:spPr>
          <a:xfrm xmlns:a="http://schemas.openxmlformats.org/drawingml/2006/main">
            <a:off x="7029450" y="142875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4" name="align-grid-1-0">
            <a:extLst xmlns:a="http://schemas.openxmlformats.org/drawingml/2006/main">
              <a:ext uri="{FF2B5EF4-FFF2-40B4-BE49-F238E27FC236}">
                <a16:creationId xmlns:a16="http://schemas.microsoft.com/office/drawing/2014/main" id="{C22BC8F3-E304-4524-B2B9-CF2B2A390BAE}"/>
              </a:ext>
            </a:extLst>
          </p:cNvPr>
          <p:cNvSpPr>
            <a:spLocks xmlns:a="http://schemas.openxmlformats.org/drawingml/2006/main" noGrp="1"/>
          </p:cNvSpPr>
          <p:nvPr/>
        </p:nvSpPr>
        <p:spPr>
          <a:xfrm xmlns:a="http://schemas.openxmlformats.org/drawingml/2006/main">
            <a:off x="6457950" y="171450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5" name="align-grid-1-1">
            <a:extLst xmlns:a="http://schemas.openxmlformats.org/drawingml/2006/main">
              <a:ext uri="{FF2B5EF4-FFF2-40B4-BE49-F238E27FC236}">
                <a16:creationId xmlns:a16="http://schemas.microsoft.com/office/drawing/2014/main" id="{4A7F2F82-97A0-4AC9-A689-1096CA5F8B59}"/>
              </a:ext>
            </a:extLst>
          </p:cNvPr>
          <p:cNvSpPr>
            <a:spLocks xmlns:a="http://schemas.openxmlformats.org/drawingml/2006/main" noGrp="1"/>
          </p:cNvSpPr>
          <p:nvPr/>
        </p:nvSpPr>
        <p:spPr>
          <a:xfrm xmlns:a="http://schemas.openxmlformats.org/drawingml/2006/main">
            <a:off x="6743700" y="171450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6" name="align-grid-1-2">
            <a:extLst xmlns:a="http://schemas.openxmlformats.org/drawingml/2006/main">
              <a:ext uri="{FF2B5EF4-FFF2-40B4-BE49-F238E27FC236}">
                <a16:creationId xmlns:a16="http://schemas.microsoft.com/office/drawing/2014/main" id="{8FE3B2B4-47DC-4D89-97AB-F440DFC0B6DE}"/>
              </a:ext>
            </a:extLst>
          </p:cNvPr>
          <p:cNvSpPr>
            <a:spLocks xmlns:a="http://schemas.openxmlformats.org/drawingml/2006/main" noGrp="1"/>
          </p:cNvSpPr>
          <p:nvPr/>
        </p:nvSpPr>
        <p:spPr>
          <a:xfrm xmlns:a="http://schemas.openxmlformats.org/drawingml/2006/main">
            <a:off x="7029450" y="171450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7" name="align-grid-2-0">
            <a:extLst xmlns:a="http://schemas.openxmlformats.org/drawingml/2006/main">
              <a:ext uri="{FF2B5EF4-FFF2-40B4-BE49-F238E27FC236}">
                <a16:creationId xmlns:a16="http://schemas.microsoft.com/office/drawing/2014/main" id="{23902F82-F99C-4720-8D84-C735DBC7FEA4}"/>
              </a:ext>
            </a:extLst>
          </p:cNvPr>
          <p:cNvSpPr>
            <a:spLocks xmlns:a="http://schemas.openxmlformats.org/drawingml/2006/main" noGrp="1"/>
          </p:cNvSpPr>
          <p:nvPr/>
        </p:nvSpPr>
        <p:spPr>
          <a:xfrm xmlns:a="http://schemas.openxmlformats.org/drawingml/2006/main">
            <a:off x="6457950" y="200025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8" name="align-grid-2-1">
            <a:extLst xmlns:a="http://schemas.openxmlformats.org/drawingml/2006/main">
              <a:ext uri="{FF2B5EF4-FFF2-40B4-BE49-F238E27FC236}">
                <a16:creationId xmlns:a16="http://schemas.microsoft.com/office/drawing/2014/main" id="{87A74F8F-140B-4F29-B1AC-0F58D5952A3A}"/>
              </a:ext>
            </a:extLst>
          </p:cNvPr>
          <p:cNvSpPr>
            <a:spLocks xmlns:a="http://schemas.openxmlformats.org/drawingml/2006/main" noGrp="1"/>
          </p:cNvSpPr>
          <p:nvPr/>
        </p:nvSpPr>
        <p:spPr>
          <a:xfrm xmlns:a="http://schemas.openxmlformats.org/drawingml/2006/main">
            <a:off x="6743700" y="200025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39" name="align-grid-2-2">
            <a:extLst xmlns:a="http://schemas.openxmlformats.org/drawingml/2006/main">
              <a:ext uri="{FF2B5EF4-FFF2-40B4-BE49-F238E27FC236}">
                <a16:creationId xmlns:a16="http://schemas.microsoft.com/office/drawing/2014/main" id="{06C9BAFE-6CDC-4748-8C3D-145A4EB119AA}"/>
              </a:ext>
            </a:extLst>
          </p:cNvPr>
          <p:cNvSpPr>
            <a:spLocks xmlns:a="http://schemas.openxmlformats.org/drawingml/2006/main" noGrp="1"/>
          </p:cNvSpPr>
          <p:nvPr/>
        </p:nvSpPr>
        <p:spPr>
          <a:xfrm xmlns:a="http://schemas.openxmlformats.org/drawingml/2006/main">
            <a:off x="7029450" y="2000250"/>
            <a:ext cx="266700" cy="26670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40" name="anchor-4">
            <a:extLst xmlns:a="http://schemas.openxmlformats.org/drawingml/2006/main">
              <a:ext uri="{FF2B5EF4-FFF2-40B4-BE49-F238E27FC236}">
                <a16:creationId xmlns:a16="http://schemas.microsoft.com/office/drawing/2014/main" id="{11C053DB-DC3F-474F-B229-8DC60A8CED50}"/>
              </a:ext>
            </a:extLst>
          </p:cNvPr>
          <p:cNvSpPr>
            <a:spLocks xmlns:a="http://schemas.openxmlformats.org/drawingml/2006/main" noGrp="1"/>
          </p:cNvSpPr>
          <p:nvPr/>
        </p:nvSpPr>
        <p:spPr>
          <a:xfrm xmlns:a="http://schemas.openxmlformats.org/drawingml/2006/main">
            <a:off x="7920038" y="1757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41" name="anchor-5">
            <a:extLst xmlns:a="http://schemas.openxmlformats.org/drawingml/2006/main">
              <a:ext uri="{FF2B5EF4-FFF2-40B4-BE49-F238E27FC236}">
                <a16:creationId xmlns:a16="http://schemas.microsoft.com/office/drawing/2014/main" id="{C6186CFB-6D2D-4128-BFE5-D4014408C2F8}"/>
              </a:ext>
            </a:extLst>
          </p:cNvPr>
          <p:cNvSpPr>
            <a:spLocks xmlns:a="http://schemas.openxmlformats.org/drawingml/2006/main" noGrp="1"/>
          </p:cNvSpPr>
          <p:nvPr/>
        </p:nvSpPr>
        <p:spPr>
          <a:xfrm xmlns:a="http://schemas.openxmlformats.org/drawingml/2006/main">
            <a:off x="8205788" y="1757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80" name=""/>
          <p:cNvCxnSpPr>
            <a:stCxn xmlns:a="http://schemas.openxmlformats.org/drawingml/2006/main" id="40" idx="3"/>
            <a:endCxn xmlns:a="http://schemas.openxmlformats.org/drawingml/2006/main" id="41" idx="1"/>
          </p:cNvCxnSpPr>
          <p:nvPr/>
        </p:nvCxnSpPr>
        <p:spPr>
          <a:xfrm xmlns:a="http://schemas.openxmlformats.org/drawingml/2006/main">
            <a:off x="7929563" y="1762126"/>
            <a:ext cx="27622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43" name="bank-surface">
            <a:extLst xmlns:a="http://schemas.openxmlformats.org/drawingml/2006/main">
              <a:ext uri="{FF2B5EF4-FFF2-40B4-BE49-F238E27FC236}">
                <a16:creationId xmlns:a16="http://schemas.microsoft.com/office/drawing/2014/main" id="{3EDC9166-1E60-483B-ABBF-C4932E445D34}"/>
              </a:ext>
            </a:extLst>
          </p:cNvPr>
          <p:cNvSpPr>
            <a:spLocks xmlns:a="http://schemas.openxmlformats.org/drawingml/2006/main" noGrp="1"/>
          </p:cNvSpPr>
          <p:nvPr/>
        </p:nvSpPr>
        <p:spPr>
          <a:xfrm xmlns:a="http://schemas.openxmlformats.org/drawingml/2006/main">
            <a:off x="8210550" y="838200"/>
            <a:ext cx="3771900" cy="1847850"/>
          </a:xfrm>
          <a:prstGeom xmlns:a="http://schemas.openxmlformats.org/drawingml/2006/main" prst="roundRect">
            <a:avLst>
              <a:gd name="adj" fmla="val 4124"/>
            </a:avLst>
          </a:prstGeom>
          <a:solidFill xmlns:a="http://schemas.openxmlformats.org/drawingml/2006/main">
            <a:srgbClr val="E6EDF2"/>
          </a:solidFill>
          <a:ln xmlns:a="http://schemas.openxmlformats.org/drawingml/2006/main" w="15240">
            <a:solidFill>
              <a:srgbClr val="5C7386"/>
            </a:solidFill>
            <a:prstDash val="solid"/>
          </a:ln>
        </p:spPr>
      </p:sp>
      <p:sp>
        <p:nvSpPr>
          <p:cNvPr id="44" name="bank-title">
            <a:extLst xmlns:a="http://schemas.openxmlformats.org/drawingml/2006/main">
              <a:ext uri="{FF2B5EF4-FFF2-40B4-BE49-F238E27FC236}">
                <a16:creationId xmlns:a16="http://schemas.microsoft.com/office/drawing/2014/main" id="{A5CB301E-7F94-4F2E-9128-1E3C436AC35F}"/>
              </a:ext>
            </a:extLst>
          </p:cNvPr>
          <p:cNvSpPr>
            <a:spLocks xmlns:a="http://schemas.openxmlformats.org/drawingml/2006/main" noGrp="1"/>
          </p:cNvSpPr>
          <p:nvPr/>
        </p:nvSpPr>
        <p:spPr>
          <a:xfrm xmlns:a="http://schemas.openxmlformats.org/drawingml/2006/main">
            <a:off x="8305800" y="87630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Fixed reference bank</a:t>
            </a:r>
          </a:p>
        </p:txBody>
      </p:sp>
      <p:sp>
        <p:nvSpPr>
          <p:cNvPr id="45" name="bank-row-0-0">
            <a:extLst xmlns:a="http://schemas.openxmlformats.org/drawingml/2006/main">
              <a:ext uri="{FF2B5EF4-FFF2-40B4-BE49-F238E27FC236}">
                <a16:creationId xmlns:a16="http://schemas.microsoft.com/office/drawing/2014/main" id="{D7837610-4C77-4179-8BDE-DB57045755BA}"/>
              </a:ext>
            </a:extLst>
          </p:cNvPr>
          <p:cNvSpPr>
            <a:spLocks xmlns:a="http://schemas.openxmlformats.org/drawingml/2006/main" noGrp="1"/>
          </p:cNvSpPr>
          <p:nvPr/>
        </p:nvSpPr>
        <p:spPr>
          <a:xfrm xmlns:a="http://schemas.openxmlformats.org/drawingml/2006/main">
            <a:off x="8343900" y="13144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46" name="bank-row-0-1">
            <a:extLst xmlns:a="http://schemas.openxmlformats.org/drawingml/2006/main">
              <a:ext uri="{FF2B5EF4-FFF2-40B4-BE49-F238E27FC236}">
                <a16:creationId xmlns:a16="http://schemas.microsoft.com/office/drawing/2014/main" id="{F8FBBB16-668B-4550-91B8-024A8719CB5E}"/>
              </a:ext>
            </a:extLst>
          </p:cNvPr>
          <p:cNvSpPr>
            <a:spLocks xmlns:a="http://schemas.openxmlformats.org/drawingml/2006/main" noGrp="1"/>
          </p:cNvSpPr>
          <p:nvPr/>
        </p:nvSpPr>
        <p:spPr>
          <a:xfrm xmlns:a="http://schemas.openxmlformats.org/drawingml/2006/main">
            <a:off x="8928100" y="13144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47" name="bank-row-0-2">
            <a:extLst xmlns:a="http://schemas.openxmlformats.org/drawingml/2006/main">
              <a:ext uri="{FF2B5EF4-FFF2-40B4-BE49-F238E27FC236}">
                <a16:creationId xmlns:a16="http://schemas.microsoft.com/office/drawing/2014/main" id="{30F87F3F-8CDB-4752-B187-B8FE70127435}"/>
              </a:ext>
            </a:extLst>
          </p:cNvPr>
          <p:cNvSpPr>
            <a:spLocks xmlns:a="http://schemas.openxmlformats.org/drawingml/2006/main" noGrp="1"/>
          </p:cNvSpPr>
          <p:nvPr/>
        </p:nvSpPr>
        <p:spPr>
          <a:xfrm xmlns:a="http://schemas.openxmlformats.org/drawingml/2006/main">
            <a:off x="9512300" y="13144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48" name="bank-row-0-3">
            <a:extLst xmlns:a="http://schemas.openxmlformats.org/drawingml/2006/main">
              <a:ext uri="{FF2B5EF4-FFF2-40B4-BE49-F238E27FC236}">
                <a16:creationId xmlns:a16="http://schemas.microsoft.com/office/drawing/2014/main" id="{4EAD4AD1-03CE-4554-B210-B6F280B04EB8}"/>
              </a:ext>
            </a:extLst>
          </p:cNvPr>
          <p:cNvSpPr>
            <a:spLocks xmlns:a="http://schemas.openxmlformats.org/drawingml/2006/main" noGrp="1"/>
          </p:cNvSpPr>
          <p:nvPr/>
        </p:nvSpPr>
        <p:spPr>
          <a:xfrm xmlns:a="http://schemas.openxmlformats.org/drawingml/2006/main">
            <a:off x="10096500" y="13144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49" name="bank-row-0-4">
            <a:extLst xmlns:a="http://schemas.openxmlformats.org/drawingml/2006/main">
              <a:ext uri="{FF2B5EF4-FFF2-40B4-BE49-F238E27FC236}">
                <a16:creationId xmlns:a16="http://schemas.microsoft.com/office/drawing/2014/main" id="{94421900-E826-4094-BCA3-BD159B619D3A}"/>
              </a:ext>
            </a:extLst>
          </p:cNvPr>
          <p:cNvSpPr>
            <a:spLocks xmlns:a="http://schemas.openxmlformats.org/drawingml/2006/main" noGrp="1"/>
          </p:cNvSpPr>
          <p:nvPr/>
        </p:nvSpPr>
        <p:spPr>
          <a:xfrm xmlns:a="http://schemas.openxmlformats.org/drawingml/2006/main">
            <a:off x="10680700" y="13144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0" name="bank-row-0-5">
            <a:extLst xmlns:a="http://schemas.openxmlformats.org/drawingml/2006/main">
              <a:ext uri="{FF2B5EF4-FFF2-40B4-BE49-F238E27FC236}">
                <a16:creationId xmlns:a16="http://schemas.microsoft.com/office/drawing/2014/main" id="{6113855D-0A3A-4E6D-91E4-DADAA65807E0}"/>
              </a:ext>
            </a:extLst>
          </p:cNvPr>
          <p:cNvSpPr>
            <a:spLocks xmlns:a="http://schemas.openxmlformats.org/drawingml/2006/main" noGrp="1"/>
          </p:cNvSpPr>
          <p:nvPr/>
        </p:nvSpPr>
        <p:spPr>
          <a:xfrm xmlns:a="http://schemas.openxmlformats.org/drawingml/2006/main">
            <a:off x="11264900" y="13144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1" name="bank-row-1-0">
            <a:extLst xmlns:a="http://schemas.openxmlformats.org/drawingml/2006/main">
              <a:ext uri="{FF2B5EF4-FFF2-40B4-BE49-F238E27FC236}">
                <a16:creationId xmlns:a16="http://schemas.microsoft.com/office/drawing/2014/main" id="{9382367C-FCD3-43BF-B649-EB26B48FAF1E}"/>
              </a:ext>
            </a:extLst>
          </p:cNvPr>
          <p:cNvSpPr>
            <a:spLocks xmlns:a="http://schemas.openxmlformats.org/drawingml/2006/main" noGrp="1"/>
          </p:cNvSpPr>
          <p:nvPr/>
        </p:nvSpPr>
        <p:spPr>
          <a:xfrm xmlns:a="http://schemas.openxmlformats.org/drawingml/2006/main">
            <a:off x="8343900" y="163830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2" name="bank-row-1-1">
            <a:extLst xmlns:a="http://schemas.openxmlformats.org/drawingml/2006/main">
              <a:ext uri="{FF2B5EF4-FFF2-40B4-BE49-F238E27FC236}">
                <a16:creationId xmlns:a16="http://schemas.microsoft.com/office/drawing/2014/main" id="{1C258443-407A-4218-ABE2-0EE8192FBD85}"/>
              </a:ext>
            </a:extLst>
          </p:cNvPr>
          <p:cNvSpPr>
            <a:spLocks xmlns:a="http://schemas.openxmlformats.org/drawingml/2006/main" noGrp="1"/>
          </p:cNvSpPr>
          <p:nvPr/>
        </p:nvSpPr>
        <p:spPr>
          <a:xfrm xmlns:a="http://schemas.openxmlformats.org/drawingml/2006/main">
            <a:off x="8928100" y="163830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3" name="bank-row-1-2">
            <a:extLst xmlns:a="http://schemas.openxmlformats.org/drawingml/2006/main">
              <a:ext uri="{FF2B5EF4-FFF2-40B4-BE49-F238E27FC236}">
                <a16:creationId xmlns:a16="http://schemas.microsoft.com/office/drawing/2014/main" id="{F6DEBE71-3178-467A-96D4-8C4B65D965F8}"/>
              </a:ext>
            </a:extLst>
          </p:cNvPr>
          <p:cNvSpPr>
            <a:spLocks xmlns:a="http://schemas.openxmlformats.org/drawingml/2006/main" noGrp="1"/>
          </p:cNvSpPr>
          <p:nvPr/>
        </p:nvSpPr>
        <p:spPr>
          <a:xfrm xmlns:a="http://schemas.openxmlformats.org/drawingml/2006/main">
            <a:off x="9512300" y="163830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4" name="bank-row-1-3">
            <a:extLst xmlns:a="http://schemas.openxmlformats.org/drawingml/2006/main">
              <a:ext uri="{FF2B5EF4-FFF2-40B4-BE49-F238E27FC236}">
                <a16:creationId xmlns:a16="http://schemas.microsoft.com/office/drawing/2014/main" id="{154BFB7A-3CDC-42A1-86A4-32F6DA8ADB58}"/>
              </a:ext>
            </a:extLst>
          </p:cNvPr>
          <p:cNvSpPr>
            <a:spLocks xmlns:a="http://schemas.openxmlformats.org/drawingml/2006/main" noGrp="1"/>
          </p:cNvSpPr>
          <p:nvPr/>
        </p:nvSpPr>
        <p:spPr>
          <a:xfrm xmlns:a="http://schemas.openxmlformats.org/drawingml/2006/main">
            <a:off x="10096500" y="163830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5" name="bank-row-1-4">
            <a:extLst xmlns:a="http://schemas.openxmlformats.org/drawingml/2006/main">
              <a:ext uri="{FF2B5EF4-FFF2-40B4-BE49-F238E27FC236}">
                <a16:creationId xmlns:a16="http://schemas.microsoft.com/office/drawing/2014/main" id="{2732962E-F3DC-4C36-B66B-B587FEAA7999}"/>
              </a:ext>
            </a:extLst>
          </p:cNvPr>
          <p:cNvSpPr>
            <a:spLocks xmlns:a="http://schemas.openxmlformats.org/drawingml/2006/main" noGrp="1"/>
          </p:cNvSpPr>
          <p:nvPr/>
        </p:nvSpPr>
        <p:spPr>
          <a:xfrm xmlns:a="http://schemas.openxmlformats.org/drawingml/2006/main">
            <a:off x="10680700" y="163830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6" name="bank-row-1-5">
            <a:extLst xmlns:a="http://schemas.openxmlformats.org/drawingml/2006/main">
              <a:ext uri="{FF2B5EF4-FFF2-40B4-BE49-F238E27FC236}">
                <a16:creationId xmlns:a16="http://schemas.microsoft.com/office/drawing/2014/main" id="{1F9236F2-1CDA-47FB-AD9F-19748D7BB7D5}"/>
              </a:ext>
            </a:extLst>
          </p:cNvPr>
          <p:cNvSpPr>
            <a:spLocks xmlns:a="http://schemas.openxmlformats.org/drawingml/2006/main" noGrp="1"/>
          </p:cNvSpPr>
          <p:nvPr/>
        </p:nvSpPr>
        <p:spPr>
          <a:xfrm xmlns:a="http://schemas.openxmlformats.org/drawingml/2006/main">
            <a:off x="11264900" y="163830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7" name="bank-row-2-0">
            <a:extLst xmlns:a="http://schemas.openxmlformats.org/drawingml/2006/main">
              <a:ext uri="{FF2B5EF4-FFF2-40B4-BE49-F238E27FC236}">
                <a16:creationId xmlns:a16="http://schemas.microsoft.com/office/drawing/2014/main" id="{0B59079D-8799-4653-893C-EB27C0D76E5F}"/>
              </a:ext>
            </a:extLst>
          </p:cNvPr>
          <p:cNvSpPr>
            <a:spLocks xmlns:a="http://schemas.openxmlformats.org/drawingml/2006/main" noGrp="1"/>
          </p:cNvSpPr>
          <p:nvPr/>
        </p:nvSpPr>
        <p:spPr>
          <a:xfrm xmlns:a="http://schemas.openxmlformats.org/drawingml/2006/main">
            <a:off x="8343900" y="19621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8" name="bank-row-2-1">
            <a:extLst xmlns:a="http://schemas.openxmlformats.org/drawingml/2006/main">
              <a:ext uri="{FF2B5EF4-FFF2-40B4-BE49-F238E27FC236}">
                <a16:creationId xmlns:a16="http://schemas.microsoft.com/office/drawing/2014/main" id="{277B0B68-91C0-4A23-81AE-DD7186B5836B}"/>
              </a:ext>
            </a:extLst>
          </p:cNvPr>
          <p:cNvSpPr>
            <a:spLocks xmlns:a="http://schemas.openxmlformats.org/drawingml/2006/main" noGrp="1"/>
          </p:cNvSpPr>
          <p:nvPr/>
        </p:nvSpPr>
        <p:spPr>
          <a:xfrm xmlns:a="http://schemas.openxmlformats.org/drawingml/2006/main">
            <a:off x="8928100" y="19621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59" name="bank-row-2-2">
            <a:extLst xmlns:a="http://schemas.openxmlformats.org/drawingml/2006/main">
              <a:ext uri="{FF2B5EF4-FFF2-40B4-BE49-F238E27FC236}">
                <a16:creationId xmlns:a16="http://schemas.microsoft.com/office/drawing/2014/main" id="{ED7F9181-F8A8-403B-93AC-5A7DD24B7D72}"/>
              </a:ext>
            </a:extLst>
          </p:cNvPr>
          <p:cNvSpPr>
            <a:spLocks xmlns:a="http://schemas.openxmlformats.org/drawingml/2006/main" noGrp="1"/>
          </p:cNvSpPr>
          <p:nvPr/>
        </p:nvSpPr>
        <p:spPr>
          <a:xfrm xmlns:a="http://schemas.openxmlformats.org/drawingml/2006/main">
            <a:off x="9512300" y="19621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60" name="bank-row-2-3">
            <a:extLst xmlns:a="http://schemas.openxmlformats.org/drawingml/2006/main">
              <a:ext uri="{FF2B5EF4-FFF2-40B4-BE49-F238E27FC236}">
                <a16:creationId xmlns:a16="http://schemas.microsoft.com/office/drawing/2014/main" id="{23537C91-CA0E-4DFF-A7FA-2CEC49ABA6F1}"/>
              </a:ext>
            </a:extLst>
          </p:cNvPr>
          <p:cNvSpPr>
            <a:spLocks xmlns:a="http://schemas.openxmlformats.org/drawingml/2006/main" noGrp="1"/>
          </p:cNvSpPr>
          <p:nvPr/>
        </p:nvSpPr>
        <p:spPr>
          <a:xfrm xmlns:a="http://schemas.openxmlformats.org/drawingml/2006/main">
            <a:off x="10096500" y="19621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61" name="bank-row-2-4">
            <a:extLst xmlns:a="http://schemas.openxmlformats.org/drawingml/2006/main">
              <a:ext uri="{FF2B5EF4-FFF2-40B4-BE49-F238E27FC236}">
                <a16:creationId xmlns:a16="http://schemas.microsoft.com/office/drawing/2014/main" id="{FCE8B75B-3E04-488D-AF41-768D2E7DF28C}"/>
              </a:ext>
            </a:extLst>
          </p:cNvPr>
          <p:cNvSpPr>
            <a:spLocks xmlns:a="http://schemas.openxmlformats.org/drawingml/2006/main" noGrp="1"/>
          </p:cNvSpPr>
          <p:nvPr/>
        </p:nvSpPr>
        <p:spPr>
          <a:xfrm xmlns:a="http://schemas.openxmlformats.org/drawingml/2006/main">
            <a:off x="10680700" y="19621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62" name="bank-row-2-5">
            <a:extLst xmlns:a="http://schemas.openxmlformats.org/drawingml/2006/main">
              <a:ext uri="{FF2B5EF4-FFF2-40B4-BE49-F238E27FC236}">
                <a16:creationId xmlns:a16="http://schemas.microsoft.com/office/drawing/2014/main" id="{CFD2C839-CDDE-4A7A-9F8E-1A64C4A99E35}"/>
              </a:ext>
            </a:extLst>
          </p:cNvPr>
          <p:cNvSpPr>
            <a:spLocks xmlns:a="http://schemas.openxmlformats.org/drawingml/2006/main" noGrp="1"/>
          </p:cNvSpPr>
          <p:nvPr/>
        </p:nvSpPr>
        <p:spPr>
          <a:xfrm xmlns:a="http://schemas.openxmlformats.org/drawingml/2006/main">
            <a:off x="11264900" y="1962150"/>
            <a:ext cx="574675" cy="247650"/>
          </a:xfrm>
          <a:prstGeom xmlns:a="http://schemas.openxmlformats.org/drawingml/2006/main" prst="rect">
            <a:avLst/>
          </a:prstGeom>
          <a:solidFill xmlns:a="http://schemas.openxmlformats.org/drawingml/2006/main">
            <a:srgbClr val="E6EDF2"/>
          </a:solidFill>
          <a:ln xmlns:a="http://schemas.openxmlformats.org/drawingml/2006/main" w="7620">
            <a:solidFill>
              <a:srgbClr val="5C7386"/>
            </a:solidFill>
            <a:prstDash val="solid"/>
          </a:ln>
        </p:spPr>
      </p:sp>
      <p:sp>
        <p:nvSpPr>
          <p:cNvPr id="63" name="bank-row-accent">
            <a:extLst xmlns:a="http://schemas.openxmlformats.org/drawingml/2006/main">
              <a:ext uri="{FF2B5EF4-FFF2-40B4-BE49-F238E27FC236}">
                <a16:creationId xmlns:a16="http://schemas.microsoft.com/office/drawing/2014/main" id="{E126E419-35F8-4725-9012-033896CA5182}"/>
              </a:ext>
            </a:extLst>
          </p:cNvPr>
          <p:cNvSpPr>
            <a:spLocks xmlns:a="http://schemas.openxmlformats.org/drawingml/2006/main" noGrp="1"/>
          </p:cNvSpPr>
          <p:nvPr/>
        </p:nvSpPr>
        <p:spPr>
          <a:xfrm xmlns:a="http://schemas.openxmlformats.org/drawingml/2006/main">
            <a:off x="8305800" y="1600200"/>
            <a:ext cx="3581400" cy="323850"/>
          </a:xfrm>
          <a:prstGeom xmlns:a="http://schemas.openxmlformats.org/drawingml/2006/main" prst="rect">
            <a:avLst/>
          </a:prstGeom>
          <a:noFill xmlns:a="http://schemas.openxmlformats.org/drawingml/2006/main"/>
          <a:ln xmlns:a="http://schemas.openxmlformats.org/drawingml/2006/main" w="28575">
            <a:solidFill>
              <a:srgbClr val="2E6F9E"/>
            </a:solidFill>
            <a:prstDash val="solid"/>
          </a:ln>
        </p:spPr>
      </p:sp>
      <p:sp>
        <p:nvSpPr>
          <p:cNvPr id="64" name="bank-row-label">
            <a:extLst xmlns:a="http://schemas.openxmlformats.org/drawingml/2006/main">
              <a:ext uri="{FF2B5EF4-FFF2-40B4-BE49-F238E27FC236}">
                <a16:creationId xmlns:a16="http://schemas.microsoft.com/office/drawing/2014/main" id="{ED8595CF-2E62-48C6-A119-1BA1596AFF66}"/>
              </a:ext>
            </a:extLst>
          </p:cNvPr>
          <p:cNvSpPr>
            <a:spLocks xmlns:a="http://schemas.openxmlformats.org/drawingml/2006/main" noGrp="1"/>
          </p:cNvSpPr>
          <p:nvPr/>
        </p:nvSpPr>
        <p:spPr>
          <a:xfrm xmlns:a="http://schemas.openxmlformats.org/drawingml/2006/main">
            <a:off x="8305800" y="2286000"/>
            <a:ext cx="3581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shared reference row  </a:t>
            </a:r>
            <a:r>
              <a:rPr sz="2250" b="0" i="1">
                <a:solidFill>
                  <a:srgbClr val="2E6F9E"/>
                </a:solidFill>
                <a:latin typeface="Times New Roman"/>
                <a:ea typeface="Times New Roman"/>
                <a:cs typeface="Times New Roman"/>
              </a:rPr>
              <a:t>r</a:t>
            </a:r>
          </a:p>
        </p:txBody>
      </p:sp>
      <p:sp>
        <p:nvSpPr>
          <p:cNvPr id="65" name="support-label">
            <a:extLst xmlns:a="http://schemas.openxmlformats.org/drawingml/2006/main">
              <a:ext uri="{FF2B5EF4-FFF2-40B4-BE49-F238E27FC236}">
                <a16:creationId xmlns:a16="http://schemas.microsoft.com/office/drawing/2014/main" id="{4E7AE344-02AF-44D7-9A08-CB0E59EE8D09}"/>
              </a:ext>
            </a:extLst>
          </p:cNvPr>
          <p:cNvSpPr>
            <a:spLocks xmlns:a="http://schemas.openxmlformats.org/drawingml/2006/main" noGrp="1"/>
          </p:cNvSpPr>
          <p:nvPr/>
        </p:nvSpPr>
        <p:spPr>
          <a:xfrm xmlns:a="http://schemas.openxmlformats.org/drawingml/2006/main">
            <a:off x="152400" y="2781300"/>
            <a:ext cx="2590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K</a:t>
            </a:r>
            <a:r>
              <a:rPr sz="2250" b="0" i="0">
                <a:solidFill>
                  <a:srgbClr val="1E2E38"/>
                </a:solidFill>
                <a:latin typeface="Times New Roman"/>
                <a:ea typeface="Times New Roman"/>
                <a:cs typeface="Times New Roman"/>
              </a:rPr>
              <a:t> normal images</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of one category</a:t>
            </a:r>
          </a:p>
        </p:txBody>
      </p:sp>
      <p:sp>
        <p:nvSpPr>
          <p:cNvPr id="66" name="branches-label">
            <a:extLst xmlns:a="http://schemas.openxmlformats.org/drawingml/2006/main">
              <a:ext uri="{FF2B5EF4-FFF2-40B4-BE49-F238E27FC236}">
                <a16:creationId xmlns:a16="http://schemas.microsoft.com/office/drawing/2014/main" id="{64DE9F0D-7053-4601-91C5-7E47BE13733C}"/>
              </a:ext>
            </a:extLst>
          </p:cNvPr>
          <p:cNvSpPr>
            <a:spLocks xmlns:a="http://schemas.openxmlformats.org/drawingml/2006/main" noGrp="1"/>
          </p:cNvSpPr>
          <p:nvPr/>
        </p:nvSpPr>
        <p:spPr>
          <a:xfrm xmlns:a="http://schemas.openxmlformats.org/drawingml/2006/main">
            <a:off x="2495550" y="278130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frozen;</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no branch is trained</a:t>
            </a:r>
          </a:p>
        </p:txBody>
      </p:sp>
      <p:sp>
        <p:nvSpPr>
          <p:cNvPr id="67" name="align-label">
            <a:extLst xmlns:a="http://schemas.openxmlformats.org/drawingml/2006/main">
              <a:ext uri="{FF2B5EF4-FFF2-40B4-BE49-F238E27FC236}">
                <a16:creationId xmlns:a16="http://schemas.microsoft.com/office/drawing/2014/main" id="{753530B6-6C0A-4C99-954D-34C3F96E5FD1}"/>
              </a:ext>
            </a:extLst>
          </p:cNvPr>
          <p:cNvSpPr>
            <a:spLocks xmlns:a="http://schemas.openxmlformats.org/drawingml/2006/main" noGrp="1"/>
          </p:cNvSpPr>
          <p:nvPr/>
        </p:nvSpPr>
        <p:spPr>
          <a:xfrm xmlns:a="http://schemas.openxmlformats.org/drawingml/2006/main">
            <a:off x="5829300" y="27813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align, then</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ℓ2 normalize</a:t>
            </a:r>
          </a:p>
        </p:txBody>
      </p:sp>
      <p:sp>
        <p:nvSpPr>
          <p:cNvPr id="68" name="bank-label">
            <a:extLst xmlns:a="http://schemas.openxmlformats.org/drawingml/2006/main">
              <a:ext uri="{FF2B5EF4-FFF2-40B4-BE49-F238E27FC236}">
                <a16:creationId xmlns:a16="http://schemas.microsoft.com/office/drawing/2014/main" id="{FA24F5F0-F16C-4F6D-B6DA-A07F2FCF530F}"/>
              </a:ext>
            </a:extLst>
          </p:cNvPr>
          <p:cNvSpPr>
            <a:spLocks xmlns:a="http://schemas.openxmlformats.org/drawingml/2006/main" noGrp="1"/>
          </p:cNvSpPr>
          <p:nvPr/>
        </p:nvSpPr>
        <p:spPr>
          <a:xfrm xmlns:a="http://schemas.openxmlformats.org/drawingml/2006/main">
            <a:off x="8210550" y="2781300"/>
            <a:ext cx="37719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the query never writes</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to the bank</a:t>
            </a:r>
          </a:p>
        </p:txBody>
      </p:sp>
      <p:sp>
        <p:nvSpPr>
          <p:cNvPr id="69" name="sec-b-chip">
            <a:extLst xmlns:a="http://schemas.openxmlformats.org/drawingml/2006/main">
              <a:ext uri="{FF2B5EF4-FFF2-40B4-BE49-F238E27FC236}">
                <a16:creationId xmlns:a16="http://schemas.microsoft.com/office/drawing/2014/main" id="{75168FA5-749A-4364-8A00-5794C5E382DD}"/>
              </a:ext>
            </a:extLst>
          </p:cNvPr>
          <p:cNvSpPr>
            <a:spLocks xmlns:a="http://schemas.openxmlformats.org/drawingml/2006/main" noGrp="1"/>
          </p:cNvSpPr>
          <p:nvPr/>
        </p:nvSpPr>
        <p:spPr>
          <a:xfrm xmlns:a="http://schemas.openxmlformats.org/drawingml/2006/main">
            <a:off x="304800" y="36385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70" name="sec-b-chip-text">
            <a:extLst xmlns:a="http://schemas.openxmlformats.org/drawingml/2006/main">
              <a:ext uri="{FF2B5EF4-FFF2-40B4-BE49-F238E27FC236}">
                <a16:creationId xmlns:a16="http://schemas.microsoft.com/office/drawing/2014/main" id="{1CDB4929-588D-4946-A571-F62BA93A80AA}"/>
              </a:ext>
            </a:extLst>
          </p:cNvPr>
          <p:cNvSpPr>
            <a:spLocks xmlns:a="http://schemas.openxmlformats.org/drawingml/2006/main" noGrp="1"/>
          </p:cNvSpPr>
          <p:nvPr/>
        </p:nvSpPr>
        <p:spPr>
          <a:xfrm xmlns:a="http://schemas.openxmlformats.org/drawingml/2006/main">
            <a:off x="323850" y="36385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71" name="sec-b">
            <a:extLst xmlns:a="http://schemas.openxmlformats.org/drawingml/2006/main">
              <a:ext uri="{FF2B5EF4-FFF2-40B4-BE49-F238E27FC236}">
                <a16:creationId xmlns:a16="http://schemas.microsoft.com/office/drawing/2014/main" id="{4D6C8338-1D80-4E99-B3B1-255C6704949C}"/>
              </a:ext>
            </a:extLst>
          </p:cNvPr>
          <p:cNvSpPr>
            <a:spLocks xmlns:a="http://schemas.openxmlformats.org/drawingml/2006/main" noGrp="1"/>
          </p:cNvSpPr>
          <p:nvPr/>
        </p:nvSpPr>
        <p:spPr>
          <a:xfrm xmlns:a="http://schemas.openxmlformats.org/drawingml/2006/main">
            <a:off x="876300" y="3600450"/>
            <a:ext cx="666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Localize anomalies in a query image</a:t>
            </a:r>
          </a:p>
        </p:txBody>
      </p:sp>
      <p:sp>
        <p:nvSpPr>
          <p:cNvPr id="72" name="query-surface">
            <a:extLst xmlns:a="http://schemas.openxmlformats.org/drawingml/2006/main">
              <a:ext uri="{FF2B5EF4-FFF2-40B4-BE49-F238E27FC236}">
                <a16:creationId xmlns:a16="http://schemas.microsoft.com/office/drawing/2014/main" id="{44250B73-212B-454F-AD30-871D81D62BE7}"/>
              </a:ext>
            </a:extLst>
          </p:cNvPr>
          <p:cNvSpPr>
            <a:spLocks xmlns:a="http://schemas.openxmlformats.org/drawingml/2006/main" noGrp="1"/>
          </p:cNvSpPr>
          <p:nvPr/>
        </p:nvSpPr>
        <p:spPr>
          <a:xfrm xmlns:a="http://schemas.openxmlformats.org/drawingml/2006/main">
            <a:off x="304800" y="4267200"/>
            <a:ext cx="1333500" cy="1847850"/>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w="15240">
            <a:solidFill>
              <a:srgbClr val="CBD6DC"/>
            </a:solidFill>
            <a:prstDash val="solid"/>
          </a:ln>
        </p:spPr>
      </p:sp>
      <p:pic>
        <p:nvPicPr>
          <p:cNvPr id="211" name=""/>
          <p:cNvPicPr>
            <a:picLocks xmlns:a="http://schemas.openxmlformats.org/drawingml/2006/main" noChangeAspect="1"/>
          </p:cNvPicPr>
          <p:nvPr/>
        </p:nvPicPr>
        <p:blipFill>
          <a:blip xmlns:r="http://schemas.openxmlformats.org/officeDocument/2006/relationships" xmlns:a="http://schemas.openxmlformats.org/drawingml/2006/main" r:embed="Rfc0c39cf0a23485e"/>
          <a:srcRect xmlns:a="http://schemas.openxmlformats.org/drawingml/2006/main" l="0" t="0" r="0" b="0"/>
          <a:stretch xmlns:a="http://schemas.openxmlformats.org/drawingml/2006/main">
            <a:fillRect l="0" t="0" r="0" b="0"/>
          </a:stretch>
        </p:blipFill>
        <p:spPr>
          <a:xfrm xmlns:a="http://schemas.openxmlformats.org/drawingml/2006/main">
            <a:off x="400050" y="4629150"/>
            <a:ext cx="1143000" cy="1143000"/>
          </a:xfrm>
          <a:prstGeom xmlns:a="http://schemas.openxmlformats.org/drawingml/2006/main" prst="rect">
            <a:avLst/>
          </a:prstGeom>
        </p:spPr>
      </p:pic>
      <p:sp>
        <p:nvSpPr>
          <p:cNvPr id="74" name="query-frame">
            <a:extLst xmlns:a="http://schemas.openxmlformats.org/drawingml/2006/main">
              <a:ext uri="{FF2B5EF4-FFF2-40B4-BE49-F238E27FC236}">
                <a16:creationId xmlns:a16="http://schemas.microsoft.com/office/drawing/2014/main" id="{CEFAD342-CF98-4D51-877C-7BFA48432853}"/>
              </a:ext>
            </a:extLst>
          </p:cNvPr>
          <p:cNvSpPr>
            <a:spLocks xmlns:a="http://schemas.openxmlformats.org/drawingml/2006/main" noGrp="1"/>
          </p:cNvSpPr>
          <p:nvPr/>
        </p:nvSpPr>
        <p:spPr>
          <a:xfrm xmlns:a="http://schemas.openxmlformats.org/drawingml/2006/main">
            <a:off x="400050" y="4629150"/>
            <a:ext cx="1143000" cy="1143000"/>
          </a:xfrm>
          <a:prstGeom xmlns:a="http://schemas.openxmlformats.org/drawingml/2006/main" prst="rect">
            <a:avLst/>
          </a:prstGeom>
          <a:noFill xmlns:a="http://schemas.openxmlformats.org/drawingml/2006/main"/>
          <a:ln xmlns:a="http://schemas.openxmlformats.org/drawingml/2006/main" w="11430">
            <a:solidFill>
              <a:srgbClr val="94A5AE"/>
            </a:solidFill>
            <a:prstDash val="solid"/>
          </a:ln>
        </p:spPr>
      </p:sp>
      <p:sp>
        <p:nvSpPr>
          <p:cNvPr id="75" name="anchor-6">
            <a:extLst xmlns:a="http://schemas.openxmlformats.org/drawingml/2006/main">
              <a:ext uri="{FF2B5EF4-FFF2-40B4-BE49-F238E27FC236}">
                <a16:creationId xmlns:a16="http://schemas.microsoft.com/office/drawing/2014/main" id="{88FDF0EC-565A-4CFF-974E-D9DE1716B09B}"/>
              </a:ext>
            </a:extLst>
          </p:cNvPr>
          <p:cNvSpPr>
            <a:spLocks xmlns:a="http://schemas.openxmlformats.org/drawingml/2006/main" noGrp="1"/>
          </p:cNvSpPr>
          <p:nvPr/>
        </p:nvSpPr>
        <p:spPr>
          <a:xfrm xmlns:a="http://schemas.openxmlformats.org/drawingml/2006/main">
            <a:off x="163353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76" name="anchor-7">
            <a:extLst xmlns:a="http://schemas.openxmlformats.org/drawingml/2006/main">
              <a:ext uri="{FF2B5EF4-FFF2-40B4-BE49-F238E27FC236}">
                <a16:creationId xmlns:a16="http://schemas.microsoft.com/office/drawing/2014/main" id="{AA97FE18-C05B-403A-99E4-52A18DFBE662}"/>
              </a:ext>
            </a:extLst>
          </p:cNvPr>
          <p:cNvSpPr>
            <a:spLocks xmlns:a="http://schemas.openxmlformats.org/drawingml/2006/main" noGrp="1"/>
          </p:cNvSpPr>
          <p:nvPr/>
        </p:nvSpPr>
        <p:spPr>
          <a:xfrm xmlns:a="http://schemas.openxmlformats.org/drawingml/2006/main">
            <a:off x="190023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15" name=""/>
          <p:cNvCxnSpPr>
            <a:stCxn xmlns:a="http://schemas.openxmlformats.org/drawingml/2006/main" id="75" idx="3"/>
            <a:endCxn xmlns:a="http://schemas.openxmlformats.org/drawingml/2006/main" id="76" idx="1"/>
          </p:cNvCxnSpPr>
          <p:nvPr/>
        </p:nvCxnSpPr>
        <p:spPr>
          <a:xfrm xmlns:a="http://schemas.openxmlformats.org/drawingml/2006/main">
            <a:off x="1643063" y="5191126"/>
            <a:ext cx="25717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78" name="qb-surface">
            <a:extLst xmlns:a="http://schemas.openxmlformats.org/drawingml/2006/main">
              <a:ext uri="{FF2B5EF4-FFF2-40B4-BE49-F238E27FC236}">
                <a16:creationId xmlns:a16="http://schemas.microsoft.com/office/drawing/2014/main" id="{EEED2F6D-C557-4EB2-89D8-F3C02814E82F}"/>
              </a:ext>
            </a:extLst>
          </p:cNvPr>
          <p:cNvSpPr>
            <a:spLocks xmlns:a="http://schemas.openxmlformats.org/drawingml/2006/main" noGrp="1"/>
          </p:cNvSpPr>
          <p:nvPr/>
        </p:nvSpPr>
        <p:spPr>
          <a:xfrm xmlns:a="http://schemas.openxmlformats.org/drawingml/2006/main">
            <a:off x="1905000" y="4267200"/>
            <a:ext cx="2438400" cy="1847850"/>
          </a:xfrm>
          <a:prstGeom xmlns:a="http://schemas.openxmlformats.org/drawingml/2006/main" prst="roundRect">
            <a:avLst>
              <a:gd name="adj" fmla="val 4124"/>
            </a:avLst>
          </a:prstGeom>
          <a:solidFill xmlns:a="http://schemas.openxmlformats.org/drawingml/2006/main">
            <a:srgbClr val="FFFFFF"/>
          </a:solidFill>
          <a:ln xmlns:a="http://schemas.openxmlformats.org/drawingml/2006/main" w="15240">
            <a:solidFill>
              <a:srgbClr val="CBD6DC"/>
            </a:solidFill>
            <a:prstDash val="solid"/>
          </a:ln>
        </p:spPr>
      </p:sp>
      <p:sp>
        <p:nvSpPr>
          <p:cNvPr id="79" name="qb-title">
            <a:extLst xmlns:a="http://schemas.openxmlformats.org/drawingml/2006/main">
              <a:ext uri="{FF2B5EF4-FFF2-40B4-BE49-F238E27FC236}">
                <a16:creationId xmlns:a16="http://schemas.microsoft.com/office/drawing/2014/main" id="{FC2E6DE5-2210-4E9F-B839-9DD540E375BE}"/>
              </a:ext>
            </a:extLst>
          </p:cNvPr>
          <p:cNvSpPr>
            <a:spLocks xmlns:a="http://schemas.openxmlformats.org/drawingml/2006/main" noGrp="1"/>
          </p:cNvSpPr>
          <p:nvPr/>
        </p:nvSpPr>
        <p:spPr>
          <a:xfrm xmlns:a="http://schemas.openxmlformats.org/drawingml/2006/main">
            <a:off x="1943100" y="4305300"/>
            <a:ext cx="2362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Same branches</a:t>
            </a:r>
          </a:p>
        </p:txBody>
      </p:sp>
      <p:sp>
        <p:nvSpPr>
          <p:cNvPr id="80" name="qb-B">
            <a:extLst xmlns:a="http://schemas.openxmlformats.org/drawingml/2006/main">
              <a:ext uri="{FF2B5EF4-FFF2-40B4-BE49-F238E27FC236}">
                <a16:creationId xmlns:a16="http://schemas.microsoft.com/office/drawing/2014/main" id="{B842E75A-F1AD-4E48-A1B3-EDA7114178D3}"/>
              </a:ext>
            </a:extLst>
          </p:cNvPr>
          <p:cNvSpPr>
            <a:spLocks xmlns:a="http://schemas.openxmlformats.org/drawingml/2006/main" noGrp="1"/>
          </p:cNvSpPr>
          <p:nvPr/>
        </p:nvSpPr>
        <p:spPr>
          <a:xfrm xmlns:a="http://schemas.openxmlformats.org/drawingml/2006/main">
            <a:off x="2057400" y="4724400"/>
            <a:ext cx="21336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81" name="qb-B-text">
            <a:extLst xmlns:a="http://schemas.openxmlformats.org/drawingml/2006/main">
              <a:ext uri="{FF2B5EF4-FFF2-40B4-BE49-F238E27FC236}">
                <a16:creationId xmlns:a16="http://schemas.microsoft.com/office/drawing/2014/main" id="{1C2C1FDD-1689-4449-B637-0E3A2C68762E}"/>
              </a:ext>
            </a:extLst>
          </p:cNvPr>
          <p:cNvSpPr>
            <a:spLocks xmlns:a="http://schemas.openxmlformats.org/drawingml/2006/main" noGrp="1"/>
          </p:cNvSpPr>
          <p:nvPr/>
        </p:nvSpPr>
        <p:spPr>
          <a:xfrm xmlns:a="http://schemas.openxmlformats.org/drawingml/2006/main">
            <a:off x="2076450" y="47244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2E6F9E"/>
                </a:solidFill>
                <a:latin typeface="Times New Roman"/>
                <a:ea typeface="Times New Roman"/>
                <a:cs typeface="Times New Roman"/>
              </a:defRPr>
            </a:pPr>
            <a:r>
              <a:rPr sz="2250" b="1" i="1">
                <a:solidFill>
                  <a:srgbClr val="2E6F9E"/>
                </a:solidFill>
                <a:latin typeface="Times New Roman"/>
                <a:ea typeface="Times New Roman"/>
                <a:cs typeface="Times New Roman"/>
              </a:rPr>
              <a:t>B</a:t>
            </a:r>
            <a:r>
              <a:rPr sz="2250" b="1" i="0">
                <a:solidFill>
                  <a:srgbClr val="2E6F9E"/>
                </a:solidFill>
                <a:latin typeface="Times New Roman"/>
                <a:ea typeface="Times New Roman"/>
                <a:cs typeface="Times New Roman"/>
              </a:rPr>
              <a:t>  DINOv2-</a:t>
            </a:r>
            <a:r>
              <a:rPr sz="2250" b="1" i="1">
                <a:solidFill>
                  <a:srgbClr val="2E6F9E"/>
                </a:solidFill>
                <a:latin typeface="Times New Roman"/>
                <a:ea typeface="Times New Roman"/>
                <a:cs typeface="Times New Roman"/>
              </a:rPr>
              <a:t>B</a:t>
            </a:r>
          </a:p>
        </p:txBody>
      </p:sp>
      <p:sp>
        <p:nvSpPr>
          <p:cNvPr id="82" name="qb-C">
            <a:extLst xmlns:a="http://schemas.openxmlformats.org/drawingml/2006/main">
              <a:ext uri="{FF2B5EF4-FFF2-40B4-BE49-F238E27FC236}">
                <a16:creationId xmlns:a16="http://schemas.microsoft.com/office/drawing/2014/main" id="{084A6071-2CDA-4900-9D60-0EC79D292134}"/>
              </a:ext>
            </a:extLst>
          </p:cNvPr>
          <p:cNvSpPr>
            <a:spLocks xmlns:a="http://schemas.openxmlformats.org/drawingml/2006/main" noGrp="1"/>
          </p:cNvSpPr>
          <p:nvPr/>
        </p:nvSpPr>
        <p:spPr>
          <a:xfrm xmlns:a="http://schemas.openxmlformats.org/drawingml/2006/main">
            <a:off x="2057400" y="5143500"/>
            <a:ext cx="21336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83" name="qb-C-text">
            <a:extLst xmlns:a="http://schemas.openxmlformats.org/drawingml/2006/main">
              <a:ext uri="{FF2B5EF4-FFF2-40B4-BE49-F238E27FC236}">
                <a16:creationId xmlns:a16="http://schemas.microsoft.com/office/drawing/2014/main" id="{FDCAD68B-81F0-434A-899D-4F63AC6C0D2B}"/>
              </a:ext>
            </a:extLst>
          </p:cNvPr>
          <p:cNvSpPr>
            <a:spLocks xmlns:a="http://schemas.openxmlformats.org/drawingml/2006/main" noGrp="1"/>
          </p:cNvSpPr>
          <p:nvPr/>
        </p:nvSpPr>
        <p:spPr>
          <a:xfrm xmlns:a="http://schemas.openxmlformats.org/drawingml/2006/main">
            <a:off x="2076450" y="51435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B27C20"/>
                </a:solidFill>
                <a:latin typeface="Times New Roman"/>
                <a:ea typeface="Times New Roman"/>
                <a:cs typeface="Times New Roman"/>
              </a:defRPr>
            </a:pPr>
            <a:r>
              <a:rPr sz="2250" b="1" i="1">
                <a:solidFill>
                  <a:srgbClr val="B27C20"/>
                </a:solidFill>
                <a:latin typeface="Times New Roman"/>
                <a:ea typeface="Times New Roman"/>
                <a:cs typeface="Times New Roman"/>
              </a:rPr>
              <a:t>C</a:t>
            </a:r>
            <a:r>
              <a:rPr sz="2250" b="1" i="0">
                <a:solidFill>
                  <a:srgbClr val="B27C20"/>
                </a:solidFill>
                <a:latin typeface="Times New Roman"/>
                <a:ea typeface="Times New Roman"/>
                <a:cs typeface="Times New Roman"/>
              </a:rPr>
              <a:t>  AnomalyCLIP</a:t>
            </a:r>
          </a:p>
        </p:txBody>
      </p:sp>
      <p:sp>
        <p:nvSpPr>
          <p:cNvPr id="84" name="qb-X">
            <a:extLst xmlns:a="http://schemas.openxmlformats.org/drawingml/2006/main">
              <a:ext uri="{FF2B5EF4-FFF2-40B4-BE49-F238E27FC236}">
                <a16:creationId xmlns:a16="http://schemas.microsoft.com/office/drawing/2014/main" id="{15D7D7A2-C680-431C-979C-12030780CB4E}"/>
              </a:ext>
            </a:extLst>
          </p:cNvPr>
          <p:cNvSpPr>
            <a:spLocks xmlns:a="http://schemas.openxmlformats.org/drawingml/2006/main" noGrp="1"/>
          </p:cNvSpPr>
          <p:nvPr/>
        </p:nvSpPr>
        <p:spPr>
          <a:xfrm xmlns:a="http://schemas.openxmlformats.org/drawingml/2006/main">
            <a:off x="2057400" y="5562600"/>
            <a:ext cx="21336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85" name="qb-X-text">
            <a:extLst xmlns:a="http://schemas.openxmlformats.org/drawingml/2006/main">
              <a:ext uri="{FF2B5EF4-FFF2-40B4-BE49-F238E27FC236}">
                <a16:creationId xmlns:a16="http://schemas.microsoft.com/office/drawing/2014/main" id="{31D6F99C-4DEB-4D39-BAC4-F0CBD395CE38}"/>
              </a:ext>
            </a:extLst>
          </p:cNvPr>
          <p:cNvSpPr>
            <a:spLocks xmlns:a="http://schemas.openxmlformats.org/drawingml/2006/main" noGrp="1"/>
          </p:cNvSpPr>
          <p:nvPr/>
        </p:nvSpPr>
        <p:spPr>
          <a:xfrm xmlns:a="http://schemas.openxmlformats.org/drawingml/2006/main">
            <a:off x="2076450" y="556260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3F7C5E"/>
                </a:solidFill>
                <a:latin typeface="Times New Roman"/>
                <a:ea typeface="Times New Roman"/>
                <a:cs typeface="Times New Roman"/>
              </a:defRPr>
            </a:pPr>
            <a:r>
              <a:rPr sz="2250" b="1" i="1">
                <a:solidFill>
                  <a:srgbClr val="3F7C5E"/>
                </a:solidFill>
                <a:latin typeface="Times New Roman"/>
                <a:ea typeface="Times New Roman"/>
                <a:cs typeface="Times New Roman"/>
              </a:rPr>
              <a:t>S</a:t>
            </a:r>
            <a:r>
              <a:rPr sz="2250" b="1" i="0">
                <a:solidFill>
                  <a:srgbClr val="3F7C5E"/>
                </a:solidFill>
                <a:latin typeface="Times New Roman"/>
                <a:ea typeface="Times New Roman"/>
                <a:cs typeface="Times New Roman"/>
              </a:rPr>
              <a:t> or </a:t>
            </a:r>
            <a:r>
              <a:rPr sz="2250" b="1" i="1">
                <a:solidFill>
                  <a:srgbClr val="3F7C5E"/>
                </a:solidFill>
                <a:latin typeface="Times New Roman"/>
                <a:ea typeface="Times New Roman"/>
                <a:cs typeface="Times New Roman"/>
              </a:rPr>
              <a:t>D</a:t>
            </a:r>
            <a:r>
              <a:rPr sz="2250" b="1" i="0">
                <a:solidFill>
                  <a:srgbClr val="3F7C5E"/>
                </a:solidFill>
                <a:latin typeface="Times New Roman"/>
                <a:ea typeface="Times New Roman"/>
                <a:cs typeface="Times New Roman"/>
              </a:rPr>
              <a:t>  extra slot</a:t>
            </a:r>
          </a:p>
        </p:txBody>
      </p:sp>
      <p:sp>
        <p:nvSpPr>
          <p:cNvPr id="86" name="anchor-8">
            <a:extLst xmlns:a="http://schemas.openxmlformats.org/drawingml/2006/main">
              <a:ext uri="{FF2B5EF4-FFF2-40B4-BE49-F238E27FC236}">
                <a16:creationId xmlns:a16="http://schemas.microsoft.com/office/drawing/2014/main" id="{EEE0798F-AF4F-4E65-8A48-5C6AA549FCF3}"/>
              </a:ext>
            </a:extLst>
          </p:cNvPr>
          <p:cNvSpPr>
            <a:spLocks xmlns:a="http://schemas.openxmlformats.org/drawingml/2006/main" noGrp="1"/>
          </p:cNvSpPr>
          <p:nvPr/>
        </p:nvSpPr>
        <p:spPr>
          <a:xfrm xmlns:a="http://schemas.openxmlformats.org/drawingml/2006/main">
            <a:off x="433863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87" name="anchor-9">
            <a:extLst xmlns:a="http://schemas.openxmlformats.org/drawingml/2006/main">
              <a:ext uri="{FF2B5EF4-FFF2-40B4-BE49-F238E27FC236}">
                <a16:creationId xmlns:a16="http://schemas.microsoft.com/office/drawing/2014/main" id="{1E744EC6-D8A8-47C9-BBC9-C0EC5FC15D19}"/>
              </a:ext>
            </a:extLst>
          </p:cNvPr>
          <p:cNvSpPr>
            <a:spLocks xmlns:a="http://schemas.openxmlformats.org/drawingml/2006/main" noGrp="1"/>
          </p:cNvSpPr>
          <p:nvPr/>
        </p:nvSpPr>
        <p:spPr>
          <a:xfrm xmlns:a="http://schemas.openxmlformats.org/drawingml/2006/main">
            <a:off x="460533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26" name=""/>
          <p:cNvCxnSpPr>
            <a:stCxn xmlns:a="http://schemas.openxmlformats.org/drawingml/2006/main" id="86" idx="3"/>
            <a:endCxn xmlns:a="http://schemas.openxmlformats.org/drawingml/2006/main" id="87" idx="1"/>
          </p:cNvCxnSpPr>
          <p:nvPr/>
        </p:nvCxnSpPr>
        <p:spPr>
          <a:xfrm xmlns:a="http://schemas.openxmlformats.org/drawingml/2006/main">
            <a:off x="4348163" y="5191126"/>
            <a:ext cx="25717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89" name="qa-surface">
            <a:extLst xmlns:a="http://schemas.openxmlformats.org/drawingml/2006/main">
              <a:ext uri="{FF2B5EF4-FFF2-40B4-BE49-F238E27FC236}">
                <a16:creationId xmlns:a16="http://schemas.microsoft.com/office/drawing/2014/main" id="{91073B08-3A87-45A4-807C-9CCE3ABDC2F9}"/>
              </a:ext>
            </a:extLst>
          </p:cNvPr>
          <p:cNvSpPr>
            <a:spLocks xmlns:a="http://schemas.openxmlformats.org/drawingml/2006/main" noGrp="1"/>
          </p:cNvSpPr>
          <p:nvPr/>
        </p:nvSpPr>
        <p:spPr>
          <a:xfrm xmlns:a="http://schemas.openxmlformats.org/drawingml/2006/main">
            <a:off x="4610100" y="4267200"/>
            <a:ext cx="1238250" cy="1847850"/>
          </a:xfrm>
          <a:prstGeom xmlns:a="http://schemas.openxmlformats.org/drawingml/2006/main" prst="roundRect">
            <a:avLst>
              <a:gd name="adj" fmla="val 6154"/>
            </a:avLst>
          </a:prstGeom>
          <a:solidFill xmlns:a="http://schemas.openxmlformats.org/drawingml/2006/main">
            <a:srgbClr val="E4F1F3"/>
          </a:solidFill>
          <a:ln xmlns:a="http://schemas.openxmlformats.org/drawingml/2006/main" w="15240">
            <a:solidFill>
              <a:srgbClr val="4C7C86"/>
            </a:solidFill>
            <a:prstDash val="solid"/>
          </a:ln>
        </p:spPr>
      </p:sp>
      <p:sp>
        <p:nvSpPr>
          <p:cNvPr id="90" name="qa-title">
            <a:extLst xmlns:a="http://schemas.openxmlformats.org/drawingml/2006/main">
              <a:ext uri="{FF2B5EF4-FFF2-40B4-BE49-F238E27FC236}">
                <a16:creationId xmlns:a16="http://schemas.microsoft.com/office/drawing/2014/main" id="{F788D1DE-F446-48CC-860F-E6603D058FFD}"/>
              </a:ext>
            </a:extLst>
          </p:cNvPr>
          <p:cNvSpPr>
            <a:spLocks xmlns:a="http://schemas.openxmlformats.org/drawingml/2006/main" noGrp="1"/>
          </p:cNvSpPr>
          <p:nvPr/>
        </p:nvSpPr>
        <p:spPr>
          <a:xfrm xmlns:a="http://schemas.openxmlformats.org/drawingml/2006/main">
            <a:off x="4648200" y="4305300"/>
            <a:ext cx="1162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0">
                <a:solidFill>
                  <a:srgbClr val="1E2E38"/>
                </a:solidFill>
                <a:latin typeface="Times New Roman"/>
                <a:ea typeface="Times New Roman"/>
                <a:cs typeface="Times New Roman"/>
              </a:rPr>
              <a:t>Common</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0">
                <a:solidFill>
                  <a:srgbClr val="1E2E38"/>
                </a:solidFill>
                <a:latin typeface="Times New Roman"/>
                <a:ea typeface="Times New Roman"/>
                <a:cs typeface="Times New Roman"/>
              </a:rPr>
              <a:t>grid</a:t>
            </a:r>
          </a:p>
        </p:txBody>
      </p:sp>
      <p:sp>
        <p:nvSpPr>
          <p:cNvPr id="91" name="qa-grid-0-0">
            <a:extLst xmlns:a="http://schemas.openxmlformats.org/drawingml/2006/main">
              <a:ext uri="{FF2B5EF4-FFF2-40B4-BE49-F238E27FC236}">
                <a16:creationId xmlns:a16="http://schemas.microsoft.com/office/drawing/2014/main" id="{C8ACC242-B23B-4560-AEA6-3C1BB77617A4}"/>
              </a:ext>
            </a:extLst>
          </p:cNvPr>
          <p:cNvSpPr>
            <a:spLocks xmlns:a="http://schemas.openxmlformats.org/drawingml/2006/main" noGrp="1"/>
          </p:cNvSpPr>
          <p:nvPr/>
        </p:nvSpPr>
        <p:spPr>
          <a:xfrm xmlns:a="http://schemas.openxmlformats.org/drawingml/2006/main">
            <a:off x="4905375" y="50673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2" name="qa-grid-0-1">
            <a:extLst xmlns:a="http://schemas.openxmlformats.org/drawingml/2006/main">
              <a:ext uri="{FF2B5EF4-FFF2-40B4-BE49-F238E27FC236}">
                <a16:creationId xmlns:a16="http://schemas.microsoft.com/office/drawing/2014/main" id="{7D0BA900-6AFC-41B9-8751-F2761C887A61}"/>
              </a:ext>
            </a:extLst>
          </p:cNvPr>
          <p:cNvSpPr>
            <a:spLocks xmlns:a="http://schemas.openxmlformats.org/drawingml/2006/main" noGrp="1"/>
          </p:cNvSpPr>
          <p:nvPr/>
        </p:nvSpPr>
        <p:spPr>
          <a:xfrm xmlns:a="http://schemas.openxmlformats.org/drawingml/2006/main">
            <a:off x="5133975" y="50673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3" name="qa-grid-0-2">
            <a:extLst xmlns:a="http://schemas.openxmlformats.org/drawingml/2006/main">
              <a:ext uri="{FF2B5EF4-FFF2-40B4-BE49-F238E27FC236}">
                <a16:creationId xmlns:a16="http://schemas.microsoft.com/office/drawing/2014/main" id="{33F2BF73-B3B4-48A1-8DCB-C0846958821D}"/>
              </a:ext>
            </a:extLst>
          </p:cNvPr>
          <p:cNvSpPr>
            <a:spLocks xmlns:a="http://schemas.openxmlformats.org/drawingml/2006/main" noGrp="1"/>
          </p:cNvSpPr>
          <p:nvPr/>
        </p:nvSpPr>
        <p:spPr>
          <a:xfrm xmlns:a="http://schemas.openxmlformats.org/drawingml/2006/main">
            <a:off x="5362575" y="50673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4" name="qa-grid-1-0">
            <a:extLst xmlns:a="http://schemas.openxmlformats.org/drawingml/2006/main">
              <a:ext uri="{FF2B5EF4-FFF2-40B4-BE49-F238E27FC236}">
                <a16:creationId xmlns:a16="http://schemas.microsoft.com/office/drawing/2014/main" id="{2A429139-71C1-4C59-9CC6-839EE8081307}"/>
              </a:ext>
            </a:extLst>
          </p:cNvPr>
          <p:cNvSpPr>
            <a:spLocks xmlns:a="http://schemas.openxmlformats.org/drawingml/2006/main" noGrp="1"/>
          </p:cNvSpPr>
          <p:nvPr/>
        </p:nvSpPr>
        <p:spPr>
          <a:xfrm xmlns:a="http://schemas.openxmlformats.org/drawingml/2006/main">
            <a:off x="4905375" y="52959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5" name="qa-grid-1-1">
            <a:extLst xmlns:a="http://schemas.openxmlformats.org/drawingml/2006/main">
              <a:ext uri="{FF2B5EF4-FFF2-40B4-BE49-F238E27FC236}">
                <a16:creationId xmlns:a16="http://schemas.microsoft.com/office/drawing/2014/main" id="{47A52D67-288E-4FE9-926E-23D5586CDB50}"/>
              </a:ext>
            </a:extLst>
          </p:cNvPr>
          <p:cNvSpPr>
            <a:spLocks xmlns:a="http://schemas.openxmlformats.org/drawingml/2006/main" noGrp="1"/>
          </p:cNvSpPr>
          <p:nvPr/>
        </p:nvSpPr>
        <p:spPr>
          <a:xfrm xmlns:a="http://schemas.openxmlformats.org/drawingml/2006/main">
            <a:off x="5133975" y="52959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6" name="qa-grid-1-2">
            <a:extLst xmlns:a="http://schemas.openxmlformats.org/drawingml/2006/main">
              <a:ext uri="{FF2B5EF4-FFF2-40B4-BE49-F238E27FC236}">
                <a16:creationId xmlns:a16="http://schemas.microsoft.com/office/drawing/2014/main" id="{914B2A1F-4077-4C0B-838E-FD2874FDED8B}"/>
              </a:ext>
            </a:extLst>
          </p:cNvPr>
          <p:cNvSpPr>
            <a:spLocks xmlns:a="http://schemas.openxmlformats.org/drawingml/2006/main" noGrp="1"/>
          </p:cNvSpPr>
          <p:nvPr/>
        </p:nvSpPr>
        <p:spPr>
          <a:xfrm xmlns:a="http://schemas.openxmlformats.org/drawingml/2006/main">
            <a:off x="5362575" y="52959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7" name="qa-grid-2-0">
            <a:extLst xmlns:a="http://schemas.openxmlformats.org/drawingml/2006/main">
              <a:ext uri="{FF2B5EF4-FFF2-40B4-BE49-F238E27FC236}">
                <a16:creationId xmlns:a16="http://schemas.microsoft.com/office/drawing/2014/main" id="{82110CC7-5DC5-471F-92D2-1450462FBE72}"/>
              </a:ext>
            </a:extLst>
          </p:cNvPr>
          <p:cNvSpPr>
            <a:spLocks xmlns:a="http://schemas.openxmlformats.org/drawingml/2006/main" noGrp="1"/>
          </p:cNvSpPr>
          <p:nvPr/>
        </p:nvSpPr>
        <p:spPr>
          <a:xfrm xmlns:a="http://schemas.openxmlformats.org/drawingml/2006/main">
            <a:off x="4905375" y="55245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8" name="qa-grid-2-1">
            <a:extLst xmlns:a="http://schemas.openxmlformats.org/drawingml/2006/main">
              <a:ext uri="{FF2B5EF4-FFF2-40B4-BE49-F238E27FC236}">
                <a16:creationId xmlns:a16="http://schemas.microsoft.com/office/drawing/2014/main" id="{57CD400E-5A45-4091-8628-27D526BFEC79}"/>
              </a:ext>
            </a:extLst>
          </p:cNvPr>
          <p:cNvSpPr>
            <a:spLocks xmlns:a="http://schemas.openxmlformats.org/drawingml/2006/main" noGrp="1"/>
          </p:cNvSpPr>
          <p:nvPr/>
        </p:nvSpPr>
        <p:spPr>
          <a:xfrm xmlns:a="http://schemas.openxmlformats.org/drawingml/2006/main">
            <a:off x="5133975" y="55245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99" name="qa-grid-2-2">
            <a:extLst xmlns:a="http://schemas.openxmlformats.org/drawingml/2006/main">
              <a:ext uri="{FF2B5EF4-FFF2-40B4-BE49-F238E27FC236}">
                <a16:creationId xmlns:a16="http://schemas.microsoft.com/office/drawing/2014/main" id="{B9449E69-091E-44A1-9CB3-F7658620111F}"/>
              </a:ext>
            </a:extLst>
          </p:cNvPr>
          <p:cNvSpPr>
            <a:spLocks xmlns:a="http://schemas.openxmlformats.org/drawingml/2006/main" noGrp="1"/>
          </p:cNvSpPr>
          <p:nvPr/>
        </p:nvSpPr>
        <p:spPr>
          <a:xfrm xmlns:a="http://schemas.openxmlformats.org/drawingml/2006/main">
            <a:off x="5362575" y="5524500"/>
            <a:ext cx="209550" cy="209550"/>
          </a:xfrm>
          <a:prstGeom xmlns:a="http://schemas.openxmlformats.org/drawingml/2006/main" prst="rect">
            <a:avLst/>
          </a:prstGeom>
          <a:solidFill xmlns:a="http://schemas.openxmlformats.org/drawingml/2006/main">
            <a:srgbClr val="D3E7EA"/>
          </a:solidFill>
          <a:ln xmlns:a="http://schemas.openxmlformats.org/drawingml/2006/main" w="9525">
            <a:solidFill>
              <a:srgbClr val="4C7C86"/>
            </a:solidFill>
            <a:prstDash val="solid"/>
          </a:ln>
        </p:spPr>
      </p:sp>
      <p:sp>
        <p:nvSpPr>
          <p:cNvPr id="100" name="anchor-10">
            <a:extLst xmlns:a="http://schemas.openxmlformats.org/drawingml/2006/main">
              <a:ext uri="{FF2B5EF4-FFF2-40B4-BE49-F238E27FC236}">
                <a16:creationId xmlns:a16="http://schemas.microsoft.com/office/drawing/2014/main" id="{C0E89369-FAE4-4E74-8847-CAD9D62C7A7C}"/>
              </a:ext>
            </a:extLst>
          </p:cNvPr>
          <p:cNvSpPr>
            <a:spLocks xmlns:a="http://schemas.openxmlformats.org/drawingml/2006/main" noGrp="1"/>
          </p:cNvSpPr>
          <p:nvPr/>
        </p:nvSpPr>
        <p:spPr>
          <a:xfrm xmlns:a="http://schemas.openxmlformats.org/drawingml/2006/main">
            <a:off x="584358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01" name="anchor-11">
            <a:extLst xmlns:a="http://schemas.openxmlformats.org/drawingml/2006/main">
              <a:ext uri="{FF2B5EF4-FFF2-40B4-BE49-F238E27FC236}">
                <a16:creationId xmlns:a16="http://schemas.microsoft.com/office/drawing/2014/main" id="{4D2E7A46-8101-4D51-9B8D-C3AE578C8B8A}"/>
              </a:ext>
            </a:extLst>
          </p:cNvPr>
          <p:cNvSpPr>
            <a:spLocks xmlns:a="http://schemas.openxmlformats.org/drawingml/2006/main" noGrp="1"/>
          </p:cNvSpPr>
          <p:nvPr/>
        </p:nvSpPr>
        <p:spPr>
          <a:xfrm xmlns:a="http://schemas.openxmlformats.org/drawingml/2006/main">
            <a:off x="611028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40" name=""/>
          <p:cNvCxnSpPr>
            <a:stCxn xmlns:a="http://schemas.openxmlformats.org/drawingml/2006/main" id="100" idx="3"/>
            <a:endCxn xmlns:a="http://schemas.openxmlformats.org/drawingml/2006/main" id="101" idx="1"/>
          </p:cNvCxnSpPr>
          <p:nvPr/>
        </p:nvCxnSpPr>
        <p:spPr>
          <a:xfrm xmlns:a="http://schemas.openxmlformats.org/drawingml/2006/main">
            <a:off x="5853113" y="5191126"/>
            <a:ext cx="25717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103" name="match-surface">
            <a:extLst xmlns:a="http://schemas.openxmlformats.org/drawingml/2006/main">
              <a:ext uri="{FF2B5EF4-FFF2-40B4-BE49-F238E27FC236}">
                <a16:creationId xmlns:a16="http://schemas.microsoft.com/office/drawing/2014/main" id="{3EDEE6EC-65FD-4577-8C4B-9A3F6282310A}"/>
              </a:ext>
            </a:extLst>
          </p:cNvPr>
          <p:cNvSpPr>
            <a:spLocks xmlns:a="http://schemas.openxmlformats.org/drawingml/2006/main" noGrp="1"/>
          </p:cNvSpPr>
          <p:nvPr/>
        </p:nvSpPr>
        <p:spPr>
          <a:xfrm xmlns:a="http://schemas.openxmlformats.org/drawingml/2006/main">
            <a:off x="6115050" y="4267200"/>
            <a:ext cx="3771900" cy="1847850"/>
          </a:xfrm>
          <a:prstGeom xmlns:a="http://schemas.openxmlformats.org/drawingml/2006/main" prst="roundRect">
            <a:avLst>
              <a:gd name="adj" fmla="val 4124"/>
            </a:avLst>
          </a:prstGeom>
          <a:solidFill xmlns:a="http://schemas.openxmlformats.org/drawingml/2006/main">
            <a:srgbClr val="EDE6F6"/>
          </a:solidFill>
          <a:ln xmlns:a="http://schemas.openxmlformats.org/drawingml/2006/main" w="15240">
            <a:solidFill>
              <a:srgbClr val="6E4E9E"/>
            </a:solidFill>
            <a:prstDash val="solid"/>
          </a:ln>
        </p:spPr>
      </p:sp>
      <p:sp>
        <p:nvSpPr>
          <p:cNvPr id="104" name="match-title">
            <a:extLst xmlns:a="http://schemas.openxmlformats.org/drawingml/2006/main">
              <a:ext uri="{FF2B5EF4-FFF2-40B4-BE49-F238E27FC236}">
                <a16:creationId xmlns:a16="http://schemas.microsoft.com/office/drawing/2014/main" id="{F424287C-D36D-4CED-B318-CBD2409A04AA}"/>
              </a:ext>
            </a:extLst>
          </p:cNvPr>
          <p:cNvSpPr>
            <a:spLocks xmlns:a="http://schemas.openxmlformats.org/drawingml/2006/main" noGrp="1"/>
          </p:cNvSpPr>
          <p:nvPr/>
        </p:nvSpPr>
        <p:spPr>
          <a:xfrm xmlns:a="http://schemas.openxmlformats.org/drawingml/2006/main">
            <a:off x="6210300" y="430530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Matching rule</a:t>
            </a:r>
          </a:p>
        </p:txBody>
      </p:sp>
      <p:sp>
        <p:nvSpPr>
          <p:cNvPr id="105" name="rule-J">
            <a:extLst xmlns:a="http://schemas.openxmlformats.org/drawingml/2006/main">
              <a:ext uri="{FF2B5EF4-FFF2-40B4-BE49-F238E27FC236}">
                <a16:creationId xmlns:a16="http://schemas.microsoft.com/office/drawing/2014/main" id="{8B07CEAA-16F9-4098-B90A-2C3FEE9B6CAE}"/>
              </a:ext>
            </a:extLst>
          </p:cNvPr>
          <p:cNvSpPr>
            <a:spLocks xmlns:a="http://schemas.openxmlformats.org/drawingml/2006/main" noGrp="1"/>
          </p:cNvSpPr>
          <p:nvPr/>
        </p:nvSpPr>
        <p:spPr>
          <a:xfrm xmlns:a="http://schemas.openxmlformats.org/drawingml/2006/main">
            <a:off x="6210300" y="4724400"/>
            <a:ext cx="3581400" cy="533400"/>
          </a:xfrm>
          <a:prstGeom xmlns:a="http://schemas.openxmlformats.org/drawingml/2006/main" prst="roundRect">
            <a:avLst>
              <a:gd name="adj" fmla="val 10714"/>
            </a:avLst>
          </a:prstGeom>
          <a:solidFill xmlns:a="http://schemas.openxmlformats.org/drawingml/2006/main">
            <a:srgbClr val="E4DBF1"/>
          </a:solidFill>
          <a:ln xmlns:a="http://schemas.openxmlformats.org/drawingml/2006/main" w="15240">
            <a:solidFill>
              <a:srgbClr val="6E4E9E"/>
            </a:solidFill>
            <a:prstDash val="solid"/>
          </a:ln>
        </p:spPr>
      </p:sp>
      <p:sp>
        <p:nvSpPr>
          <p:cNvPr id="106" name="rule-J-formula">
            <a:extLst xmlns:a="http://schemas.openxmlformats.org/drawingml/2006/main">
              <a:ext uri="{FF2B5EF4-FFF2-40B4-BE49-F238E27FC236}">
                <a16:creationId xmlns:a16="http://schemas.microsoft.com/office/drawing/2014/main" id="{84530DB9-2528-473C-A01C-C78417890C26}"/>
              </a:ext>
            </a:extLst>
          </p:cNvPr>
          <p:cNvSpPr>
            <a:spLocks xmlns:a="http://schemas.openxmlformats.org/drawingml/2006/main" noGrp="1"/>
          </p:cNvSpPr>
          <p:nvPr/>
        </p:nvSpPr>
        <p:spPr>
          <a:xfrm xmlns:a="http://schemas.openxmlformats.org/drawingml/2006/main">
            <a:off x="6248400" y="4743450"/>
            <a:ext cx="3505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J</a:t>
            </a:r>
            <a:r>
              <a:rPr sz="2250" b="0" i="0">
                <a:solidFill>
                  <a:srgbClr val="1E2E38"/>
                </a:solidFill>
                <a:latin typeface="Times New Roman"/>
                <a:ea typeface="Times New Roman"/>
                <a:cs typeface="Times New Roman"/>
              </a:rPr>
              <a:t> = min_r Σ_B w_B d_B(</a:t>
            </a:r>
            <a:r>
              <a:rPr sz="2250" b="0" i="1">
                <a:solidFill>
                  <a:srgbClr val="1E2E38"/>
                </a:solidFill>
                <a:latin typeface="Times New Roman"/>
                <a:ea typeface="Times New Roman"/>
                <a:cs typeface="Times New Roman"/>
              </a:rPr>
              <a:t>q</a:t>
            </a:r>
            <a:r>
              <a:rPr sz="2250" b="0" i="0">
                <a:solidFill>
                  <a:srgbClr val="1E2E38"/>
                </a:solidFill>
                <a:latin typeface="Times New Roman"/>
                <a:ea typeface="Times New Roman"/>
                <a:cs typeface="Times New Roman"/>
              </a:rPr>
              <a:t>,</a:t>
            </a:r>
            <a:r>
              <a:rPr sz="2250" b="0" i="1">
                <a:solidFill>
                  <a:srgbClr val="1E2E38"/>
                </a:solidFill>
                <a:latin typeface="Times New Roman"/>
                <a:ea typeface="Times New Roman"/>
                <a:cs typeface="Times New Roman"/>
              </a:rPr>
              <a:t>r</a:t>
            </a:r>
            <a:r>
              <a:rPr sz="2250" b="0" i="0">
                <a:solidFill>
                  <a:srgbClr val="1E2E38"/>
                </a:solidFill>
                <a:latin typeface="Times New Roman"/>
                <a:ea typeface="Times New Roman"/>
                <a:cs typeface="Times New Roman"/>
              </a:rPr>
              <a:t>)</a:t>
            </a:r>
          </a:p>
        </p:txBody>
      </p:sp>
      <p:sp>
        <p:nvSpPr>
          <p:cNvPr id="107" name="rule-L">
            <a:extLst xmlns:a="http://schemas.openxmlformats.org/drawingml/2006/main">
              <a:ext uri="{FF2B5EF4-FFF2-40B4-BE49-F238E27FC236}">
                <a16:creationId xmlns:a16="http://schemas.microsoft.com/office/drawing/2014/main" id="{28C158E7-9AB5-44DA-B13D-83247AEE7801}"/>
              </a:ext>
            </a:extLst>
          </p:cNvPr>
          <p:cNvSpPr>
            <a:spLocks xmlns:a="http://schemas.openxmlformats.org/drawingml/2006/main" noGrp="1"/>
          </p:cNvSpPr>
          <p:nvPr/>
        </p:nvSpPr>
        <p:spPr>
          <a:xfrm xmlns:a="http://schemas.openxmlformats.org/drawingml/2006/main">
            <a:off x="6210300" y="5334000"/>
            <a:ext cx="3581400" cy="495300"/>
          </a:xfrm>
          <a:prstGeom xmlns:a="http://schemas.openxmlformats.org/drawingml/2006/main" prst="roundRect">
            <a:avLst>
              <a:gd name="adj" fmla="val 11538"/>
            </a:avLst>
          </a:prstGeom>
          <a:solidFill xmlns:a="http://schemas.openxmlformats.org/drawingml/2006/main">
            <a:srgbClr val="FBE4E1"/>
          </a:solidFill>
          <a:ln xmlns:a="http://schemas.openxmlformats.org/drawingml/2006/main" w="15240">
            <a:solidFill>
              <a:srgbClr val="B23A2C"/>
            </a:solidFill>
            <a:prstDash val="solid"/>
          </a:ln>
        </p:spPr>
      </p:sp>
      <p:sp>
        <p:nvSpPr>
          <p:cNvPr id="108" name="rule-L-formula">
            <a:extLst xmlns:a="http://schemas.openxmlformats.org/drawingml/2006/main">
              <a:ext uri="{FF2B5EF4-FFF2-40B4-BE49-F238E27FC236}">
                <a16:creationId xmlns:a16="http://schemas.microsoft.com/office/drawing/2014/main" id="{CD439A1F-B777-40BE-B326-BCA9FC0D25A3}"/>
              </a:ext>
            </a:extLst>
          </p:cNvPr>
          <p:cNvSpPr>
            <a:spLocks xmlns:a="http://schemas.openxmlformats.org/drawingml/2006/main" noGrp="1"/>
          </p:cNvSpPr>
          <p:nvPr/>
        </p:nvSpPr>
        <p:spPr>
          <a:xfrm xmlns:a="http://schemas.openxmlformats.org/drawingml/2006/main">
            <a:off x="6248400" y="5353050"/>
            <a:ext cx="3505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L</a:t>
            </a:r>
            <a:r>
              <a:rPr sz="2250" b="0" i="0">
                <a:solidFill>
                  <a:srgbClr val="1E2E38"/>
                </a:solidFill>
                <a:latin typeface="Times New Roman"/>
                <a:ea typeface="Times New Roman"/>
                <a:cs typeface="Times New Roman"/>
              </a:rPr>
              <a:t> = Σ_B w_B min_r d_B(</a:t>
            </a:r>
            <a:r>
              <a:rPr sz="2250" b="0" i="1">
                <a:solidFill>
                  <a:srgbClr val="1E2E38"/>
                </a:solidFill>
                <a:latin typeface="Times New Roman"/>
                <a:ea typeface="Times New Roman"/>
                <a:cs typeface="Times New Roman"/>
              </a:rPr>
              <a:t>q</a:t>
            </a:r>
            <a:r>
              <a:rPr sz="2250" b="0" i="0">
                <a:solidFill>
                  <a:srgbClr val="1E2E38"/>
                </a:solidFill>
                <a:latin typeface="Times New Roman"/>
                <a:ea typeface="Times New Roman"/>
                <a:cs typeface="Times New Roman"/>
              </a:rPr>
              <a:t>,</a:t>
            </a:r>
            <a:r>
              <a:rPr sz="2250" b="0" i="1">
                <a:solidFill>
                  <a:srgbClr val="1E2E38"/>
                </a:solidFill>
                <a:latin typeface="Times New Roman"/>
                <a:ea typeface="Times New Roman"/>
                <a:cs typeface="Times New Roman"/>
              </a:rPr>
              <a:t>r</a:t>
            </a:r>
            <a:r>
              <a:rPr sz="2250" b="0" i="0">
                <a:solidFill>
                  <a:srgbClr val="1E2E38"/>
                </a:solidFill>
                <a:latin typeface="Times New Roman"/>
                <a:ea typeface="Times New Roman"/>
                <a:cs typeface="Times New Roman"/>
              </a:rPr>
              <a:t>)</a:t>
            </a:r>
          </a:p>
        </p:txBody>
      </p:sp>
      <p:sp>
        <p:nvSpPr>
          <p:cNvPr id="109" name="anchor-12">
            <a:extLst xmlns:a="http://schemas.openxmlformats.org/drawingml/2006/main">
              <a:ext uri="{FF2B5EF4-FFF2-40B4-BE49-F238E27FC236}">
                <a16:creationId xmlns:a16="http://schemas.microsoft.com/office/drawing/2014/main" id="{8AF9329B-E929-4909-B7E2-8466FDF28871}"/>
              </a:ext>
            </a:extLst>
          </p:cNvPr>
          <p:cNvSpPr>
            <a:spLocks xmlns:a="http://schemas.openxmlformats.org/drawingml/2006/main" noGrp="1"/>
          </p:cNvSpPr>
          <p:nvPr/>
        </p:nvSpPr>
        <p:spPr>
          <a:xfrm xmlns:a="http://schemas.openxmlformats.org/drawingml/2006/main">
            <a:off x="988218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10" name="anchor-13">
            <a:extLst xmlns:a="http://schemas.openxmlformats.org/drawingml/2006/main">
              <a:ext uri="{FF2B5EF4-FFF2-40B4-BE49-F238E27FC236}">
                <a16:creationId xmlns:a16="http://schemas.microsoft.com/office/drawing/2014/main" id="{32791165-BB3B-4679-BFA7-C2565D8CC9B2}"/>
              </a:ext>
            </a:extLst>
          </p:cNvPr>
          <p:cNvSpPr>
            <a:spLocks xmlns:a="http://schemas.openxmlformats.org/drawingml/2006/main" noGrp="1"/>
          </p:cNvSpPr>
          <p:nvPr/>
        </p:nvSpPr>
        <p:spPr>
          <a:xfrm xmlns:a="http://schemas.openxmlformats.org/drawingml/2006/main">
            <a:off x="10148888" y="51863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49" name=""/>
          <p:cNvCxnSpPr>
            <a:stCxn xmlns:a="http://schemas.openxmlformats.org/drawingml/2006/main" id="109" idx="3"/>
            <a:endCxn xmlns:a="http://schemas.openxmlformats.org/drawingml/2006/main" id="110" idx="1"/>
          </p:cNvCxnSpPr>
          <p:nvPr/>
        </p:nvCxnSpPr>
        <p:spPr>
          <a:xfrm xmlns:a="http://schemas.openxmlformats.org/drawingml/2006/main">
            <a:off x="9891713" y="5191126"/>
            <a:ext cx="257175" cy="0"/>
          </a:xfrm>
          <a:prstGeom xmlns:a="http://schemas.openxmlformats.org/drawingml/2006/main" prst="straightConnector1">
            <a:avLst/>
          </a:prstGeom>
          <a:ln xmlns:a="http://schemas.openxmlformats.org/drawingml/2006/main" w="22860">
            <a:solidFill>
              <a:srgbClr val="1E2E38"/>
            </a:solidFill>
            <a:prstDash val="solid"/>
            <a:headEnd type="triangle" w="med" len="med"/>
          </a:ln>
        </p:spPr>
      </p:cxnSp>
      <p:sp>
        <p:nvSpPr>
          <p:cNvPr id="112" name="out-surface">
            <a:extLst xmlns:a="http://schemas.openxmlformats.org/drawingml/2006/main">
              <a:ext uri="{FF2B5EF4-FFF2-40B4-BE49-F238E27FC236}">
                <a16:creationId xmlns:a16="http://schemas.microsoft.com/office/drawing/2014/main" id="{0DD6AE2D-F520-48AF-A023-92043B9F05AB}"/>
              </a:ext>
            </a:extLst>
          </p:cNvPr>
          <p:cNvSpPr>
            <a:spLocks xmlns:a="http://schemas.openxmlformats.org/drawingml/2006/main" noGrp="1"/>
          </p:cNvSpPr>
          <p:nvPr/>
        </p:nvSpPr>
        <p:spPr>
          <a:xfrm xmlns:a="http://schemas.openxmlformats.org/drawingml/2006/main">
            <a:off x="10153650" y="4267200"/>
            <a:ext cx="1828800" cy="184785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15240">
            <a:solidFill>
              <a:srgbClr val="CBD6DC"/>
            </a:solidFill>
            <a:prstDash val="solid"/>
          </a:ln>
        </p:spPr>
      </p:sp>
      <p:pic>
        <p:nvPicPr>
          <p:cNvPr id="251" name=""/>
          <p:cNvPicPr>
            <a:picLocks xmlns:a="http://schemas.openxmlformats.org/drawingml/2006/main" noChangeAspect="1"/>
          </p:cNvPicPr>
          <p:nvPr/>
        </p:nvPicPr>
        <p:blipFill>
          <a:blip xmlns:r="http://schemas.openxmlformats.org/officeDocument/2006/relationships" xmlns:a="http://schemas.openxmlformats.org/drawingml/2006/main" r:embed="Rcc65d874482f4b6b"/>
          <a:srcRect xmlns:a="http://schemas.openxmlformats.org/drawingml/2006/main" l="0" t="0" r="0" b="0"/>
          <a:stretch xmlns:a="http://schemas.openxmlformats.org/drawingml/2006/main">
            <a:fillRect l="0" t="0" r="0" b="0"/>
          </a:stretch>
        </p:blipFill>
        <p:spPr>
          <a:xfrm xmlns:a="http://schemas.openxmlformats.org/drawingml/2006/main">
            <a:off x="10210800" y="4591050"/>
            <a:ext cx="838200" cy="838200"/>
          </a:xfrm>
          <a:prstGeom xmlns:a="http://schemas.openxmlformats.org/drawingml/2006/main" prst="rect">
            <a:avLst/>
          </a:prstGeom>
        </p:spPr>
      </p:pic>
      <p:sp>
        <p:nvSpPr>
          <p:cNvPr id="114" name="out-heatmap-frame">
            <a:extLst xmlns:a="http://schemas.openxmlformats.org/drawingml/2006/main">
              <a:ext uri="{FF2B5EF4-FFF2-40B4-BE49-F238E27FC236}">
                <a16:creationId xmlns:a16="http://schemas.microsoft.com/office/drawing/2014/main" id="{90162BA4-239B-4527-A3B7-0BB013AB51AB}"/>
              </a:ext>
            </a:extLst>
          </p:cNvPr>
          <p:cNvSpPr>
            <a:spLocks xmlns:a="http://schemas.openxmlformats.org/drawingml/2006/main" noGrp="1"/>
          </p:cNvSpPr>
          <p:nvPr/>
        </p:nvSpPr>
        <p:spPr>
          <a:xfrm xmlns:a="http://schemas.openxmlformats.org/drawingml/2006/main">
            <a:off x="10210800" y="4591050"/>
            <a:ext cx="838200" cy="838200"/>
          </a:xfrm>
          <a:prstGeom xmlns:a="http://schemas.openxmlformats.org/drawingml/2006/main" prst="rect">
            <a:avLst/>
          </a:prstGeom>
          <a:noFill xmlns:a="http://schemas.openxmlformats.org/drawingml/2006/main"/>
          <a:ln xmlns:a="http://schemas.openxmlformats.org/drawingml/2006/main" w="11430">
            <a:solidFill>
              <a:srgbClr val="94A5AE"/>
            </a:solidFill>
            <a:prstDash val="solid"/>
          </a:ln>
        </p:spPr>
      </p:sp>
      <p:pic>
        <p:nvPicPr>
          <p:cNvPr id="253" name=""/>
          <p:cNvPicPr>
            <a:picLocks xmlns:a="http://schemas.openxmlformats.org/drawingml/2006/main" noChangeAspect="1"/>
          </p:cNvPicPr>
          <p:nvPr/>
        </p:nvPicPr>
        <p:blipFill>
          <a:blip xmlns:r="http://schemas.openxmlformats.org/officeDocument/2006/relationships" xmlns:a="http://schemas.openxmlformats.org/drawingml/2006/main" r:embed="Rb2ef4d9700bd454c"/>
          <a:srcRect xmlns:a="http://schemas.openxmlformats.org/drawingml/2006/main" l="0" t="0" r="0" b="0"/>
          <a:stretch xmlns:a="http://schemas.openxmlformats.org/drawingml/2006/main">
            <a:fillRect l="0" t="0" r="0" b="0"/>
          </a:stretch>
        </p:blipFill>
        <p:spPr>
          <a:xfrm xmlns:a="http://schemas.openxmlformats.org/drawingml/2006/main">
            <a:off x="11125200" y="4591050"/>
            <a:ext cx="838200" cy="838200"/>
          </a:xfrm>
          <a:prstGeom xmlns:a="http://schemas.openxmlformats.org/drawingml/2006/main" prst="rect">
            <a:avLst/>
          </a:prstGeom>
        </p:spPr>
      </p:pic>
      <p:sp>
        <p:nvSpPr>
          <p:cNvPr id="116" name="out-contour-contour">
            <a:extLst xmlns:a="http://schemas.openxmlformats.org/drawingml/2006/main">
              <a:ext uri="{FF2B5EF4-FFF2-40B4-BE49-F238E27FC236}">
                <a16:creationId xmlns:a16="http://schemas.microsoft.com/office/drawing/2014/main" id="{0DB4FBFA-A6D2-470B-A2B1-8057EDE9D109}"/>
              </a:ext>
            </a:extLst>
          </p:cNvPr>
          <p:cNvSpPr>
            <a:spLocks xmlns:a="http://schemas.openxmlformats.org/drawingml/2006/main" noGrp="1"/>
          </p:cNvSpPr>
          <p:nvPr/>
        </p:nvSpPr>
        <p:spPr>
          <a:xfrm xmlns:a="http://schemas.openxmlformats.org/drawingml/2006/main">
            <a:off x="11125200" y="4591050"/>
            <a:ext cx="838200" cy="838200"/>
          </a:xfrm>
          <a:custGeom xmlns:a="http://schemas.openxmlformats.org/drawingml/2006/main">
            <a:pathLst>
              <a:path w="4267200" h="4267200">
                <a:moveTo>
                  <a:pt x="2733675" y="3457575"/>
                </a:moveTo>
                <a:lnTo>
                  <a:pt x="2743200" y="3448050"/>
                </a:lnTo>
                <a:lnTo>
                  <a:pt x="2752725" y="3448050"/>
                </a:lnTo>
                <a:lnTo>
                  <a:pt x="2771775" y="3467100"/>
                </a:lnTo>
                <a:lnTo>
                  <a:pt x="2771775" y="3476625"/>
                </a:lnTo>
                <a:lnTo>
                  <a:pt x="2781300" y="3486150"/>
                </a:lnTo>
                <a:lnTo>
                  <a:pt x="2781300" y="3514725"/>
                </a:lnTo>
                <a:lnTo>
                  <a:pt x="2762250" y="3533775"/>
                </a:lnTo>
                <a:lnTo>
                  <a:pt x="2743200" y="3533775"/>
                </a:lnTo>
                <a:lnTo>
                  <a:pt x="2733675" y="3524250"/>
                </a:lnTo>
                <a:close/>
              </a:path>
              <a:path w="4267200" h="4267200">
                <a:moveTo>
                  <a:pt x="2447925" y="2581275"/>
                </a:moveTo>
                <a:lnTo>
                  <a:pt x="2428875" y="2600325"/>
                </a:lnTo>
                <a:lnTo>
                  <a:pt x="2428875" y="2609850"/>
                </a:lnTo>
                <a:lnTo>
                  <a:pt x="2447925" y="2628900"/>
                </a:lnTo>
                <a:lnTo>
                  <a:pt x="2486025" y="2628900"/>
                </a:lnTo>
                <a:lnTo>
                  <a:pt x="2495550" y="2619375"/>
                </a:lnTo>
                <a:lnTo>
                  <a:pt x="2495550" y="2590800"/>
                </a:lnTo>
                <a:lnTo>
                  <a:pt x="2486025" y="2590800"/>
                </a:lnTo>
                <a:lnTo>
                  <a:pt x="2476500" y="2581275"/>
                </a:lnTo>
                <a:close/>
              </a:path>
              <a:path w="4267200" h="4267200">
                <a:moveTo>
                  <a:pt x="1114425" y="2228850"/>
                </a:moveTo>
                <a:lnTo>
                  <a:pt x="1104900" y="2238375"/>
                </a:lnTo>
                <a:lnTo>
                  <a:pt x="1095375" y="2238375"/>
                </a:lnTo>
                <a:lnTo>
                  <a:pt x="1076325" y="2257425"/>
                </a:lnTo>
                <a:lnTo>
                  <a:pt x="1076325" y="2266950"/>
                </a:lnTo>
                <a:lnTo>
                  <a:pt x="1057275" y="2286000"/>
                </a:lnTo>
                <a:lnTo>
                  <a:pt x="1057275" y="2305050"/>
                </a:lnTo>
                <a:lnTo>
                  <a:pt x="1047750" y="2314575"/>
                </a:lnTo>
                <a:lnTo>
                  <a:pt x="1047750" y="2352675"/>
                </a:lnTo>
                <a:lnTo>
                  <a:pt x="1057275" y="2362200"/>
                </a:lnTo>
                <a:lnTo>
                  <a:pt x="1057275" y="2390775"/>
                </a:lnTo>
                <a:lnTo>
                  <a:pt x="1066800" y="2400300"/>
                </a:lnTo>
                <a:lnTo>
                  <a:pt x="1066800" y="2428875"/>
                </a:lnTo>
                <a:lnTo>
                  <a:pt x="1076325" y="2438400"/>
                </a:lnTo>
                <a:lnTo>
                  <a:pt x="1076325" y="2476500"/>
                </a:lnTo>
                <a:lnTo>
                  <a:pt x="1066800" y="2486025"/>
                </a:lnTo>
                <a:lnTo>
                  <a:pt x="1066800" y="2514600"/>
                </a:lnTo>
                <a:lnTo>
                  <a:pt x="1057275" y="2524125"/>
                </a:lnTo>
                <a:lnTo>
                  <a:pt x="1057275" y="2543175"/>
                </a:lnTo>
                <a:lnTo>
                  <a:pt x="1047750" y="2552700"/>
                </a:lnTo>
                <a:lnTo>
                  <a:pt x="1047750" y="2638425"/>
                </a:lnTo>
                <a:lnTo>
                  <a:pt x="1057275" y="2647950"/>
                </a:lnTo>
                <a:lnTo>
                  <a:pt x="1057275" y="2676525"/>
                </a:lnTo>
                <a:lnTo>
                  <a:pt x="1066800" y="2686050"/>
                </a:lnTo>
                <a:lnTo>
                  <a:pt x="1066800" y="2714625"/>
                </a:lnTo>
                <a:lnTo>
                  <a:pt x="1076325" y="2724150"/>
                </a:lnTo>
                <a:lnTo>
                  <a:pt x="1076325" y="3019425"/>
                </a:lnTo>
                <a:lnTo>
                  <a:pt x="1085850" y="3028950"/>
                </a:lnTo>
                <a:lnTo>
                  <a:pt x="1085850" y="3057525"/>
                </a:lnTo>
                <a:lnTo>
                  <a:pt x="1095375" y="3067050"/>
                </a:lnTo>
                <a:lnTo>
                  <a:pt x="1095375" y="3095625"/>
                </a:lnTo>
                <a:lnTo>
                  <a:pt x="1104900" y="3105150"/>
                </a:lnTo>
                <a:lnTo>
                  <a:pt x="1104900" y="3114675"/>
                </a:lnTo>
                <a:lnTo>
                  <a:pt x="1114425" y="3124200"/>
                </a:lnTo>
                <a:lnTo>
                  <a:pt x="1114425" y="3133725"/>
                </a:lnTo>
                <a:lnTo>
                  <a:pt x="1123950" y="3143250"/>
                </a:lnTo>
                <a:lnTo>
                  <a:pt x="1133475" y="3143250"/>
                </a:lnTo>
                <a:lnTo>
                  <a:pt x="1143000" y="3152775"/>
                </a:lnTo>
                <a:lnTo>
                  <a:pt x="1181100" y="3152775"/>
                </a:lnTo>
                <a:lnTo>
                  <a:pt x="1200150" y="3133725"/>
                </a:lnTo>
                <a:lnTo>
                  <a:pt x="1200150" y="3086100"/>
                </a:lnTo>
                <a:lnTo>
                  <a:pt x="1209675" y="3076575"/>
                </a:lnTo>
                <a:lnTo>
                  <a:pt x="1209675" y="2971800"/>
                </a:lnTo>
                <a:lnTo>
                  <a:pt x="1219200" y="2962275"/>
                </a:lnTo>
                <a:lnTo>
                  <a:pt x="1219200" y="2924175"/>
                </a:lnTo>
                <a:lnTo>
                  <a:pt x="1228725" y="2914650"/>
                </a:lnTo>
                <a:lnTo>
                  <a:pt x="1228725" y="2905125"/>
                </a:lnTo>
                <a:lnTo>
                  <a:pt x="1266825" y="2867025"/>
                </a:lnTo>
                <a:lnTo>
                  <a:pt x="1314450" y="2867025"/>
                </a:lnTo>
                <a:lnTo>
                  <a:pt x="1323975" y="2876550"/>
                </a:lnTo>
                <a:lnTo>
                  <a:pt x="1333500" y="2876550"/>
                </a:lnTo>
                <a:lnTo>
                  <a:pt x="1352550" y="2895600"/>
                </a:lnTo>
                <a:lnTo>
                  <a:pt x="1352550" y="2943225"/>
                </a:lnTo>
                <a:lnTo>
                  <a:pt x="1343025" y="2952750"/>
                </a:lnTo>
                <a:lnTo>
                  <a:pt x="1343025" y="2981325"/>
                </a:lnTo>
                <a:lnTo>
                  <a:pt x="1333500" y="2990850"/>
                </a:lnTo>
                <a:lnTo>
                  <a:pt x="1333500" y="3124200"/>
                </a:lnTo>
                <a:lnTo>
                  <a:pt x="1343025" y="3133725"/>
                </a:lnTo>
                <a:lnTo>
                  <a:pt x="1343025" y="3152775"/>
                </a:lnTo>
                <a:lnTo>
                  <a:pt x="1352550" y="3162300"/>
                </a:lnTo>
                <a:lnTo>
                  <a:pt x="1362075" y="3162300"/>
                </a:lnTo>
                <a:lnTo>
                  <a:pt x="1371600" y="3171825"/>
                </a:lnTo>
                <a:lnTo>
                  <a:pt x="1495425" y="3171825"/>
                </a:lnTo>
                <a:lnTo>
                  <a:pt x="1504950" y="3162300"/>
                </a:lnTo>
                <a:lnTo>
                  <a:pt x="1514475" y="3162300"/>
                </a:lnTo>
                <a:lnTo>
                  <a:pt x="1562100" y="3114675"/>
                </a:lnTo>
                <a:lnTo>
                  <a:pt x="1562100" y="3105150"/>
                </a:lnTo>
                <a:lnTo>
                  <a:pt x="1571625" y="3095625"/>
                </a:lnTo>
                <a:lnTo>
                  <a:pt x="1571625" y="3086100"/>
                </a:lnTo>
                <a:lnTo>
                  <a:pt x="1581150" y="3076575"/>
                </a:lnTo>
                <a:lnTo>
                  <a:pt x="1581150" y="3067050"/>
                </a:lnTo>
                <a:lnTo>
                  <a:pt x="1647825" y="3000375"/>
                </a:lnTo>
                <a:lnTo>
                  <a:pt x="1657350" y="3000375"/>
                </a:lnTo>
                <a:lnTo>
                  <a:pt x="1666875" y="2990850"/>
                </a:lnTo>
                <a:lnTo>
                  <a:pt x="1666875" y="2981325"/>
                </a:lnTo>
                <a:lnTo>
                  <a:pt x="1704975" y="2943225"/>
                </a:lnTo>
                <a:lnTo>
                  <a:pt x="1704975" y="2933700"/>
                </a:lnTo>
                <a:lnTo>
                  <a:pt x="1781175" y="2857500"/>
                </a:lnTo>
                <a:lnTo>
                  <a:pt x="1790700" y="2857500"/>
                </a:lnTo>
                <a:lnTo>
                  <a:pt x="1800225" y="2847975"/>
                </a:lnTo>
                <a:lnTo>
                  <a:pt x="1809750" y="2847975"/>
                </a:lnTo>
                <a:lnTo>
                  <a:pt x="1819275" y="2838450"/>
                </a:lnTo>
                <a:lnTo>
                  <a:pt x="1828800" y="2838450"/>
                </a:lnTo>
                <a:lnTo>
                  <a:pt x="1838325" y="2828925"/>
                </a:lnTo>
                <a:lnTo>
                  <a:pt x="1847850" y="2828925"/>
                </a:lnTo>
                <a:lnTo>
                  <a:pt x="1905000" y="2771775"/>
                </a:lnTo>
                <a:lnTo>
                  <a:pt x="1905000" y="2762250"/>
                </a:lnTo>
                <a:lnTo>
                  <a:pt x="1914525" y="2752725"/>
                </a:lnTo>
                <a:lnTo>
                  <a:pt x="1914525" y="2733675"/>
                </a:lnTo>
                <a:lnTo>
                  <a:pt x="1924050" y="2724150"/>
                </a:lnTo>
                <a:lnTo>
                  <a:pt x="1924050" y="2705100"/>
                </a:lnTo>
                <a:lnTo>
                  <a:pt x="1933575" y="2695575"/>
                </a:lnTo>
                <a:lnTo>
                  <a:pt x="1933575" y="2686050"/>
                </a:lnTo>
                <a:lnTo>
                  <a:pt x="1971675" y="2647950"/>
                </a:lnTo>
                <a:lnTo>
                  <a:pt x="2038350" y="2647950"/>
                </a:lnTo>
                <a:lnTo>
                  <a:pt x="2047875" y="2638425"/>
                </a:lnTo>
                <a:lnTo>
                  <a:pt x="2066925" y="2638425"/>
                </a:lnTo>
                <a:lnTo>
                  <a:pt x="2076450" y="2628900"/>
                </a:lnTo>
                <a:lnTo>
                  <a:pt x="2076450" y="2600325"/>
                </a:lnTo>
                <a:lnTo>
                  <a:pt x="2057400" y="2581275"/>
                </a:lnTo>
                <a:lnTo>
                  <a:pt x="2047875" y="2581275"/>
                </a:lnTo>
                <a:lnTo>
                  <a:pt x="2038350" y="2571750"/>
                </a:lnTo>
                <a:lnTo>
                  <a:pt x="1924050" y="2571750"/>
                </a:lnTo>
                <a:lnTo>
                  <a:pt x="1914525" y="2562225"/>
                </a:lnTo>
                <a:lnTo>
                  <a:pt x="1905000" y="2562225"/>
                </a:lnTo>
                <a:lnTo>
                  <a:pt x="1876425" y="2533650"/>
                </a:lnTo>
                <a:lnTo>
                  <a:pt x="1876425" y="2476500"/>
                </a:lnTo>
                <a:lnTo>
                  <a:pt x="1866900" y="2466975"/>
                </a:lnTo>
                <a:lnTo>
                  <a:pt x="1866900" y="2428875"/>
                </a:lnTo>
                <a:lnTo>
                  <a:pt x="1857375" y="2419350"/>
                </a:lnTo>
                <a:lnTo>
                  <a:pt x="1857375" y="2409825"/>
                </a:lnTo>
                <a:lnTo>
                  <a:pt x="1838325" y="2390775"/>
                </a:lnTo>
                <a:lnTo>
                  <a:pt x="1819275" y="2390775"/>
                </a:lnTo>
                <a:lnTo>
                  <a:pt x="1809750" y="2381250"/>
                </a:lnTo>
                <a:lnTo>
                  <a:pt x="1781175" y="2381250"/>
                </a:lnTo>
                <a:lnTo>
                  <a:pt x="1771650" y="2390775"/>
                </a:lnTo>
                <a:lnTo>
                  <a:pt x="1762125" y="2390775"/>
                </a:lnTo>
                <a:lnTo>
                  <a:pt x="1752600" y="2400300"/>
                </a:lnTo>
                <a:lnTo>
                  <a:pt x="1743075" y="2400300"/>
                </a:lnTo>
                <a:lnTo>
                  <a:pt x="1685925" y="2457450"/>
                </a:lnTo>
                <a:lnTo>
                  <a:pt x="1676400" y="2457450"/>
                </a:lnTo>
                <a:lnTo>
                  <a:pt x="1666875" y="2466975"/>
                </a:lnTo>
                <a:lnTo>
                  <a:pt x="1638300" y="2466975"/>
                </a:lnTo>
                <a:lnTo>
                  <a:pt x="1628775" y="2457450"/>
                </a:lnTo>
                <a:lnTo>
                  <a:pt x="1609725" y="2457450"/>
                </a:lnTo>
                <a:lnTo>
                  <a:pt x="1600200" y="2447925"/>
                </a:lnTo>
                <a:lnTo>
                  <a:pt x="1590675" y="2447925"/>
                </a:lnTo>
                <a:lnTo>
                  <a:pt x="1552575" y="2409825"/>
                </a:lnTo>
                <a:lnTo>
                  <a:pt x="1552575" y="2400300"/>
                </a:lnTo>
                <a:lnTo>
                  <a:pt x="1543050" y="2390775"/>
                </a:lnTo>
                <a:lnTo>
                  <a:pt x="1543050" y="2371725"/>
                </a:lnTo>
                <a:lnTo>
                  <a:pt x="1524000" y="2352675"/>
                </a:lnTo>
                <a:lnTo>
                  <a:pt x="1514475" y="2352675"/>
                </a:lnTo>
                <a:lnTo>
                  <a:pt x="1504950" y="2362200"/>
                </a:lnTo>
                <a:lnTo>
                  <a:pt x="1495425" y="2362200"/>
                </a:lnTo>
                <a:lnTo>
                  <a:pt x="1485900" y="2371725"/>
                </a:lnTo>
                <a:lnTo>
                  <a:pt x="1466850" y="2371725"/>
                </a:lnTo>
                <a:lnTo>
                  <a:pt x="1457325" y="2381250"/>
                </a:lnTo>
                <a:lnTo>
                  <a:pt x="1438275" y="2381250"/>
                </a:lnTo>
                <a:lnTo>
                  <a:pt x="1428750" y="2390775"/>
                </a:lnTo>
                <a:lnTo>
                  <a:pt x="1323975" y="2390775"/>
                </a:lnTo>
                <a:lnTo>
                  <a:pt x="1314450" y="2381250"/>
                </a:lnTo>
                <a:lnTo>
                  <a:pt x="1304925" y="2381250"/>
                </a:lnTo>
                <a:lnTo>
                  <a:pt x="1295400" y="2371725"/>
                </a:lnTo>
                <a:lnTo>
                  <a:pt x="1285875" y="2371725"/>
                </a:lnTo>
                <a:lnTo>
                  <a:pt x="1257300" y="2343150"/>
                </a:lnTo>
                <a:lnTo>
                  <a:pt x="1257300" y="2333625"/>
                </a:lnTo>
                <a:lnTo>
                  <a:pt x="1238250" y="2314575"/>
                </a:lnTo>
                <a:lnTo>
                  <a:pt x="1238250" y="2305050"/>
                </a:lnTo>
                <a:lnTo>
                  <a:pt x="1171575" y="2238375"/>
                </a:lnTo>
                <a:lnTo>
                  <a:pt x="1162050" y="2238375"/>
                </a:lnTo>
                <a:lnTo>
                  <a:pt x="1152525" y="2228850"/>
                </a:lnTo>
                <a:close/>
              </a:path>
              <a:path w="4267200" h="4267200">
                <a:moveTo>
                  <a:pt x="2619375" y="2133600"/>
                </a:moveTo>
                <a:lnTo>
                  <a:pt x="2609850" y="2143125"/>
                </a:lnTo>
                <a:lnTo>
                  <a:pt x="2600325" y="2143125"/>
                </a:lnTo>
                <a:lnTo>
                  <a:pt x="2581275" y="2162175"/>
                </a:lnTo>
                <a:lnTo>
                  <a:pt x="2581275" y="2209800"/>
                </a:lnTo>
                <a:lnTo>
                  <a:pt x="2590800" y="2219325"/>
                </a:lnTo>
                <a:lnTo>
                  <a:pt x="2600325" y="2219325"/>
                </a:lnTo>
                <a:lnTo>
                  <a:pt x="2609850" y="2228850"/>
                </a:lnTo>
                <a:lnTo>
                  <a:pt x="2619375" y="2219325"/>
                </a:lnTo>
                <a:lnTo>
                  <a:pt x="2628900" y="2219325"/>
                </a:lnTo>
                <a:lnTo>
                  <a:pt x="2628900" y="2209800"/>
                </a:lnTo>
                <a:lnTo>
                  <a:pt x="2638425" y="2200275"/>
                </a:lnTo>
                <a:lnTo>
                  <a:pt x="2638425" y="2152650"/>
                </a:lnTo>
                <a:close/>
              </a:path>
              <a:path w="4267200" h="4267200">
                <a:moveTo>
                  <a:pt x="4219575" y="2095500"/>
                </a:moveTo>
                <a:lnTo>
                  <a:pt x="4210050" y="2105025"/>
                </a:lnTo>
                <a:lnTo>
                  <a:pt x="4191000" y="2105025"/>
                </a:lnTo>
                <a:lnTo>
                  <a:pt x="4181475" y="2114550"/>
                </a:lnTo>
                <a:lnTo>
                  <a:pt x="4171950" y="2114550"/>
                </a:lnTo>
                <a:lnTo>
                  <a:pt x="4152900" y="2133600"/>
                </a:lnTo>
                <a:lnTo>
                  <a:pt x="4152900" y="2143125"/>
                </a:lnTo>
                <a:lnTo>
                  <a:pt x="4133850" y="2162175"/>
                </a:lnTo>
                <a:lnTo>
                  <a:pt x="4133850" y="2181225"/>
                </a:lnTo>
                <a:lnTo>
                  <a:pt x="4124325" y="2190750"/>
                </a:lnTo>
                <a:lnTo>
                  <a:pt x="4124325" y="2228850"/>
                </a:lnTo>
                <a:lnTo>
                  <a:pt x="4114800" y="2238375"/>
                </a:lnTo>
                <a:lnTo>
                  <a:pt x="4114800" y="2352675"/>
                </a:lnTo>
                <a:lnTo>
                  <a:pt x="4124325" y="2362200"/>
                </a:lnTo>
                <a:lnTo>
                  <a:pt x="4124325" y="2438400"/>
                </a:lnTo>
                <a:lnTo>
                  <a:pt x="4133850" y="2447925"/>
                </a:lnTo>
                <a:lnTo>
                  <a:pt x="4133850" y="2505075"/>
                </a:lnTo>
                <a:lnTo>
                  <a:pt x="4143375" y="2514600"/>
                </a:lnTo>
                <a:lnTo>
                  <a:pt x="4143375" y="2552700"/>
                </a:lnTo>
                <a:lnTo>
                  <a:pt x="4152900" y="2562225"/>
                </a:lnTo>
                <a:lnTo>
                  <a:pt x="4152900" y="2590800"/>
                </a:lnTo>
                <a:lnTo>
                  <a:pt x="4162425" y="2600325"/>
                </a:lnTo>
                <a:lnTo>
                  <a:pt x="4162425" y="2609850"/>
                </a:lnTo>
                <a:lnTo>
                  <a:pt x="4171950" y="2619375"/>
                </a:lnTo>
                <a:lnTo>
                  <a:pt x="4171950" y="2628900"/>
                </a:lnTo>
                <a:lnTo>
                  <a:pt x="4181475" y="2638425"/>
                </a:lnTo>
                <a:lnTo>
                  <a:pt x="4191000" y="2638425"/>
                </a:lnTo>
                <a:lnTo>
                  <a:pt x="4200525" y="2647950"/>
                </a:lnTo>
                <a:lnTo>
                  <a:pt x="4257675" y="2647950"/>
                </a:lnTo>
                <a:lnTo>
                  <a:pt x="4257675" y="2095500"/>
                </a:lnTo>
                <a:close/>
              </a:path>
              <a:path w="4267200" h="4267200">
                <a:moveTo>
                  <a:pt x="1743075" y="1476375"/>
                </a:moveTo>
                <a:lnTo>
                  <a:pt x="1733550" y="1485900"/>
                </a:lnTo>
                <a:lnTo>
                  <a:pt x="1685925" y="1485900"/>
                </a:lnTo>
                <a:lnTo>
                  <a:pt x="1676400" y="1495425"/>
                </a:lnTo>
                <a:lnTo>
                  <a:pt x="1666875" y="1495425"/>
                </a:lnTo>
                <a:lnTo>
                  <a:pt x="1657350" y="1504950"/>
                </a:lnTo>
                <a:lnTo>
                  <a:pt x="1647825" y="1504950"/>
                </a:lnTo>
                <a:lnTo>
                  <a:pt x="1628775" y="1524000"/>
                </a:lnTo>
                <a:lnTo>
                  <a:pt x="1628775" y="1533525"/>
                </a:lnTo>
                <a:lnTo>
                  <a:pt x="1619250" y="1543050"/>
                </a:lnTo>
                <a:lnTo>
                  <a:pt x="1619250" y="1552575"/>
                </a:lnTo>
                <a:lnTo>
                  <a:pt x="1581150" y="1590675"/>
                </a:lnTo>
                <a:lnTo>
                  <a:pt x="1571625" y="1590675"/>
                </a:lnTo>
                <a:lnTo>
                  <a:pt x="1562100" y="1600200"/>
                </a:lnTo>
                <a:lnTo>
                  <a:pt x="1552575" y="1600200"/>
                </a:lnTo>
                <a:lnTo>
                  <a:pt x="1543050" y="1609725"/>
                </a:lnTo>
                <a:lnTo>
                  <a:pt x="1533525" y="1609725"/>
                </a:lnTo>
                <a:lnTo>
                  <a:pt x="1524000" y="1619250"/>
                </a:lnTo>
                <a:lnTo>
                  <a:pt x="1514475" y="1619250"/>
                </a:lnTo>
                <a:lnTo>
                  <a:pt x="1476375" y="1657350"/>
                </a:lnTo>
                <a:lnTo>
                  <a:pt x="1476375" y="1676400"/>
                </a:lnTo>
                <a:lnTo>
                  <a:pt x="1466850" y="1685925"/>
                </a:lnTo>
                <a:lnTo>
                  <a:pt x="1466850" y="1762125"/>
                </a:lnTo>
                <a:lnTo>
                  <a:pt x="1476375" y="1771650"/>
                </a:lnTo>
                <a:lnTo>
                  <a:pt x="1514475" y="1771650"/>
                </a:lnTo>
                <a:lnTo>
                  <a:pt x="1524000" y="1762125"/>
                </a:lnTo>
                <a:lnTo>
                  <a:pt x="1533525" y="1762125"/>
                </a:lnTo>
                <a:lnTo>
                  <a:pt x="1590675" y="1704975"/>
                </a:lnTo>
                <a:lnTo>
                  <a:pt x="1600200" y="1704975"/>
                </a:lnTo>
                <a:lnTo>
                  <a:pt x="1619250" y="1685925"/>
                </a:lnTo>
                <a:lnTo>
                  <a:pt x="1628775" y="1685925"/>
                </a:lnTo>
                <a:lnTo>
                  <a:pt x="1638300" y="1676400"/>
                </a:lnTo>
                <a:lnTo>
                  <a:pt x="1685925" y="1676400"/>
                </a:lnTo>
                <a:lnTo>
                  <a:pt x="1695450" y="1685925"/>
                </a:lnTo>
                <a:lnTo>
                  <a:pt x="1704975" y="1685925"/>
                </a:lnTo>
                <a:lnTo>
                  <a:pt x="1743075" y="1724025"/>
                </a:lnTo>
                <a:lnTo>
                  <a:pt x="1743075" y="1733550"/>
                </a:lnTo>
                <a:lnTo>
                  <a:pt x="1762125" y="1752600"/>
                </a:lnTo>
                <a:lnTo>
                  <a:pt x="1762125" y="1762125"/>
                </a:lnTo>
                <a:lnTo>
                  <a:pt x="1771650" y="1771650"/>
                </a:lnTo>
                <a:lnTo>
                  <a:pt x="1781175" y="1771650"/>
                </a:lnTo>
                <a:lnTo>
                  <a:pt x="1790700" y="1781175"/>
                </a:lnTo>
                <a:lnTo>
                  <a:pt x="1800225" y="1781175"/>
                </a:lnTo>
                <a:lnTo>
                  <a:pt x="1819275" y="1762125"/>
                </a:lnTo>
                <a:lnTo>
                  <a:pt x="1819275" y="1724025"/>
                </a:lnTo>
                <a:lnTo>
                  <a:pt x="1809750" y="1714500"/>
                </a:lnTo>
                <a:lnTo>
                  <a:pt x="1809750" y="1562100"/>
                </a:lnTo>
                <a:lnTo>
                  <a:pt x="1800225" y="1552575"/>
                </a:lnTo>
                <a:lnTo>
                  <a:pt x="1800225" y="1514475"/>
                </a:lnTo>
                <a:lnTo>
                  <a:pt x="1790700" y="1504950"/>
                </a:lnTo>
                <a:lnTo>
                  <a:pt x="1790700" y="1495425"/>
                </a:lnTo>
                <a:lnTo>
                  <a:pt x="1781175" y="1485900"/>
                </a:lnTo>
                <a:lnTo>
                  <a:pt x="1762125" y="1485900"/>
                </a:lnTo>
                <a:lnTo>
                  <a:pt x="1752600" y="1476375"/>
                </a:lnTo>
                <a:close/>
              </a:path>
              <a:path w="4267200" h="4267200">
                <a:moveTo>
                  <a:pt x="2600325" y="914400"/>
                </a:moveTo>
                <a:lnTo>
                  <a:pt x="2609850" y="904875"/>
                </a:lnTo>
                <a:lnTo>
                  <a:pt x="2619375" y="904875"/>
                </a:lnTo>
                <a:lnTo>
                  <a:pt x="2647950" y="933450"/>
                </a:lnTo>
                <a:lnTo>
                  <a:pt x="2647950" y="952500"/>
                </a:lnTo>
                <a:lnTo>
                  <a:pt x="2657475" y="962025"/>
                </a:lnTo>
                <a:lnTo>
                  <a:pt x="2657475" y="971550"/>
                </a:lnTo>
                <a:lnTo>
                  <a:pt x="2647950" y="981075"/>
                </a:lnTo>
                <a:lnTo>
                  <a:pt x="2647950" y="1009650"/>
                </a:lnTo>
                <a:lnTo>
                  <a:pt x="2638425" y="1019175"/>
                </a:lnTo>
                <a:lnTo>
                  <a:pt x="2638425" y="1028700"/>
                </a:lnTo>
                <a:lnTo>
                  <a:pt x="2628900" y="1038225"/>
                </a:lnTo>
                <a:lnTo>
                  <a:pt x="2619375" y="1038225"/>
                </a:lnTo>
                <a:lnTo>
                  <a:pt x="2609850" y="1047750"/>
                </a:lnTo>
                <a:lnTo>
                  <a:pt x="2600325" y="1047750"/>
                </a:lnTo>
                <a:lnTo>
                  <a:pt x="2590800" y="1057275"/>
                </a:lnTo>
                <a:lnTo>
                  <a:pt x="2552700" y="1057275"/>
                </a:lnTo>
                <a:lnTo>
                  <a:pt x="2543175" y="1047750"/>
                </a:lnTo>
                <a:lnTo>
                  <a:pt x="2524125" y="1047750"/>
                </a:lnTo>
                <a:lnTo>
                  <a:pt x="2495550" y="1019175"/>
                </a:lnTo>
                <a:lnTo>
                  <a:pt x="2495550" y="1009650"/>
                </a:lnTo>
                <a:lnTo>
                  <a:pt x="2505075" y="1000125"/>
                </a:lnTo>
                <a:lnTo>
                  <a:pt x="2505075" y="990600"/>
                </a:lnTo>
                <a:lnTo>
                  <a:pt x="2581275" y="914400"/>
                </a:lnTo>
                <a:close/>
              </a:path>
              <a:path w="4267200" h="4267200">
                <a:moveTo>
                  <a:pt x="2838450" y="390525"/>
                </a:moveTo>
                <a:lnTo>
                  <a:pt x="2828925" y="400050"/>
                </a:lnTo>
                <a:lnTo>
                  <a:pt x="2790825" y="400050"/>
                </a:lnTo>
                <a:lnTo>
                  <a:pt x="2781300" y="409575"/>
                </a:lnTo>
                <a:lnTo>
                  <a:pt x="2752725" y="409575"/>
                </a:lnTo>
                <a:lnTo>
                  <a:pt x="2743200" y="419100"/>
                </a:lnTo>
                <a:lnTo>
                  <a:pt x="2724150" y="419100"/>
                </a:lnTo>
                <a:lnTo>
                  <a:pt x="2714625" y="428625"/>
                </a:lnTo>
                <a:lnTo>
                  <a:pt x="2705100" y="428625"/>
                </a:lnTo>
                <a:lnTo>
                  <a:pt x="2695575" y="438150"/>
                </a:lnTo>
                <a:lnTo>
                  <a:pt x="2686050" y="438150"/>
                </a:lnTo>
                <a:lnTo>
                  <a:pt x="2676525" y="447675"/>
                </a:lnTo>
                <a:lnTo>
                  <a:pt x="2676525" y="457200"/>
                </a:lnTo>
                <a:lnTo>
                  <a:pt x="2657475" y="476250"/>
                </a:lnTo>
                <a:lnTo>
                  <a:pt x="2657475" y="485775"/>
                </a:lnTo>
                <a:lnTo>
                  <a:pt x="2647950" y="495300"/>
                </a:lnTo>
                <a:lnTo>
                  <a:pt x="2647950" y="504825"/>
                </a:lnTo>
                <a:lnTo>
                  <a:pt x="2638425" y="514350"/>
                </a:lnTo>
                <a:lnTo>
                  <a:pt x="2638425" y="523875"/>
                </a:lnTo>
                <a:lnTo>
                  <a:pt x="2619375" y="542925"/>
                </a:lnTo>
                <a:lnTo>
                  <a:pt x="2552700" y="542925"/>
                </a:lnTo>
                <a:lnTo>
                  <a:pt x="2543175" y="533400"/>
                </a:lnTo>
                <a:lnTo>
                  <a:pt x="2524125" y="533400"/>
                </a:lnTo>
                <a:lnTo>
                  <a:pt x="2514600" y="523875"/>
                </a:lnTo>
                <a:lnTo>
                  <a:pt x="2438400" y="523875"/>
                </a:lnTo>
                <a:lnTo>
                  <a:pt x="2428875" y="533400"/>
                </a:lnTo>
                <a:lnTo>
                  <a:pt x="2409825" y="533400"/>
                </a:lnTo>
                <a:lnTo>
                  <a:pt x="2400300" y="542925"/>
                </a:lnTo>
                <a:lnTo>
                  <a:pt x="2390775" y="542925"/>
                </a:lnTo>
                <a:lnTo>
                  <a:pt x="2381250" y="552450"/>
                </a:lnTo>
                <a:lnTo>
                  <a:pt x="2371725" y="552450"/>
                </a:lnTo>
                <a:lnTo>
                  <a:pt x="2362200" y="561975"/>
                </a:lnTo>
                <a:lnTo>
                  <a:pt x="2352675" y="561975"/>
                </a:lnTo>
                <a:lnTo>
                  <a:pt x="2343150" y="571500"/>
                </a:lnTo>
                <a:lnTo>
                  <a:pt x="2333625" y="571500"/>
                </a:lnTo>
                <a:lnTo>
                  <a:pt x="2324100" y="581025"/>
                </a:lnTo>
                <a:lnTo>
                  <a:pt x="2314575" y="581025"/>
                </a:lnTo>
                <a:lnTo>
                  <a:pt x="2305050" y="590550"/>
                </a:lnTo>
                <a:lnTo>
                  <a:pt x="2276475" y="590550"/>
                </a:lnTo>
                <a:lnTo>
                  <a:pt x="2266950" y="600075"/>
                </a:lnTo>
                <a:lnTo>
                  <a:pt x="2228850" y="600075"/>
                </a:lnTo>
                <a:lnTo>
                  <a:pt x="2219325" y="609600"/>
                </a:lnTo>
                <a:lnTo>
                  <a:pt x="2200275" y="609600"/>
                </a:lnTo>
                <a:lnTo>
                  <a:pt x="2190750" y="619125"/>
                </a:lnTo>
                <a:lnTo>
                  <a:pt x="2171700" y="619125"/>
                </a:lnTo>
                <a:lnTo>
                  <a:pt x="2162175" y="628650"/>
                </a:lnTo>
                <a:lnTo>
                  <a:pt x="2143125" y="628650"/>
                </a:lnTo>
                <a:lnTo>
                  <a:pt x="2133600" y="638175"/>
                </a:lnTo>
                <a:lnTo>
                  <a:pt x="2085975" y="638175"/>
                </a:lnTo>
                <a:lnTo>
                  <a:pt x="2028825" y="581025"/>
                </a:lnTo>
                <a:lnTo>
                  <a:pt x="2028825" y="571500"/>
                </a:lnTo>
                <a:lnTo>
                  <a:pt x="1990725" y="533400"/>
                </a:lnTo>
                <a:lnTo>
                  <a:pt x="1981200" y="533400"/>
                </a:lnTo>
                <a:lnTo>
                  <a:pt x="1971675" y="523875"/>
                </a:lnTo>
                <a:lnTo>
                  <a:pt x="1952625" y="523875"/>
                </a:lnTo>
                <a:lnTo>
                  <a:pt x="1943100" y="514350"/>
                </a:lnTo>
                <a:lnTo>
                  <a:pt x="1885950" y="514350"/>
                </a:lnTo>
                <a:lnTo>
                  <a:pt x="1876425" y="523875"/>
                </a:lnTo>
                <a:lnTo>
                  <a:pt x="1838325" y="523875"/>
                </a:lnTo>
                <a:lnTo>
                  <a:pt x="1828800" y="533400"/>
                </a:lnTo>
                <a:lnTo>
                  <a:pt x="1724025" y="533400"/>
                </a:lnTo>
                <a:lnTo>
                  <a:pt x="1714500" y="523875"/>
                </a:lnTo>
                <a:lnTo>
                  <a:pt x="1676400" y="523875"/>
                </a:lnTo>
                <a:lnTo>
                  <a:pt x="1666875" y="514350"/>
                </a:lnTo>
                <a:lnTo>
                  <a:pt x="1647825" y="514350"/>
                </a:lnTo>
                <a:lnTo>
                  <a:pt x="1638300" y="523875"/>
                </a:lnTo>
                <a:lnTo>
                  <a:pt x="1619250" y="523875"/>
                </a:lnTo>
                <a:lnTo>
                  <a:pt x="1609725" y="533400"/>
                </a:lnTo>
                <a:lnTo>
                  <a:pt x="1600200" y="533400"/>
                </a:lnTo>
                <a:lnTo>
                  <a:pt x="1590675" y="542925"/>
                </a:lnTo>
                <a:lnTo>
                  <a:pt x="1581150" y="542925"/>
                </a:lnTo>
                <a:lnTo>
                  <a:pt x="1571625" y="552450"/>
                </a:lnTo>
                <a:lnTo>
                  <a:pt x="1562100" y="552450"/>
                </a:lnTo>
                <a:lnTo>
                  <a:pt x="1552575" y="561975"/>
                </a:lnTo>
                <a:lnTo>
                  <a:pt x="1524000" y="561975"/>
                </a:lnTo>
                <a:lnTo>
                  <a:pt x="1514475" y="571500"/>
                </a:lnTo>
                <a:lnTo>
                  <a:pt x="1485900" y="571500"/>
                </a:lnTo>
                <a:lnTo>
                  <a:pt x="1476375" y="561975"/>
                </a:lnTo>
                <a:lnTo>
                  <a:pt x="1457325" y="561975"/>
                </a:lnTo>
                <a:lnTo>
                  <a:pt x="1447800" y="552450"/>
                </a:lnTo>
                <a:lnTo>
                  <a:pt x="1400175" y="552450"/>
                </a:lnTo>
                <a:lnTo>
                  <a:pt x="1390650" y="561975"/>
                </a:lnTo>
                <a:lnTo>
                  <a:pt x="1381125" y="561975"/>
                </a:lnTo>
                <a:lnTo>
                  <a:pt x="1343025" y="600075"/>
                </a:lnTo>
                <a:lnTo>
                  <a:pt x="1333500" y="600075"/>
                </a:lnTo>
                <a:lnTo>
                  <a:pt x="1323975" y="609600"/>
                </a:lnTo>
                <a:lnTo>
                  <a:pt x="1314450" y="609600"/>
                </a:lnTo>
                <a:lnTo>
                  <a:pt x="1304925" y="619125"/>
                </a:lnTo>
                <a:lnTo>
                  <a:pt x="1266825" y="619125"/>
                </a:lnTo>
                <a:lnTo>
                  <a:pt x="1257300" y="609600"/>
                </a:lnTo>
                <a:lnTo>
                  <a:pt x="1247775" y="609600"/>
                </a:lnTo>
                <a:lnTo>
                  <a:pt x="1238250" y="600075"/>
                </a:lnTo>
                <a:lnTo>
                  <a:pt x="1228725" y="600075"/>
                </a:lnTo>
                <a:lnTo>
                  <a:pt x="1219200" y="590550"/>
                </a:lnTo>
                <a:lnTo>
                  <a:pt x="1209675" y="590550"/>
                </a:lnTo>
                <a:lnTo>
                  <a:pt x="1190625" y="571500"/>
                </a:lnTo>
                <a:lnTo>
                  <a:pt x="1181100" y="571500"/>
                </a:lnTo>
                <a:lnTo>
                  <a:pt x="1171575" y="561975"/>
                </a:lnTo>
                <a:lnTo>
                  <a:pt x="1152525" y="561975"/>
                </a:lnTo>
                <a:lnTo>
                  <a:pt x="1143000" y="552450"/>
                </a:lnTo>
                <a:lnTo>
                  <a:pt x="1114425" y="552450"/>
                </a:lnTo>
                <a:lnTo>
                  <a:pt x="1104900" y="542925"/>
                </a:lnTo>
                <a:lnTo>
                  <a:pt x="971550" y="542925"/>
                </a:lnTo>
                <a:lnTo>
                  <a:pt x="962025" y="533400"/>
                </a:lnTo>
                <a:lnTo>
                  <a:pt x="857250" y="533400"/>
                </a:lnTo>
                <a:lnTo>
                  <a:pt x="847725" y="542925"/>
                </a:lnTo>
                <a:lnTo>
                  <a:pt x="838200" y="542925"/>
                </a:lnTo>
                <a:lnTo>
                  <a:pt x="828675" y="552450"/>
                </a:lnTo>
                <a:lnTo>
                  <a:pt x="819150" y="552450"/>
                </a:lnTo>
                <a:lnTo>
                  <a:pt x="733425" y="638175"/>
                </a:lnTo>
                <a:lnTo>
                  <a:pt x="723900" y="638175"/>
                </a:lnTo>
                <a:lnTo>
                  <a:pt x="704850" y="657225"/>
                </a:lnTo>
                <a:lnTo>
                  <a:pt x="695325" y="657225"/>
                </a:lnTo>
                <a:lnTo>
                  <a:pt x="676275" y="676275"/>
                </a:lnTo>
                <a:lnTo>
                  <a:pt x="666750" y="676275"/>
                </a:lnTo>
                <a:lnTo>
                  <a:pt x="657225" y="685800"/>
                </a:lnTo>
                <a:lnTo>
                  <a:pt x="657225" y="695325"/>
                </a:lnTo>
                <a:lnTo>
                  <a:pt x="647700" y="704850"/>
                </a:lnTo>
                <a:lnTo>
                  <a:pt x="647700" y="714375"/>
                </a:lnTo>
                <a:lnTo>
                  <a:pt x="638175" y="723900"/>
                </a:lnTo>
                <a:lnTo>
                  <a:pt x="638175" y="771525"/>
                </a:lnTo>
                <a:lnTo>
                  <a:pt x="647700" y="781050"/>
                </a:lnTo>
                <a:lnTo>
                  <a:pt x="647700" y="790575"/>
                </a:lnTo>
                <a:lnTo>
                  <a:pt x="657225" y="800100"/>
                </a:lnTo>
                <a:lnTo>
                  <a:pt x="657225" y="809625"/>
                </a:lnTo>
                <a:lnTo>
                  <a:pt x="695325" y="847725"/>
                </a:lnTo>
                <a:lnTo>
                  <a:pt x="695325" y="857250"/>
                </a:lnTo>
                <a:lnTo>
                  <a:pt x="704850" y="866775"/>
                </a:lnTo>
                <a:lnTo>
                  <a:pt x="704850" y="876300"/>
                </a:lnTo>
                <a:lnTo>
                  <a:pt x="714375" y="885825"/>
                </a:lnTo>
                <a:lnTo>
                  <a:pt x="714375" y="981075"/>
                </a:lnTo>
                <a:lnTo>
                  <a:pt x="723900" y="990600"/>
                </a:lnTo>
                <a:lnTo>
                  <a:pt x="723900" y="1019175"/>
                </a:lnTo>
                <a:lnTo>
                  <a:pt x="733425" y="1028700"/>
                </a:lnTo>
                <a:lnTo>
                  <a:pt x="733425" y="1038225"/>
                </a:lnTo>
                <a:lnTo>
                  <a:pt x="742950" y="1047750"/>
                </a:lnTo>
                <a:lnTo>
                  <a:pt x="742950" y="1066800"/>
                </a:lnTo>
                <a:lnTo>
                  <a:pt x="752475" y="1076325"/>
                </a:lnTo>
                <a:lnTo>
                  <a:pt x="752475" y="1104900"/>
                </a:lnTo>
                <a:lnTo>
                  <a:pt x="762000" y="1114425"/>
                </a:lnTo>
                <a:lnTo>
                  <a:pt x="762000" y="1162050"/>
                </a:lnTo>
                <a:lnTo>
                  <a:pt x="771525" y="1171575"/>
                </a:lnTo>
                <a:lnTo>
                  <a:pt x="771525" y="1209675"/>
                </a:lnTo>
                <a:lnTo>
                  <a:pt x="781050" y="1219200"/>
                </a:lnTo>
                <a:lnTo>
                  <a:pt x="781050" y="1238250"/>
                </a:lnTo>
                <a:lnTo>
                  <a:pt x="790575" y="1247775"/>
                </a:lnTo>
                <a:lnTo>
                  <a:pt x="790575" y="1257300"/>
                </a:lnTo>
                <a:lnTo>
                  <a:pt x="800100" y="1266825"/>
                </a:lnTo>
                <a:lnTo>
                  <a:pt x="800100" y="1276350"/>
                </a:lnTo>
                <a:lnTo>
                  <a:pt x="809625" y="1285875"/>
                </a:lnTo>
                <a:lnTo>
                  <a:pt x="809625" y="1295400"/>
                </a:lnTo>
                <a:lnTo>
                  <a:pt x="828675" y="1314450"/>
                </a:lnTo>
                <a:lnTo>
                  <a:pt x="828675" y="1323975"/>
                </a:lnTo>
                <a:lnTo>
                  <a:pt x="857250" y="1352550"/>
                </a:lnTo>
                <a:lnTo>
                  <a:pt x="857250" y="1362075"/>
                </a:lnTo>
                <a:lnTo>
                  <a:pt x="876300" y="1381125"/>
                </a:lnTo>
                <a:lnTo>
                  <a:pt x="876300" y="1390650"/>
                </a:lnTo>
                <a:lnTo>
                  <a:pt x="885825" y="1400175"/>
                </a:lnTo>
                <a:lnTo>
                  <a:pt x="885825" y="1409700"/>
                </a:lnTo>
                <a:lnTo>
                  <a:pt x="895350" y="1419225"/>
                </a:lnTo>
                <a:lnTo>
                  <a:pt x="895350" y="1428750"/>
                </a:lnTo>
                <a:lnTo>
                  <a:pt x="904875" y="1438275"/>
                </a:lnTo>
                <a:lnTo>
                  <a:pt x="904875" y="1447800"/>
                </a:lnTo>
                <a:lnTo>
                  <a:pt x="914400" y="1457325"/>
                </a:lnTo>
                <a:lnTo>
                  <a:pt x="914400" y="1476375"/>
                </a:lnTo>
                <a:lnTo>
                  <a:pt x="923925" y="1485900"/>
                </a:lnTo>
                <a:lnTo>
                  <a:pt x="923925" y="1504950"/>
                </a:lnTo>
                <a:lnTo>
                  <a:pt x="933450" y="1514475"/>
                </a:lnTo>
                <a:lnTo>
                  <a:pt x="933450" y="1695450"/>
                </a:lnTo>
                <a:lnTo>
                  <a:pt x="942975" y="1704975"/>
                </a:lnTo>
                <a:lnTo>
                  <a:pt x="942975" y="1743075"/>
                </a:lnTo>
                <a:lnTo>
                  <a:pt x="952500" y="1752600"/>
                </a:lnTo>
                <a:lnTo>
                  <a:pt x="952500" y="1790700"/>
                </a:lnTo>
                <a:lnTo>
                  <a:pt x="962025" y="1800225"/>
                </a:lnTo>
                <a:lnTo>
                  <a:pt x="962025" y="1819275"/>
                </a:lnTo>
                <a:lnTo>
                  <a:pt x="971550" y="1828800"/>
                </a:lnTo>
                <a:lnTo>
                  <a:pt x="971550" y="1838325"/>
                </a:lnTo>
                <a:lnTo>
                  <a:pt x="981075" y="1847850"/>
                </a:lnTo>
                <a:lnTo>
                  <a:pt x="981075" y="1857375"/>
                </a:lnTo>
                <a:lnTo>
                  <a:pt x="1019175" y="1895475"/>
                </a:lnTo>
                <a:lnTo>
                  <a:pt x="1057275" y="1895475"/>
                </a:lnTo>
                <a:lnTo>
                  <a:pt x="1066800" y="1885950"/>
                </a:lnTo>
                <a:lnTo>
                  <a:pt x="1076325" y="1885950"/>
                </a:lnTo>
                <a:lnTo>
                  <a:pt x="1085850" y="1876425"/>
                </a:lnTo>
                <a:lnTo>
                  <a:pt x="1095375" y="1876425"/>
                </a:lnTo>
                <a:lnTo>
                  <a:pt x="1114425" y="1857375"/>
                </a:lnTo>
                <a:lnTo>
                  <a:pt x="1152525" y="1857375"/>
                </a:lnTo>
                <a:lnTo>
                  <a:pt x="1190625" y="1895475"/>
                </a:lnTo>
                <a:lnTo>
                  <a:pt x="1190625" y="1933575"/>
                </a:lnTo>
                <a:lnTo>
                  <a:pt x="1162050" y="1962150"/>
                </a:lnTo>
                <a:lnTo>
                  <a:pt x="1152525" y="1962150"/>
                </a:lnTo>
                <a:lnTo>
                  <a:pt x="1143000" y="1971675"/>
                </a:lnTo>
                <a:lnTo>
                  <a:pt x="1133475" y="1971675"/>
                </a:lnTo>
                <a:lnTo>
                  <a:pt x="1123950" y="1981200"/>
                </a:lnTo>
                <a:lnTo>
                  <a:pt x="1104900" y="1981200"/>
                </a:lnTo>
                <a:lnTo>
                  <a:pt x="1095375" y="1990725"/>
                </a:lnTo>
                <a:lnTo>
                  <a:pt x="1085850" y="1990725"/>
                </a:lnTo>
                <a:lnTo>
                  <a:pt x="1066800" y="2009775"/>
                </a:lnTo>
                <a:lnTo>
                  <a:pt x="1066800" y="2019300"/>
                </a:lnTo>
                <a:lnTo>
                  <a:pt x="1057275" y="2028825"/>
                </a:lnTo>
                <a:lnTo>
                  <a:pt x="1057275" y="2066925"/>
                </a:lnTo>
                <a:lnTo>
                  <a:pt x="1066800" y="2076450"/>
                </a:lnTo>
                <a:lnTo>
                  <a:pt x="1066800" y="2085975"/>
                </a:lnTo>
                <a:lnTo>
                  <a:pt x="1076325" y="2095500"/>
                </a:lnTo>
                <a:lnTo>
                  <a:pt x="1076325" y="2105025"/>
                </a:lnTo>
                <a:lnTo>
                  <a:pt x="1095375" y="2124075"/>
                </a:lnTo>
                <a:lnTo>
                  <a:pt x="1104900" y="2124075"/>
                </a:lnTo>
                <a:lnTo>
                  <a:pt x="1114425" y="2133600"/>
                </a:lnTo>
                <a:lnTo>
                  <a:pt x="1123950" y="2133600"/>
                </a:lnTo>
                <a:lnTo>
                  <a:pt x="1133475" y="2143125"/>
                </a:lnTo>
                <a:lnTo>
                  <a:pt x="1143000" y="2133600"/>
                </a:lnTo>
                <a:lnTo>
                  <a:pt x="1162050" y="2133600"/>
                </a:lnTo>
                <a:lnTo>
                  <a:pt x="1238250" y="2057400"/>
                </a:lnTo>
                <a:lnTo>
                  <a:pt x="1238250" y="2047875"/>
                </a:lnTo>
                <a:lnTo>
                  <a:pt x="1257300" y="2028825"/>
                </a:lnTo>
                <a:lnTo>
                  <a:pt x="1257300" y="2019300"/>
                </a:lnTo>
                <a:lnTo>
                  <a:pt x="1285875" y="1990725"/>
                </a:lnTo>
                <a:lnTo>
                  <a:pt x="1285875" y="1981200"/>
                </a:lnTo>
                <a:lnTo>
                  <a:pt x="1304925" y="1962150"/>
                </a:lnTo>
                <a:lnTo>
                  <a:pt x="1304925" y="1952625"/>
                </a:lnTo>
                <a:lnTo>
                  <a:pt x="1314450" y="1943100"/>
                </a:lnTo>
                <a:lnTo>
                  <a:pt x="1314450" y="1924050"/>
                </a:lnTo>
                <a:lnTo>
                  <a:pt x="1323975" y="1914525"/>
                </a:lnTo>
                <a:lnTo>
                  <a:pt x="1323975" y="1895475"/>
                </a:lnTo>
                <a:lnTo>
                  <a:pt x="1333500" y="1885950"/>
                </a:lnTo>
                <a:lnTo>
                  <a:pt x="1333500" y="1866900"/>
                </a:lnTo>
                <a:lnTo>
                  <a:pt x="1343025" y="1857375"/>
                </a:lnTo>
                <a:lnTo>
                  <a:pt x="1343025" y="1847850"/>
                </a:lnTo>
                <a:lnTo>
                  <a:pt x="1352550" y="1838325"/>
                </a:lnTo>
                <a:lnTo>
                  <a:pt x="1352550" y="1828800"/>
                </a:lnTo>
                <a:lnTo>
                  <a:pt x="1362075" y="1819275"/>
                </a:lnTo>
                <a:lnTo>
                  <a:pt x="1362075" y="1809750"/>
                </a:lnTo>
                <a:lnTo>
                  <a:pt x="1371600" y="1800225"/>
                </a:lnTo>
                <a:lnTo>
                  <a:pt x="1371600" y="1752600"/>
                </a:lnTo>
                <a:lnTo>
                  <a:pt x="1362075" y="1743075"/>
                </a:lnTo>
                <a:lnTo>
                  <a:pt x="1362075" y="1704975"/>
                </a:lnTo>
                <a:lnTo>
                  <a:pt x="1352550" y="1695450"/>
                </a:lnTo>
                <a:lnTo>
                  <a:pt x="1352550" y="1666875"/>
                </a:lnTo>
                <a:lnTo>
                  <a:pt x="1343025" y="1657350"/>
                </a:lnTo>
                <a:lnTo>
                  <a:pt x="1343025" y="1647825"/>
                </a:lnTo>
                <a:lnTo>
                  <a:pt x="1323975" y="1628775"/>
                </a:lnTo>
                <a:lnTo>
                  <a:pt x="1314450" y="1628775"/>
                </a:lnTo>
                <a:lnTo>
                  <a:pt x="1304925" y="1619250"/>
                </a:lnTo>
                <a:lnTo>
                  <a:pt x="1295400" y="1619250"/>
                </a:lnTo>
                <a:lnTo>
                  <a:pt x="1285875" y="1609725"/>
                </a:lnTo>
                <a:lnTo>
                  <a:pt x="1171575" y="1609725"/>
                </a:lnTo>
                <a:lnTo>
                  <a:pt x="1162050" y="1600200"/>
                </a:lnTo>
                <a:lnTo>
                  <a:pt x="1133475" y="1600200"/>
                </a:lnTo>
                <a:lnTo>
                  <a:pt x="1123950" y="1590675"/>
                </a:lnTo>
                <a:lnTo>
                  <a:pt x="1114425" y="1590675"/>
                </a:lnTo>
                <a:lnTo>
                  <a:pt x="1076325" y="1552575"/>
                </a:lnTo>
                <a:lnTo>
                  <a:pt x="1076325" y="1543050"/>
                </a:lnTo>
                <a:lnTo>
                  <a:pt x="1066800" y="1533525"/>
                </a:lnTo>
                <a:lnTo>
                  <a:pt x="1066800" y="1495425"/>
                </a:lnTo>
                <a:lnTo>
                  <a:pt x="1076325" y="1485900"/>
                </a:lnTo>
                <a:lnTo>
                  <a:pt x="1076325" y="1476375"/>
                </a:lnTo>
                <a:lnTo>
                  <a:pt x="1085850" y="1466850"/>
                </a:lnTo>
                <a:lnTo>
                  <a:pt x="1085850" y="1457325"/>
                </a:lnTo>
                <a:lnTo>
                  <a:pt x="1095375" y="1447800"/>
                </a:lnTo>
                <a:lnTo>
                  <a:pt x="1095375" y="1428750"/>
                </a:lnTo>
                <a:lnTo>
                  <a:pt x="1104900" y="1419225"/>
                </a:lnTo>
                <a:lnTo>
                  <a:pt x="1104900" y="1409700"/>
                </a:lnTo>
                <a:lnTo>
                  <a:pt x="1114425" y="1400175"/>
                </a:lnTo>
                <a:lnTo>
                  <a:pt x="1114425" y="1295400"/>
                </a:lnTo>
                <a:lnTo>
                  <a:pt x="1104900" y="1285875"/>
                </a:lnTo>
                <a:lnTo>
                  <a:pt x="1104900" y="1257300"/>
                </a:lnTo>
                <a:lnTo>
                  <a:pt x="1095375" y="1247775"/>
                </a:lnTo>
                <a:lnTo>
                  <a:pt x="1095375" y="1228725"/>
                </a:lnTo>
                <a:lnTo>
                  <a:pt x="1085850" y="1219200"/>
                </a:lnTo>
                <a:lnTo>
                  <a:pt x="1085850" y="1209675"/>
                </a:lnTo>
                <a:lnTo>
                  <a:pt x="1076325" y="1200150"/>
                </a:lnTo>
                <a:lnTo>
                  <a:pt x="1076325" y="1190625"/>
                </a:lnTo>
                <a:lnTo>
                  <a:pt x="1066800" y="1181100"/>
                </a:lnTo>
                <a:lnTo>
                  <a:pt x="1066800" y="1171575"/>
                </a:lnTo>
                <a:lnTo>
                  <a:pt x="1047750" y="1152525"/>
                </a:lnTo>
                <a:lnTo>
                  <a:pt x="1047750" y="1143000"/>
                </a:lnTo>
                <a:lnTo>
                  <a:pt x="1038225" y="1133475"/>
                </a:lnTo>
                <a:lnTo>
                  <a:pt x="1038225" y="1123950"/>
                </a:lnTo>
                <a:lnTo>
                  <a:pt x="1028700" y="1114425"/>
                </a:lnTo>
                <a:lnTo>
                  <a:pt x="1028700" y="1095375"/>
                </a:lnTo>
                <a:lnTo>
                  <a:pt x="1019175" y="1085850"/>
                </a:lnTo>
                <a:lnTo>
                  <a:pt x="1019175" y="1028700"/>
                </a:lnTo>
                <a:lnTo>
                  <a:pt x="1009650" y="1019175"/>
                </a:lnTo>
                <a:lnTo>
                  <a:pt x="1009650" y="990600"/>
                </a:lnTo>
                <a:lnTo>
                  <a:pt x="1019175" y="981075"/>
                </a:lnTo>
                <a:lnTo>
                  <a:pt x="1019175" y="952500"/>
                </a:lnTo>
                <a:lnTo>
                  <a:pt x="1028700" y="942975"/>
                </a:lnTo>
                <a:lnTo>
                  <a:pt x="1028700" y="923925"/>
                </a:lnTo>
                <a:lnTo>
                  <a:pt x="1038225" y="914400"/>
                </a:lnTo>
                <a:lnTo>
                  <a:pt x="1038225" y="904875"/>
                </a:lnTo>
                <a:lnTo>
                  <a:pt x="1085850" y="857250"/>
                </a:lnTo>
                <a:lnTo>
                  <a:pt x="1095375" y="857250"/>
                </a:lnTo>
                <a:lnTo>
                  <a:pt x="1104900" y="847725"/>
                </a:lnTo>
                <a:lnTo>
                  <a:pt x="1123950" y="847725"/>
                </a:lnTo>
                <a:lnTo>
                  <a:pt x="1133475" y="838200"/>
                </a:lnTo>
                <a:lnTo>
                  <a:pt x="1162050" y="838200"/>
                </a:lnTo>
                <a:lnTo>
                  <a:pt x="1171575" y="828675"/>
                </a:lnTo>
                <a:lnTo>
                  <a:pt x="1209675" y="828675"/>
                </a:lnTo>
                <a:lnTo>
                  <a:pt x="1219200" y="819150"/>
                </a:lnTo>
                <a:lnTo>
                  <a:pt x="1352550" y="819150"/>
                </a:lnTo>
                <a:lnTo>
                  <a:pt x="1371600" y="838200"/>
                </a:lnTo>
                <a:lnTo>
                  <a:pt x="1371600" y="857250"/>
                </a:lnTo>
                <a:lnTo>
                  <a:pt x="1362075" y="866775"/>
                </a:lnTo>
                <a:lnTo>
                  <a:pt x="1362075" y="876300"/>
                </a:lnTo>
                <a:lnTo>
                  <a:pt x="1343025" y="895350"/>
                </a:lnTo>
                <a:lnTo>
                  <a:pt x="1343025" y="904875"/>
                </a:lnTo>
                <a:lnTo>
                  <a:pt x="1333500" y="914400"/>
                </a:lnTo>
                <a:lnTo>
                  <a:pt x="1333500" y="923925"/>
                </a:lnTo>
                <a:lnTo>
                  <a:pt x="1323975" y="933450"/>
                </a:lnTo>
                <a:lnTo>
                  <a:pt x="1323975" y="942975"/>
                </a:lnTo>
                <a:lnTo>
                  <a:pt x="1314450" y="952500"/>
                </a:lnTo>
                <a:lnTo>
                  <a:pt x="1314450" y="971550"/>
                </a:lnTo>
                <a:lnTo>
                  <a:pt x="1304925" y="981075"/>
                </a:lnTo>
                <a:lnTo>
                  <a:pt x="1304925" y="1009650"/>
                </a:lnTo>
                <a:lnTo>
                  <a:pt x="1295400" y="1019175"/>
                </a:lnTo>
                <a:lnTo>
                  <a:pt x="1295400" y="1038225"/>
                </a:lnTo>
                <a:lnTo>
                  <a:pt x="1285875" y="1047750"/>
                </a:lnTo>
                <a:lnTo>
                  <a:pt x="1285875" y="1057275"/>
                </a:lnTo>
                <a:lnTo>
                  <a:pt x="1266825" y="1076325"/>
                </a:lnTo>
                <a:lnTo>
                  <a:pt x="1266825" y="1085850"/>
                </a:lnTo>
                <a:lnTo>
                  <a:pt x="1228725" y="1123950"/>
                </a:lnTo>
                <a:lnTo>
                  <a:pt x="1228725" y="1133475"/>
                </a:lnTo>
                <a:lnTo>
                  <a:pt x="1219200" y="1143000"/>
                </a:lnTo>
                <a:lnTo>
                  <a:pt x="1219200" y="1152525"/>
                </a:lnTo>
                <a:lnTo>
                  <a:pt x="1209675" y="1162050"/>
                </a:lnTo>
                <a:lnTo>
                  <a:pt x="1209675" y="1171575"/>
                </a:lnTo>
                <a:lnTo>
                  <a:pt x="1200150" y="1181100"/>
                </a:lnTo>
                <a:lnTo>
                  <a:pt x="1200150" y="1219200"/>
                </a:lnTo>
                <a:lnTo>
                  <a:pt x="1190625" y="1228725"/>
                </a:lnTo>
                <a:lnTo>
                  <a:pt x="1190625" y="1247775"/>
                </a:lnTo>
                <a:lnTo>
                  <a:pt x="1200150" y="1257300"/>
                </a:lnTo>
                <a:lnTo>
                  <a:pt x="1200150" y="1276350"/>
                </a:lnTo>
                <a:lnTo>
                  <a:pt x="1209675" y="1285875"/>
                </a:lnTo>
                <a:lnTo>
                  <a:pt x="1219200" y="1285875"/>
                </a:lnTo>
                <a:lnTo>
                  <a:pt x="1228725" y="1295400"/>
                </a:lnTo>
                <a:lnTo>
                  <a:pt x="1266825" y="1295400"/>
                </a:lnTo>
                <a:lnTo>
                  <a:pt x="1276350" y="1285875"/>
                </a:lnTo>
                <a:lnTo>
                  <a:pt x="1285875" y="1285875"/>
                </a:lnTo>
                <a:lnTo>
                  <a:pt x="1314450" y="1257300"/>
                </a:lnTo>
                <a:lnTo>
                  <a:pt x="1314450" y="1247775"/>
                </a:lnTo>
                <a:lnTo>
                  <a:pt x="1352550" y="1209675"/>
                </a:lnTo>
                <a:lnTo>
                  <a:pt x="1390650" y="1209675"/>
                </a:lnTo>
                <a:lnTo>
                  <a:pt x="1428750" y="1247775"/>
                </a:lnTo>
                <a:lnTo>
                  <a:pt x="1428750" y="1257300"/>
                </a:lnTo>
                <a:lnTo>
                  <a:pt x="1438275" y="1266825"/>
                </a:lnTo>
                <a:lnTo>
                  <a:pt x="1438275" y="1276350"/>
                </a:lnTo>
                <a:lnTo>
                  <a:pt x="1447800" y="1285875"/>
                </a:lnTo>
                <a:lnTo>
                  <a:pt x="1447800" y="1295400"/>
                </a:lnTo>
                <a:lnTo>
                  <a:pt x="1457325" y="1304925"/>
                </a:lnTo>
                <a:lnTo>
                  <a:pt x="1457325" y="1314450"/>
                </a:lnTo>
                <a:lnTo>
                  <a:pt x="1466850" y="1323975"/>
                </a:lnTo>
                <a:lnTo>
                  <a:pt x="1466850" y="1333500"/>
                </a:lnTo>
                <a:lnTo>
                  <a:pt x="1485900" y="1352550"/>
                </a:lnTo>
                <a:lnTo>
                  <a:pt x="1485900" y="1362075"/>
                </a:lnTo>
                <a:lnTo>
                  <a:pt x="1495425" y="1371600"/>
                </a:lnTo>
                <a:lnTo>
                  <a:pt x="1504950" y="1371600"/>
                </a:lnTo>
                <a:lnTo>
                  <a:pt x="1524000" y="1390650"/>
                </a:lnTo>
                <a:lnTo>
                  <a:pt x="1562100" y="1390650"/>
                </a:lnTo>
                <a:lnTo>
                  <a:pt x="1571625" y="1381125"/>
                </a:lnTo>
                <a:lnTo>
                  <a:pt x="1581150" y="1381125"/>
                </a:lnTo>
                <a:lnTo>
                  <a:pt x="1590675" y="1371600"/>
                </a:lnTo>
                <a:lnTo>
                  <a:pt x="1600200" y="1371600"/>
                </a:lnTo>
                <a:lnTo>
                  <a:pt x="1619250" y="1352550"/>
                </a:lnTo>
                <a:lnTo>
                  <a:pt x="1628775" y="1352550"/>
                </a:lnTo>
                <a:lnTo>
                  <a:pt x="1638300" y="1343025"/>
                </a:lnTo>
                <a:lnTo>
                  <a:pt x="1685925" y="1343025"/>
                </a:lnTo>
                <a:lnTo>
                  <a:pt x="1695450" y="1352550"/>
                </a:lnTo>
                <a:lnTo>
                  <a:pt x="1704975" y="1352550"/>
                </a:lnTo>
                <a:lnTo>
                  <a:pt x="1714500" y="1362075"/>
                </a:lnTo>
                <a:lnTo>
                  <a:pt x="1724025" y="1362075"/>
                </a:lnTo>
                <a:lnTo>
                  <a:pt x="1733550" y="1371600"/>
                </a:lnTo>
                <a:lnTo>
                  <a:pt x="1743075" y="1371600"/>
                </a:lnTo>
                <a:lnTo>
                  <a:pt x="1752600" y="1381125"/>
                </a:lnTo>
                <a:lnTo>
                  <a:pt x="1828800" y="1381125"/>
                </a:lnTo>
                <a:lnTo>
                  <a:pt x="1838325" y="1371600"/>
                </a:lnTo>
                <a:lnTo>
                  <a:pt x="1847850" y="1371600"/>
                </a:lnTo>
                <a:lnTo>
                  <a:pt x="1857375" y="1362075"/>
                </a:lnTo>
                <a:lnTo>
                  <a:pt x="1866900" y="1362075"/>
                </a:lnTo>
                <a:lnTo>
                  <a:pt x="1876425" y="1352550"/>
                </a:lnTo>
                <a:lnTo>
                  <a:pt x="1876425" y="1343025"/>
                </a:lnTo>
                <a:lnTo>
                  <a:pt x="1885950" y="1333500"/>
                </a:lnTo>
                <a:lnTo>
                  <a:pt x="1885950" y="1323975"/>
                </a:lnTo>
                <a:lnTo>
                  <a:pt x="1895475" y="1314450"/>
                </a:lnTo>
                <a:lnTo>
                  <a:pt x="1895475" y="1295400"/>
                </a:lnTo>
                <a:lnTo>
                  <a:pt x="1905000" y="1285875"/>
                </a:lnTo>
                <a:lnTo>
                  <a:pt x="1905000" y="1247775"/>
                </a:lnTo>
                <a:lnTo>
                  <a:pt x="1914525" y="1238250"/>
                </a:lnTo>
                <a:lnTo>
                  <a:pt x="1914525" y="1200150"/>
                </a:lnTo>
                <a:lnTo>
                  <a:pt x="1924050" y="1190625"/>
                </a:lnTo>
                <a:lnTo>
                  <a:pt x="1924050" y="1171575"/>
                </a:lnTo>
                <a:lnTo>
                  <a:pt x="1933575" y="1162050"/>
                </a:lnTo>
                <a:lnTo>
                  <a:pt x="1933575" y="1152525"/>
                </a:lnTo>
                <a:lnTo>
                  <a:pt x="1971675" y="1114425"/>
                </a:lnTo>
                <a:lnTo>
                  <a:pt x="1990725" y="1114425"/>
                </a:lnTo>
                <a:lnTo>
                  <a:pt x="2000250" y="1104900"/>
                </a:lnTo>
                <a:lnTo>
                  <a:pt x="2009775" y="1104900"/>
                </a:lnTo>
                <a:lnTo>
                  <a:pt x="2028825" y="1085850"/>
                </a:lnTo>
                <a:lnTo>
                  <a:pt x="2028825" y="1076325"/>
                </a:lnTo>
                <a:lnTo>
                  <a:pt x="2038350" y="1066800"/>
                </a:lnTo>
                <a:lnTo>
                  <a:pt x="2038350" y="1047750"/>
                </a:lnTo>
                <a:lnTo>
                  <a:pt x="2047875" y="1038225"/>
                </a:lnTo>
                <a:lnTo>
                  <a:pt x="2047875" y="1019175"/>
                </a:lnTo>
                <a:lnTo>
                  <a:pt x="2057400" y="1009650"/>
                </a:lnTo>
                <a:lnTo>
                  <a:pt x="2057400" y="1000125"/>
                </a:lnTo>
                <a:lnTo>
                  <a:pt x="2095500" y="962025"/>
                </a:lnTo>
                <a:lnTo>
                  <a:pt x="2105025" y="962025"/>
                </a:lnTo>
                <a:lnTo>
                  <a:pt x="2114550" y="952500"/>
                </a:lnTo>
                <a:lnTo>
                  <a:pt x="2133600" y="952500"/>
                </a:lnTo>
                <a:lnTo>
                  <a:pt x="2143125" y="942975"/>
                </a:lnTo>
                <a:lnTo>
                  <a:pt x="2219325" y="942975"/>
                </a:lnTo>
                <a:lnTo>
                  <a:pt x="2228850" y="952500"/>
                </a:lnTo>
                <a:lnTo>
                  <a:pt x="2247900" y="952500"/>
                </a:lnTo>
                <a:lnTo>
                  <a:pt x="2257425" y="962025"/>
                </a:lnTo>
                <a:lnTo>
                  <a:pt x="2286000" y="962025"/>
                </a:lnTo>
                <a:lnTo>
                  <a:pt x="2295525" y="971550"/>
                </a:lnTo>
                <a:lnTo>
                  <a:pt x="2324100" y="971550"/>
                </a:lnTo>
                <a:lnTo>
                  <a:pt x="2333625" y="981075"/>
                </a:lnTo>
                <a:lnTo>
                  <a:pt x="2352675" y="981075"/>
                </a:lnTo>
                <a:lnTo>
                  <a:pt x="2362200" y="990600"/>
                </a:lnTo>
                <a:lnTo>
                  <a:pt x="2371725" y="990600"/>
                </a:lnTo>
                <a:lnTo>
                  <a:pt x="2419350" y="1038225"/>
                </a:lnTo>
                <a:lnTo>
                  <a:pt x="2419350" y="1066800"/>
                </a:lnTo>
                <a:lnTo>
                  <a:pt x="2409825" y="1076325"/>
                </a:lnTo>
                <a:lnTo>
                  <a:pt x="2409825" y="1104900"/>
                </a:lnTo>
                <a:lnTo>
                  <a:pt x="2400300" y="1114425"/>
                </a:lnTo>
                <a:lnTo>
                  <a:pt x="2400300" y="1123950"/>
                </a:lnTo>
                <a:lnTo>
                  <a:pt x="2390775" y="1133475"/>
                </a:lnTo>
                <a:lnTo>
                  <a:pt x="2390775" y="1143000"/>
                </a:lnTo>
                <a:lnTo>
                  <a:pt x="2381250" y="1152525"/>
                </a:lnTo>
                <a:lnTo>
                  <a:pt x="2381250" y="1162050"/>
                </a:lnTo>
                <a:lnTo>
                  <a:pt x="2371725" y="1171575"/>
                </a:lnTo>
                <a:lnTo>
                  <a:pt x="2371725" y="1181100"/>
                </a:lnTo>
                <a:lnTo>
                  <a:pt x="2324100" y="1228725"/>
                </a:lnTo>
                <a:lnTo>
                  <a:pt x="2266950" y="1228725"/>
                </a:lnTo>
                <a:lnTo>
                  <a:pt x="2257425" y="1219200"/>
                </a:lnTo>
                <a:lnTo>
                  <a:pt x="2219325" y="1219200"/>
                </a:lnTo>
                <a:lnTo>
                  <a:pt x="2209800" y="1209675"/>
                </a:lnTo>
                <a:lnTo>
                  <a:pt x="2200275" y="1209675"/>
                </a:lnTo>
                <a:lnTo>
                  <a:pt x="2190750" y="1219200"/>
                </a:lnTo>
                <a:lnTo>
                  <a:pt x="2162175" y="1219200"/>
                </a:lnTo>
                <a:lnTo>
                  <a:pt x="2133600" y="1247775"/>
                </a:lnTo>
                <a:lnTo>
                  <a:pt x="2133600" y="1314450"/>
                </a:lnTo>
                <a:lnTo>
                  <a:pt x="2143125" y="1323975"/>
                </a:lnTo>
                <a:lnTo>
                  <a:pt x="2143125" y="1343025"/>
                </a:lnTo>
                <a:lnTo>
                  <a:pt x="2152650" y="1352550"/>
                </a:lnTo>
                <a:lnTo>
                  <a:pt x="2152650" y="1362075"/>
                </a:lnTo>
                <a:lnTo>
                  <a:pt x="2162175" y="1371600"/>
                </a:lnTo>
                <a:lnTo>
                  <a:pt x="2162175" y="1381125"/>
                </a:lnTo>
                <a:lnTo>
                  <a:pt x="2171700" y="1390650"/>
                </a:lnTo>
                <a:lnTo>
                  <a:pt x="2171700" y="1447800"/>
                </a:lnTo>
                <a:lnTo>
                  <a:pt x="2162175" y="1457325"/>
                </a:lnTo>
                <a:lnTo>
                  <a:pt x="2162175" y="1571625"/>
                </a:lnTo>
                <a:lnTo>
                  <a:pt x="2171700" y="1581150"/>
                </a:lnTo>
                <a:lnTo>
                  <a:pt x="2171700" y="1590675"/>
                </a:lnTo>
                <a:lnTo>
                  <a:pt x="2181225" y="1600200"/>
                </a:lnTo>
                <a:lnTo>
                  <a:pt x="2181225" y="1619250"/>
                </a:lnTo>
                <a:lnTo>
                  <a:pt x="2190750" y="1628775"/>
                </a:lnTo>
                <a:lnTo>
                  <a:pt x="2190750" y="1657350"/>
                </a:lnTo>
                <a:lnTo>
                  <a:pt x="2181225" y="1666875"/>
                </a:lnTo>
                <a:lnTo>
                  <a:pt x="2181225" y="1676400"/>
                </a:lnTo>
                <a:lnTo>
                  <a:pt x="2152650" y="1704975"/>
                </a:lnTo>
                <a:lnTo>
                  <a:pt x="2152650" y="1714500"/>
                </a:lnTo>
                <a:lnTo>
                  <a:pt x="2133600" y="1733550"/>
                </a:lnTo>
                <a:lnTo>
                  <a:pt x="2133600" y="1743075"/>
                </a:lnTo>
                <a:lnTo>
                  <a:pt x="2124075" y="1752600"/>
                </a:lnTo>
                <a:lnTo>
                  <a:pt x="2124075" y="1819275"/>
                </a:lnTo>
                <a:lnTo>
                  <a:pt x="2133600" y="1828800"/>
                </a:lnTo>
                <a:lnTo>
                  <a:pt x="2133600" y="1838325"/>
                </a:lnTo>
                <a:lnTo>
                  <a:pt x="2143125" y="1847850"/>
                </a:lnTo>
                <a:lnTo>
                  <a:pt x="2143125" y="1857375"/>
                </a:lnTo>
                <a:lnTo>
                  <a:pt x="2162175" y="1876425"/>
                </a:lnTo>
                <a:lnTo>
                  <a:pt x="2171700" y="1876425"/>
                </a:lnTo>
                <a:lnTo>
                  <a:pt x="2190750" y="1895475"/>
                </a:lnTo>
                <a:lnTo>
                  <a:pt x="2200275" y="1895475"/>
                </a:lnTo>
                <a:lnTo>
                  <a:pt x="2209800" y="1905000"/>
                </a:lnTo>
                <a:lnTo>
                  <a:pt x="2219325" y="1905000"/>
                </a:lnTo>
                <a:lnTo>
                  <a:pt x="2228850" y="1914525"/>
                </a:lnTo>
                <a:lnTo>
                  <a:pt x="2238375" y="1914525"/>
                </a:lnTo>
                <a:lnTo>
                  <a:pt x="2247900" y="1924050"/>
                </a:lnTo>
                <a:lnTo>
                  <a:pt x="2257425" y="1924050"/>
                </a:lnTo>
                <a:lnTo>
                  <a:pt x="2266950" y="1933575"/>
                </a:lnTo>
                <a:lnTo>
                  <a:pt x="2276475" y="1933575"/>
                </a:lnTo>
                <a:lnTo>
                  <a:pt x="2286000" y="1943100"/>
                </a:lnTo>
                <a:lnTo>
                  <a:pt x="2333625" y="1943100"/>
                </a:lnTo>
                <a:lnTo>
                  <a:pt x="2362200" y="1914525"/>
                </a:lnTo>
                <a:lnTo>
                  <a:pt x="2362200" y="1895475"/>
                </a:lnTo>
                <a:lnTo>
                  <a:pt x="2371725" y="1885950"/>
                </a:lnTo>
                <a:lnTo>
                  <a:pt x="2371725" y="1838325"/>
                </a:lnTo>
                <a:lnTo>
                  <a:pt x="2381250" y="1828800"/>
                </a:lnTo>
                <a:lnTo>
                  <a:pt x="2381250" y="1809750"/>
                </a:lnTo>
                <a:lnTo>
                  <a:pt x="2428875" y="1762125"/>
                </a:lnTo>
                <a:lnTo>
                  <a:pt x="2476500" y="1762125"/>
                </a:lnTo>
                <a:lnTo>
                  <a:pt x="2495550" y="1781175"/>
                </a:lnTo>
                <a:lnTo>
                  <a:pt x="2505075" y="1781175"/>
                </a:lnTo>
                <a:lnTo>
                  <a:pt x="2543175" y="1819275"/>
                </a:lnTo>
                <a:lnTo>
                  <a:pt x="2543175" y="1828800"/>
                </a:lnTo>
                <a:lnTo>
                  <a:pt x="2609850" y="1895475"/>
                </a:lnTo>
                <a:lnTo>
                  <a:pt x="2619375" y="1895475"/>
                </a:lnTo>
                <a:lnTo>
                  <a:pt x="2628900" y="1905000"/>
                </a:lnTo>
                <a:lnTo>
                  <a:pt x="2657475" y="1905000"/>
                </a:lnTo>
                <a:lnTo>
                  <a:pt x="2667000" y="1914525"/>
                </a:lnTo>
                <a:lnTo>
                  <a:pt x="2857500" y="1914525"/>
                </a:lnTo>
                <a:lnTo>
                  <a:pt x="2886075" y="1943100"/>
                </a:lnTo>
                <a:lnTo>
                  <a:pt x="2895600" y="1943100"/>
                </a:lnTo>
                <a:lnTo>
                  <a:pt x="2905125" y="1952625"/>
                </a:lnTo>
                <a:lnTo>
                  <a:pt x="2924175" y="1952625"/>
                </a:lnTo>
                <a:lnTo>
                  <a:pt x="2933700" y="1962150"/>
                </a:lnTo>
                <a:lnTo>
                  <a:pt x="2962275" y="1962150"/>
                </a:lnTo>
                <a:lnTo>
                  <a:pt x="2971800" y="1971675"/>
                </a:lnTo>
                <a:lnTo>
                  <a:pt x="3076575" y="1971675"/>
                </a:lnTo>
                <a:lnTo>
                  <a:pt x="3086100" y="1981200"/>
                </a:lnTo>
                <a:lnTo>
                  <a:pt x="3105150" y="1981200"/>
                </a:lnTo>
                <a:lnTo>
                  <a:pt x="3143250" y="2019300"/>
                </a:lnTo>
                <a:lnTo>
                  <a:pt x="3143250" y="2028825"/>
                </a:lnTo>
                <a:lnTo>
                  <a:pt x="3152775" y="2038350"/>
                </a:lnTo>
                <a:lnTo>
                  <a:pt x="3152775" y="2057400"/>
                </a:lnTo>
                <a:lnTo>
                  <a:pt x="3162300" y="2066925"/>
                </a:lnTo>
                <a:lnTo>
                  <a:pt x="3162300" y="2105025"/>
                </a:lnTo>
                <a:lnTo>
                  <a:pt x="3171825" y="2114550"/>
                </a:lnTo>
                <a:lnTo>
                  <a:pt x="3171825" y="2219325"/>
                </a:lnTo>
                <a:lnTo>
                  <a:pt x="3133725" y="2257425"/>
                </a:lnTo>
                <a:lnTo>
                  <a:pt x="3124200" y="2257425"/>
                </a:lnTo>
                <a:lnTo>
                  <a:pt x="3114675" y="2266950"/>
                </a:lnTo>
                <a:lnTo>
                  <a:pt x="3105150" y="2266950"/>
                </a:lnTo>
                <a:lnTo>
                  <a:pt x="3095625" y="2276475"/>
                </a:lnTo>
                <a:lnTo>
                  <a:pt x="3076575" y="2276475"/>
                </a:lnTo>
                <a:lnTo>
                  <a:pt x="3048000" y="2305050"/>
                </a:lnTo>
                <a:lnTo>
                  <a:pt x="3038475" y="2305050"/>
                </a:lnTo>
                <a:lnTo>
                  <a:pt x="3009900" y="2333625"/>
                </a:lnTo>
                <a:lnTo>
                  <a:pt x="3000375" y="2333625"/>
                </a:lnTo>
                <a:lnTo>
                  <a:pt x="2990850" y="2343150"/>
                </a:lnTo>
                <a:lnTo>
                  <a:pt x="2971800" y="2343150"/>
                </a:lnTo>
                <a:lnTo>
                  <a:pt x="2962275" y="2333625"/>
                </a:lnTo>
                <a:lnTo>
                  <a:pt x="2933700" y="2333625"/>
                </a:lnTo>
                <a:lnTo>
                  <a:pt x="2924175" y="2324100"/>
                </a:lnTo>
                <a:lnTo>
                  <a:pt x="2876550" y="2324100"/>
                </a:lnTo>
                <a:lnTo>
                  <a:pt x="2867025" y="2314575"/>
                </a:lnTo>
                <a:lnTo>
                  <a:pt x="2828925" y="2314575"/>
                </a:lnTo>
                <a:lnTo>
                  <a:pt x="2819400" y="2324100"/>
                </a:lnTo>
                <a:lnTo>
                  <a:pt x="2743200" y="2324100"/>
                </a:lnTo>
                <a:lnTo>
                  <a:pt x="2733675" y="2333625"/>
                </a:lnTo>
                <a:lnTo>
                  <a:pt x="2714625" y="2333625"/>
                </a:lnTo>
                <a:lnTo>
                  <a:pt x="2705100" y="2343150"/>
                </a:lnTo>
                <a:lnTo>
                  <a:pt x="2695575" y="2343150"/>
                </a:lnTo>
                <a:lnTo>
                  <a:pt x="2686050" y="2352675"/>
                </a:lnTo>
                <a:lnTo>
                  <a:pt x="2676525" y="2352675"/>
                </a:lnTo>
                <a:lnTo>
                  <a:pt x="2628900" y="2400300"/>
                </a:lnTo>
                <a:lnTo>
                  <a:pt x="2628900" y="2409825"/>
                </a:lnTo>
                <a:lnTo>
                  <a:pt x="2619375" y="2419350"/>
                </a:lnTo>
                <a:lnTo>
                  <a:pt x="2619375" y="2428875"/>
                </a:lnTo>
                <a:lnTo>
                  <a:pt x="2609850" y="2438400"/>
                </a:lnTo>
                <a:lnTo>
                  <a:pt x="2609850" y="2514600"/>
                </a:lnTo>
                <a:lnTo>
                  <a:pt x="2619375" y="2524125"/>
                </a:lnTo>
                <a:lnTo>
                  <a:pt x="2619375" y="2533650"/>
                </a:lnTo>
                <a:lnTo>
                  <a:pt x="2628900" y="2543175"/>
                </a:lnTo>
                <a:lnTo>
                  <a:pt x="2628900" y="2552700"/>
                </a:lnTo>
                <a:lnTo>
                  <a:pt x="2686050" y="2609850"/>
                </a:lnTo>
                <a:lnTo>
                  <a:pt x="2695575" y="2609850"/>
                </a:lnTo>
                <a:lnTo>
                  <a:pt x="2733675" y="2647950"/>
                </a:lnTo>
                <a:lnTo>
                  <a:pt x="2733675" y="2657475"/>
                </a:lnTo>
                <a:lnTo>
                  <a:pt x="2743200" y="2667000"/>
                </a:lnTo>
                <a:lnTo>
                  <a:pt x="2743200" y="2705100"/>
                </a:lnTo>
                <a:lnTo>
                  <a:pt x="2752725" y="2714625"/>
                </a:lnTo>
                <a:lnTo>
                  <a:pt x="2752725" y="2743200"/>
                </a:lnTo>
                <a:lnTo>
                  <a:pt x="2762250" y="2752725"/>
                </a:lnTo>
                <a:lnTo>
                  <a:pt x="2762250" y="2771775"/>
                </a:lnTo>
                <a:lnTo>
                  <a:pt x="2771775" y="2781300"/>
                </a:lnTo>
                <a:lnTo>
                  <a:pt x="2771775" y="2790825"/>
                </a:lnTo>
                <a:lnTo>
                  <a:pt x="2838450" y="2857500"/>
                </a:lnTo>
                <a:lnTo>
                  <a:pt x="2847975" y="2857500"/>
                </a:lnTo>
                <a:lnTo>
                  <a:pt x="2876550" y="2886075"/>
                </a:lnTo>
                <a:lnTo>
                  <a:pt x="2876550" y="2895600"/>
                </a:lnTo>
                <a:lnTo>
                  <a:pt x="2886075" y="2905125"/>
                </a:lnTo>
                <a:lnTo>
                  <a:pt x="2886075" y="2924175"/>
                </a:lnTo>
                <a:lnTo>
                  <a:pt x="2895600" y="2933700"/>
                </a:lnTo>
                <a:lnTo>
                  <a:pt x="2895600" y="2990850"/>
                </a:lnTo>
                <a:lnTo>
                  <a:pt x="2905125" y="3000375"/>
                </a:lnTo>
                <a:lnTo>
                  <a:pt x="2905125" y="3019425"/>
                </a:lnTo>
                <a:lnTo>
                  <a:pt x="2924175" y="3038475"/>
                </a:lnTo>
                <a:lnTo>
                  <a:pt x="2924175" y="3048000"/>
                </a:lnTo>
                <a:lnTo>
                  <a:pt x="2933700" y="3057525"/>
                </a:lnTo>
                <a:lnTo>
                  <a:pt x="2933700" y="3067050"/>
                </a:lnTo>
                <a:lnTo>
                  <a:pt x="2952750" y="3086100"/>
                </a:lnTo>
                <a:lnTo>
                  <a:pt x="2952750" y="3124200"/>
                </a:lnTo>
                <a:lnTo>
                  <a:pt x="2943225" y="3133725"/>
                </a:lnTo>
                <a:lnTo>
                  <a:pt x="2933700" y="3133725"/>
                </a:lnTo>
                <a:lnTo>
                  <a:pt x="2924175" y="3143250"/>
                </a:lnTo>
                <a:lnTo>
                  <a:pt x="2886075" y="3143250"/>
                </a:lnTo>
                <a:lnTo>
                  <a:pt x="2876550" y="3133725"/>
                </a:lnTo>
                <a:lnTo>
                  <a:pt x="2867025" y="3133725"/>
                </a:lnTo>
                <a:lnTo>
                  <a:pt x="2857500" y="3124200"/>
                </a:lnTo>
                <a:lnTo>
                  <a:pt x="2857500" y="3114675"/>
                </a:lnTo>
                <a:lnTo>
                  <a:pt x="2847975" y="3105150"/>
                </a:lnTo>
                <a:lnTo>
                  <a:pt x="2847975" y="3095625"/>
                </a:lnTo>
                <a:lnTo>
                  <a:pt x="2838450" y="3086100"/>
                </a:lnTo>
                <a:lnTo>
                  <a:pt x="2838450" y="3076575"/>
                </a:lnTo>
                <a:lnTo>
                  <a:pt x="2828925" y="3067050"/>
                </a:lnTo>
                <a:lnTo>
                  <a:pt x="2828925" y="3057525"/>
                </a:lnTo>
                <a:lnTo>
                  <a:pt x="2819400" y="3048000"/>
                </a:lnTo>
                <a:lnTo>
                  <a:pt x="2819400" y="3038475"/>
                </a:lnTo>
                <a:lnTo>
                  <a:pt x="2809875" y="3028950"/>
                </a:lnTo>
                <a:lnTo>
                  <a:pt x="2800350" y="3028950"/>
                </a:lnTo>
                <a:lnTo>
                  <a:pt x="2790825" y="3019425"/>
                </a:lnTo>
                <a:lnTo>
                  <a:pt x="2781300" y="3019425"/>
                </a:lnTo>
                <a:lnTo>
                  <a:pt x="2771775" y="3009900"/>
                </a:lnTo>
                <a:lnTo>
                  <a:pt x="2752725" y="3009900"/>
                </a:lnTo>
                <a:lnTo>
                  <a:pt x="2743200" y="3000375"/>
                </a:lnTo>
                <a:lnTo>
                  <a:pt x="2705100" y="3000375"/>
                </a:lnTo>
                <a:lnTo>
                  <a:pt x="2695575" y="2990850"/>
                </a:lnTo>
                <a:lnTo>
                  <a:pt x="2571750" y="2990850"/>
                </a:lnTo>
                <a:lnTo>
                  <a:pt x="2562225" y="3000375"/>
                </a:lnTo>
                <a:lnTo>
                  <a:pt x="2543175" y="3000375"/>
                </a:lnTo>
                <a:lnTo>
                  <a:pt x="2533650" y="3009900"/>
                </a:lnTo>
                <a:lnTo>
                  <a:pt x="2514600" y="3009900"/>
                </a:lnTo>
                <a:lnTo>
                  <a:pt x="2505075" y="3019425"/>
                </a:lnTo>
                <a:lnTo>
                  <a:pt x="2476500" y="3019425"/>
                </a:lnTo>
                <a:lnTo>
                  <a:pt x="2466975" y="3028950"/>
                </a:lnTo>
                <a:lnTo>
                  <a:pt x="2343150" y="3028950"/>
                </a:lnTo>
                <a:lnTo>
                  <a:pt x="2333625" y="3038475"/>
                </a:lnTo>
                <a:lnTo>
                  <a:pt x="2286000" y="3038475"/>
                </a:lnTo>
                <a:lnTo>
                  <a:pt x="2276475" y="3048000"/>
                </a:lnTo>
                <a:lnTo>
                  <a:pt x="2247900" y="3048000"/>
                </a:lnTo>
                <a:lnTo>
                  <a:pt x="2238375" y="3057525"/>
                </a:lnTo>
                <a:lnTo>
                  <a:pt x="2209800" y="3057525"/>
                </a:lnTo>
                <a:lnTo>
                  <a:pt x="2200275" y="3067050"/>
                </a:lnTo>
                <a:lnTo>
                  <a:pt x="2124075" y="3067050"/>
                </a:lnTo>
                <a:lnTo>
                  <a:pt x="2105025" y="3048000"/>
                </a:lnTo>
                <a:lnTo>
                  <a:pt x="2105025" y="3028950"/>
                </a:lnTo>
                <a:lnTo>
                  <a:pt x="2095500" y="3019425"/>
                </a:lnTo>
                <a:lnTo>
                  <a:pt x="2095500" y="2971800"/>
                </a:lnTo>
                <a:lnTo>
                  <a:pt x="2085975" y="2962275"/>
                </a:lnTo>
                <a:lnTo>
                  <a:pt x="2085975" y="2943225"/>
                </a:lnTo>
                <a:lnTo>
                  <a:pt x="2066925" y="2924175"/>
                </a:lnTo>
                <a:lnTo>
                  <a:pt x="2047875" y="2924175"/>
                </a:lnTo>
                <a:lnTo>
                  <a:pt x="2019300" y="2952750"/>
                </a:lnTo>
                <a:lnTo>
                  <a:pt x="2019300" y="2971800"/>
                </a:lnTo>
                <a:lnTo>
                  <a:pt x="2009775" y="2981325"/>
                </a:lnTo>
                <a:lnTo>
                  <a:pt x="2009775" y="3019425"/>
                </a:lnTo>
                <a:lnTo>
                  <a:pt x="2019300" y="3028950"/>
                </a:lnTo>
                <a:lnTo>
                  <a:pt x="2019300" y="3038475"/>
                </a:lnTo>
                <a:lnTo>
                  <a:pt x="2028825" y="3048000"/>
                </a:lnTo>
                <a:lnTo>
                  <a:pt x="2038350" y="3048000"/>
                </a:lnTo>
                <a:lnTo>
                  <a:pt x="2047875" y="3057525"/>
                </a:lnTo>
                <a:lnTo>
                  <a:pt x="2057400" y="3057525"/>
                </a:lnTo>
                <a:lnTo>
                  <a:pt x="2085975" y="3086100"/>
                </a:lnTo>
                <a:lnTo>
                  <a:pt x="2085975" y="3095625"/>
                </a:lnTo>
                <a:lnTo>
                  <a:pt x="2047875" y="3133725"/>
                </a:lnTo>
                <a:lnTo>
                  <a:pt x="2038350" y="3133725"/>
                </a:lnTo>
                <a:lnTo>
                  <a:pt x="2028825" y="3143250"/>
                </a:lnTo>
                <a:lnTo>
                  <a:pt x="2019300" y="3143250"/>
                </a:lnTo>
                <a:lnTo>
                  <a:pt x="2000250" y="3162300"/>
                </a:lnTo>
                <a:lnTo>
                  <a:pt x="1990725" y="3162300"/>
                </a:lnTo>
                <a:lnTo>
                  <a:pt x="1990725" y="3171825"/>
                </a:lnTo>
                <a:lnTo>
                  <a:pt x="1981200" y="3181350"/>
                </a:lnTo>
                <a:lnTo>
                  <a:pt x="1981200" y="3190875"/>
                </a:lnTo>
                <a:lnTo>
                  <a:pt x="1971675" y="3200400"/>
                </a:lnTo>
                <a:lnTo>
                  <a:pt x="1971675" y="3238500"/>
                </a:lnTo>
                <a:lnTo>
                  <a:pt x="1962150" y="3248025"/>
                </a:lnTo>
                <a:lnTo>
                  <a:pt x="1962150" y="3333750"/>
                </a:lnTo>
                <a:lnTo>
                  <a:pt x="1971675" y="3343275"/>
                </a:lnTo>
                <a:lnTo>
                  <a:pt x="1971675" y="3362325"/>
                </a:lnTo>
                <a:lnTo>
                  <a:pt x="1981200" y="3371850"/>
                </a:lnTo>
                <a:lnTo>
                  <a:pt x="1990725" y="3371850"/>
                </a:lnTo>
                <a:lnTo>
                  <a:pt x="2000250" y="3381375"/>
                </a:lnTo>
                <a:lnTo>
                  <a:pt x="2019300" y="3381375"/>
                </a:lnTo>
                <a:lnTo>
                  <a:pt x="2057400" y="3419475"/>
                </a:lnTo>
                <a:lnTo>
                  <a:pt x="2057400" y="3476625"/>
                </a:lnTo>
                <a:lnTo>
                  <a:pt x="2047875" y="3486150"/>
                </a:lnTo>
                <a:lnTo>
                  <a:pt x="2047875" y="3495675"/>
                </a:lnTo>
                <a:lnTo>
                  <a:pt x="2038350" y="3505200"/>
                </a:lnTo>
                <a:lnTo>
                  <a:pt x="2038350" y="3533775"/>
                </a:lnTo>
                <a:lnTo>
                  <a:pt x="2047875" y="3543300"/>
                </a:lnTo>
                <a:lnTo>
                  <a:pt x="2047875" y="3552825"/>
                </a:lnTo>
                <a:lnTo>
                  <a:pt x="2057400" y="3562350"/>
                </a:lnTo>
                <a:lnTo>
                  <a:pt x="2057400" y="3571875"/>
                </a:lnTo>
                <a:lnTo>
                  <a:pt x="2085975" y="3600450"/>
                </a:lnTo>
                <a:lnTo>
                  <a:pt x="2085975" y="3609975"/>
                </a:lnTo>
                <a:lnTo>
                  <a:pt x="2105025" y="3629025"/>
                </a:lnTo>
                <a:lnTo>
                  <a:pt x="2105025" y="3657600"/>
                </a:lnTo>
                <a:lnTo>
                  <a:pt x="2114550" y="3667125"/>
                </a:lnTo>
                <a:lnTo>
                  <a:pt x="2105025" y="3676650"/>
                </a:lnTo>
                <a:lnTo>
                  <a:pt x="2105025" y="3705225"/>
                </a:lnTo>
                <a:lnTo>
                  <a:pt x="2095500" y="3714750"/>
                </a:lnTo>
                <a:lnTo>
                  <a:pt x="2095500" y="3724275"/>
                </a:lnTo>
                <a:lnTo>
                  <a:pt x="2085975" y="3733800"/>
                </a:lnTo>
                <a:lnTo>
                  <a:pt x="2085975" y="3743325"/>
                </a:lnTo>
                <a:lnTo>
                  <a:pt x="2057400" y="3771900"/>
                </a:lnTo>
                <a:lnTo>
                  <a:pt x="2038350" y="3771900"/>
                </a:lnTo>
                <a:lnTo>
                  <a:pt x="2028825" y="3762375"/>
                </a:lnTo>
                <a:lnTo>
                  <a:pt x="2019300" y="3762375"/>
                </a:lnTo>
                <a:lnTo>
                  <a:pt x="2000250" y="3743325"/>
                </a:lnTo>
                <a:lnTo>
                  <a:pt x="1990725" y="3743325"/>
                </a:lnTo>
                <a:lnTo>
                  <a:pt x="1981200" y="3733800"/>
                </a:lnTo>
                <a:lnTo>
                  <a:pt x="1971675" y="3733800"/>
                </a:lnTo>
                <a:lnTo>
                  <a:pt x="1933575" y="3695700"/>
                </a:lnTo>
                <a:lnTo>
                  <a:pt x="1933575" y="3686175"/>
                </a:lnTo>
                <a:lnTo>
                  <a:pt x="1924050" y="3676650"/>
                </a:lnTo>
                <a:lnTo>
                  <a:pt x="1924050" y="3667125"/>
                </a:lnTo>
                <a:lnTo>
                  <a:pt x="1914525" y="3657600"/>
                </a:lnTo>
                <a:lnTo>
                  <a:pt x="1914525" y="3629025"/>
                </a:lnTo>
                <a:lnTo>
                  <a:pt x="1905000" y="3619500"/>
                </a:lnTo>
                <a:lnTo>
                  <a:pt x="1905000" y="3419475"/>
                </a:lnTo>
                <a:lnTo>
                  <a:pt x="1895475" y="3409950"/>
                </a:lnTo>
                <a:lnTo>
                  <a:pt x="1857375" y="3409950"/>
                </a:lnTo>
                <a:lnTo>
                  <a:pt x="1847850" y="3400425"/>
                </a:lnTo>
                <a:lnTo>
                  <a:pt x="1771650" y="3400425"/>
                </a:lnTo>
                <a:lnTo>
                  <a:pt x="1762125" y="3390900"/>
                </a:lnTo>
                <a:lnTo>
                  <a:pt x="1724025" y="3390900"/>
                </a:lnTo>
                <a:lnTo>
                  <a:pt x="1714500" y="3381375"/>
                </a:lnTo>
                <a:lnTo>
                  <a:pt x="1685925" y="3381375"/>
                </a:lnTo>
                <a:lnTo>
                  <a:pt x="1676400" y="3371850"/>
                </a:lnTo>
                <a:lnTo>
                  <a:pt x="1657350" y="3371850"/>
                </a:lnTo>
                <a:lnTo>
                  <a:pt x="1647825" y="3362325"/>
                </a:lnTo>
                <a:lnTo>
                  <a:pt x="1628775" y="3362325"/>
                </a:lnTo>
                <a:lnTo>
                  <a:pt x="1619250" y="3352800"/>
                </a:lnTo>
                <a:lnTo>
                  <a:pt x="1609725" y="3352800"/>
                </a:lnTo>
                <a:lnTo>
                  <a:pt x="1600200" y="3343275"/>
                </a:lnTo>
                <a:lnTo>
                  <a:pt x="1590675" y="3343275"/>
                </a:lnTo>
                <a:lnTo>
                  <a:pt x="1581150" y="3333750"/>
                </a:lnTo>
                <a:lnTo>
                  <a:pt x="1562100" y="3333750"/>
                </a:lnTo>
                <a:lnTo>
                  <a:pt x="1552575" y="3324225"/>
                </a:lnTo>
                <a:lnTo>
                  <a:pt x="1533525" y="3324225"/>
                </a:lnTo>
                <a:lnTo>
                  <a:pt x="1524000" y="3314700"/>
                </a:lnTo>
                <a:lnTo>
                  <a:pt x="1485900" y="3314700"/>
                </a:lnTo>
                <a:lnTo>
                  <a:pt x="1476375" y="3305175"/>
                </a:lnTo>
                <a:lnTo>
                  <a:pt x="1419225" y="3305175"/>
                </a:lnTo>
                <a:lnTo>
                  <a:pt x="1409700" y="3295650"/>
                </a:lnTo>
                <a:lnTo>
                  <a:pt x="1381125" y="3295650"/>
                </a:lnTo>
                <a:lnTo>
                  <a:pt x="1371600" y="3286125"/>
                </a:lnTo>
                <a:lnTo>
                  <a:pt x="1362075" y="3286125"/>
                </a:lnTo>
                <a:lnTo>
                  <a:pt x="1352550" y="3276600"/>
                </a:lnTo>
                <a:lnTo>
                  <a:pt x="1343025" y="3276600"/>
                </a:lnTo>
                <a:lnTo>
                  <a:pt x="1323975" y="3257550"/>
                </a:lnTo>
                <a:lnTo>
                  <a:pt x="1314450" y="3257550"/>
                </a:lnTo>
                <a:lnTo>
                  <a:pt x="1304925" y="3248025"/>
                </a:lnTo>
                <a:lnTo>
                  <a:pt x="1295400" y="3248025"/>
                </a:lnTo>
                <a:lnTo>
                  <a:pt x="1285875" y="3238500"/>
                </a:lnTo>
                <a:lnTo>
                  <a:pt x="1266825" y="3238500"/>
                </a:lnTo>
                <a:lnTo>
                  <a:pt x="1257300" y="3248025"/>
                </a:lnTo>
                <a:lnTo>
                  <a:pt x="1247775" y="3248025"/>
                </a:lnTo>
                <a:lnTo>
                  <a:pt x="1228725" y="3267075"/>
                </a:lnTo>
                <a:lnTo>
                  <a:pt x="1228725" y="3276600"/>
                </a:lnTo>
                <a:lnTo>
                  <a:pt x="1219200" y="3286125"/>
                </a:lnTo>
                <a:lnTo>
                  <a:pt x="1219200" y="3295650"/>
                </a:lnTo>
                <a:lnTo>
                  <a:pt x="1200150" y="3314700"/>
                </a:lnTo>
                <a:lnTo>
                  <a:pt x="1200150" y="3324225"/>
                </a:lnTo>
                <a:lnTo>
                  <a:pt x="1190625" y="3333750"/>
                </a:lnTo>
                <a:lnTo>
                  <a:pt x="1190625" y="3343275"/>
                </a:lnTo>
                <a:lnTo>
                  <a:pt x="1181100" y="3352800"/>
                </a:lnTo>
                <a:lnTo>
                  <a:pt x="1181100" y="3362325"/>
                </a:lnTo>
                <a:lnTo>
                  <a:pt x="1171575" y="3371850"/>
                </a:lnTo>
                <a:lnTo>
                  <a:pt x="1171575" y="3381375"/>
                </a:lnTo>
                <a:lnTo>
                  <a:pt x="1162050" y="3390900"/>
                </a:lnTo>
                <a:lnTo>
                  <a:pt x="1162050" y="3400425"/>
                </a:lnTo>
                <a:lnTo>
                  <a:pt x="1152525" y="3409950"/>
                </a:lnTo>
                <a:lnTo>
                  <a:pt x="1152525" y="3429000"/>
                </a:lnTo>
                <a:lnTo>
                  <a:pt x="1143000" y="3438525"/>
                </a:lnTo>
                <a:lnTo>
                  <a:pt x="1143000" y="3457575"/>
                </a:lnTo>
                <a:lnTo>
                  <a:pt x="1133475" y="3467100"/>
                </a:lnTo>
                <a:lnTo>
                  <a:pt x="1133475" y="3514725"/>
                </a:lnTo>
                <a:lnTo>
                  <a:pt x="1123950" y="3524250"/>
                </a:lnTo>
                <a:lnTo>
                  <a:pt x="1133475" y="3533775"/>
                </a:lnTo>
                <a:lnTo>
                  <a:pt x="1133475" y="3581400"/>
                </a:lnTo>
                <a:lnTo>
                  <a:pt x="1143000" y="3590925"/>
                </a:lnTo>
                <a:lnTo>
                  <a:pt x="1143000" y="3609975"/>
                </a:lnTo>
                <a:lnTo>
                  <a:pt x="1152525" y="3619500"/>
                </a:lnTo>
                <a:lnTo>
                  <a:pt x="1152525" y="3638550"/>
                </a:lnTo>
                <a:lnTo>
                  <a:pt x="1162050" y="3648075"/>
                </a:lnTo>
                <a:lnTo>
                  <a:pt x="1162050" y="3667125"/>
                </a:lnTo>
                <a:lnTo>
                  <a:pt x="1171575" y="3676650"/>
                </a:lnTo>
                <a:lnTo>
                  <a:pt x="1171575" y="3695700"/>
                </a:lnTo>
                <a:lnTo>
                  <a:pt x="1181100" y="3705225"/>
                </a:lnTo>
                <a:lnTo>
                  <a:pt x="1181100" y="3733800"/>
                </a:lnTo>
                <a:lnTo>
                  <a:pt x="1190625" y="3743325"/>
                </a:lnTo>
                <a:lnTo>
                  <a:pt x="1190625" y="3762375"/>
                </a:lnTo>
                <a:lnTo>
                  <a:pt x="1200150" y="3771900"/>
                </a:lnTo>
                <a:lnTo>
                  <a:pt x="1200150" y="3781425"/>
                </a:lnTo>
                <a:lnTo>
                  <a:pt x="1209675" y="3790950"/>
                </a:lnTo>
                <a:lnTo>
                  <a:pt x="1209675" y="3800475"/>
                </a:lnTo>
                <a:lnTo>
                  <a:pt x="1295400" y="3886200"/>
                </a:lnTo>
                <a:lnTo>
                  <a:pt x="1295400" y="3905250"/>
                </a:lnTo>
                <a:lnTo>
                  <a:pt x="1304925" y="3914775"/>
                </a:lnTo>
                <a:lnTo>
                  <a:pt x="1304925" y="3933825"/>
                </a:lnTo>
                <a:lnTo>
                  <a:pt x="1314450" y="3943350"/>
                </a:lnTo>
                <a:lnTo>
                  <a:pt x="1314450" y="3971925"/>
                </a:lnTo>
                <a:lnTo>
                  <a:pt x="1323975" y="3981450"/>
                </a:lnTo>
                <a:lnTo>
                  <a:pt x="1323975" y="3990975"/>
                </a:lnTo>
                <a:lnTo>
                  <a:pt x="1333500" y="4000500"/>
                </a:lnTo>
                <a:lnTo>
                  <a:pt x="1333500" y="4010025"/>
                </a:lnTo>
                <a:lnTo>
                  <a:pt x="1371600" y="4048125"/>
                </a:lnTo>
                <a:lnTo>
                  <a:pt x="1371600" y="4057650"/>
                </a:lnTo>
                <a:lnTo>
                  <a:pt x="1400175" y="4086225"/>
                </a:lnTo>
                <a:lnTo>
                  <a:pt x="1400175" y="4095750"/>
                </a:lnTo>
                <a:lnTo>
                  <a:pt x="1466850" y="4162425"/>
                </a:lnTo>
                <a:lnTo>
                  <a:pt x="1476375" y="4162425"/>
                </a:lnTo>
                <a:lnTo>
                  <a:pt x="1485900" y="4171950"/>
                </a:lnTo>
                <a:lnTo>
                  <a:pt x="1514475" y="4171950"/>
                </a:lnTo>
                <a:lnTo>
                  <a:pt x="1524000" y="4181475"/>
                </a:lnTo>
                <a:lnTo>
                  <a:pt x="1590675" y="4181475"/>
                </a:lnTo>
                <a:lnTo>
                  <a:pt x="1600200" y="4171950"/>
                </a:lnTo>
                <a:lnTo>
                  <a:pt x="1685925" y="4171950"/>
                </a:lnTo>
                <a:lnTo>
                  <a:pt x="1695450" y="4181475"/>
                </a:lnTo>
                <a:lnTo>
                  <a:pt x="1704975" y="4181475"/>
                </a:lnTo>
                <a:lnTo>
                  <a:pt x="1733550" y="4210050"/>
                </a:lnTo>
                <a:lnTo>
                  <a:pt x="1733550" y="4248150"/>
                </a:lnTo>
                <a:lnTo>
                  <a:pt x="1743075" y="4257675"/>
                </a:lnTo>
                <a:lnTo>
                  <a:pt x="1838325" y="4257675"/>
                </a:lnTo>
                <a:lnTo>
                  <a:pt x="1838325" y="4248150"/>
                </a:lnTo>
                <a:lnTo>
                  <a:pt x="1828800" y="4238625"/>
                </a:lnTo>
                <a:lnTo>
                  <a:pt x="1828800" y="4181475"/>
                </a:lnTo>
                <a:lnTo>
                  <a:pt x="1819275" y="4171950"/>
                </a:lnTo>
                <a:lnTo>
                  <a:pt x="1819275" y="4162425"/>
                </a:lnTo>
                <a:lnTo>
                  <a:pt x="1809750" y="4152900"/>
                </a:lnTo>
                <a:lnTo>
                  <a:pt x="1809750" y="4143375"/>
                </a:lnTo>
                <a:lnTo>
                  <a:pt x="1800225" y="4133850"/>
                </a:lnTo>
                <a:lnTo>
                  <a:pt x="1800225" y="4114800"/>
                </a:lnTo>
                <a:lnTo>
                  <a:pt x="1790700" y="4105275"/>
                </a:lnTo>
                <a:lnTo>
                  <a:pt x="1790700" y="4038600"/>
                </a:lnTo>
                <a:lnTo>
                  <a:pt x="1800225" y="4029075"/>
                </a:lnTo>
                <a:lnTo>
                  <a:pt x="1800225" y="4019550"/>
                </a:lnTo>
                <a:lnTo>
                  <a:pt x="1857375" y="3962400"/>
                </a:lnTo>
                <a:lnTo>
                  <a:pt x="1866900" y="3962400"/>
                </a:lnTo>
                <a:lnTo>
                  <a:pt x="1914525" y="3914775"/>
                </a:lnTo>
                <a:lnTo>
                  <a:pt x="1924050" y="3914775"/>
                </a:lnTo>
                <a:lnTo>
                  <a:pt x="1952625" y="3886200"/>
                </a:lnTo>
                <a:lnTo>
                  <a:pt x="1962150" y="3886200"/>
                </a:lnTo>
                <a:lnTo>
                  <a:pt x="1981200" y="3867150"/>
                </a:lnTo>
                <a:lnTo>
                  <a:pt x="1990725" y="3867150"/>
                </a:lnTo>
                <a:lnTo>
                  <a:pt x="2028825" y="3829050"/>
                </a:lnTo>
                <a:lnTo>
                  <a:pt x="2038350" y="3829050"/>
                </a:lnTo>
                <a:lnTo>
                  <a:pt x="2047875" y="3819525"/>
                </a:lnTo>
                <a:lnTo>
                  <a:pt x="2076450" y="3819525"/>
                </a:lnTo>
                <a:lnTo>
                  <a:pt x="2085975" y="3829050"/>
                </a:lnTo>
                <a:lnTo>
                  <a:pt x="2095500" y="3829050"/>
                </a:lnTo>
                <a:lnTo>
                  <a:pt x="2114550" y="3848100"/>
                </a:lnTo>
                <a:lnTo>
                  <a:pt x="2124075" y="3848100"/>
                </a:lnTo>
                <a:lnTo>
                  <a:pt x="2133600" y="3857625"/>
                </a:lnTo>
                <a:lnTo>
                  <a:pt x="2219325" y="3857625"/>
                </a:lnTo>
                <a:lnTo>
                  <a:pt x="2228850" y="3848100"/>
                </a:lnTo>
                <a:lnTo>
                  <a:pt x="2238375" y="3848100"/>
                </a:lnTo>
                <a:lnTo>
                  <a:pt x="2247900" y="3838575"/>
                </a:lnTo>
                <a:lnTo>
                  <a:pt x="2257425" y="3838575"/>
                </a:lnTo>
                <a:lnTo>
                  <a:pt x="2276475" y="3819525"/>
                </a:lnTo>
                <a:lnTo>
                  <a:pt x="2286000" y="3819525"/>
                </a:lnTo>
                <a:lnTo>
                  <a:pt x="2295525" y="3810000"/>
                </a:lnTo>
                <a:lnTo>
                  <a:pt x="2305050" y="3810000"/>
                </a:lnTo>
                <a:lnTo>
                  <a:pt x="2314575" y="3800475"/>
                </a:lnTo>
                <a:lnTo>
                  <a:pt x="2333625" y="3800475"/>
                </a:lnTo>
                <a:lnTo>
                  <a:pt x="2343150" y="3790950"/>
                </a:lnTo>
                <a:lnTo>
                  <a:pt x="2381250" y="3790950"/>
                </a:lnTo>
                <a:lnTo>
                  <a:pt x="2390775" y="3800475"/>
                </a:lnTo>
                <a:lnTo>
                  <a:pt x="2457450" y="3800475"/>
                </a:lnTo>
                <a:lnTo>
                  <a:pt x="2466975" y="3790950"/>
                </a:lnTo>
                <a:lnTo>
                  <a:pt x="2495550" y="3790950"/>
                </a:lnTo>
                <a:lnTo>
                  <a:pt x="2505075" y="3781425"/>
                </a:lnTo>
                <a:lnTo>
                  <a:pt x="2524125" y="3781425"/>
                </a:lnTo>
                <a:lnTo>
                  <a:pt x="2543175" y="3762375"/>
                </a:lnTo>
                <a:lnTo>
                  <a:pt x="2552700" y="3762375"/>
                </a:lnTo>
                <a:lnTo>
                  <a:pt x="2562225" y="3752850"/>
                </a:lnTo>
                <a:lnTo>
                  <a:pt x="2571750" y="3752850"/>
                </a:lnTo>
                <a:lnTo>
                  <a:pt x="2581275" y="3743325"/>
                </a:lnTo>
                <a:lnTo>
                  <a:pt x="2590800" y="3743325"/>
                </a:lnTo>
                <a:lnTo>
                  <a:pt x="2600325" y="3733800"/>
                </a:lnTo>
                <a:lnTo>
                  <a:pt x="2609850" y="3733800"/>
                </a:lnTo>
                <a:lnTo>
                  <a:pt x="2619375" y="3724275"/>
                </a:lnTo>
                <a:lnTo>
                  <a:pt x="2628900" y="3724275"/>
                </a:lnTo>
                <a:lnTo>
                  <a:pt x="2638425" y="3714750"/>
                </a:lnTo>
                <a:lnTo>
                  <a:pt x="2667000" y="3714750"/>
                </a:lnTo>
                <a:lnTo>
                  <a:pt x="2676525" y="3705225"/>
                </a:lnTo>
                <a:lnTo>
                  <a:pt x="2724150" y="3705225"/>
                </a:lnTo>
                <a:lnTo>
                  <a:pt x="2733675" y="3695700"/>
                </a:lnTo>
                <a:lnTo>
                  <a:pt x="2752725" y="3695700"/>
                </a:lnTo>
                <a:lnTo>
                  <a:pt x="2762250" y="3705225"/>
                </a:lnTo>
                <a:lnTo>
                  <a:pt x="2838450" y="3705225"/>
                </a:lnTo>
                <a:lnTo>
                  <a:pt x="2847975" y="3714750"/>
                </a:lnTo>
                <a:lnTo>
                  <a:pt x="2933700" y="3714750"/>
                </a:lnTo>
                <a:lnTo>
                  <a:pt x="2943225" y="3705225"/>
                </a:lnTo>
                <a:lnTo>
                  <a:pt x="2952750" y="3705225"/>
                </a:lnTo>
                <a:lnTo>
                  <a:pt x="2962275" y="3695700"/>
                </a:lnTo>
                <a:lnTo>
                  <a:pt x="2971800" y="3695700"/>
                </a:lnTo>
                <a:lnTo>
                  <a:pt x="3009900" y="3657600"/>
                </a:lnTo>
                <a:lnTo>
                  <a:pt x="3095625" y="3657600"/>
                </a:lnTo>
                <a:lnTo>
                  <a:pt x="3105150" y="3648075"/>
                </a:lnTo>
                <a:lnTo>
                  <a:pt x="3114675" y="3648075"/>
                </a:lnTo>
                <a:lnTo>
                  <a:pt x="3133725" y="3629025"/>
                </a:lnTo>
                <a:lnTo>
                  <a:pt x="3143250" y="3629025"/>
                </a:lnTo>
                <a:lnTo>
                  <a:pt x="3181350" y="3590925"/>
                </a:lnTo>
                <a:lnTo>
                  <a:pt x="3190875" y="3590925"/>
                </a:lnTo>
                <a:lnTo>
                  <a:pt x="3200400" y="3581400"/>
                </a:lnTo>
                <a:lnTo>
                  <a:pt x="3219450" y="3581400"/>
                </a:lnTo>
                <a:lnTo>
                  <a:pt x="3228975" y="3571875"/>
                </a:lnTo>
                <a:lnTo>
                  <a:pt x="3257550" y="3571875"/>
                </a:lnTo>
                <a:lnTo>
                  <a:pt x="3267075" y="3562350"/>
                </a:lnTo>
                <a:lnTo>
                  <a:pt x="3371850" y="3562350"/>
                </a:lnTo>
                <a:lnTo>
                  <a:pt x="3381375" y="3552825"/>
                </a:lnTo>
                <a:lnTo>
                  <a:pt x="3429000" y="3552825"/>
                </a:lnTo>
                <a:lnTo>
                  <a:pt x="3438525" y="3543300"/>
                </a:lnTo>
                <a:lnTo>
                  <a:pt x="3457575" y="3543300"/>
                </a:lnTo>
                <a:lnTo>
                  <a:pt x="3467100" y="3533775"/>
                </a:lnTo>
                <a:lnTo>
                  <a:pt x="3476625" y="3533775"/>
                </a:lnTo>
                <a:lnTo>
                  <a:pt x="3505200" y="3505200"/>
                </a:lnTo>
                <a:lnTo>
                  <a:pt x="3514725" y="3505200"/>
                </a:lnTo>
                <a:lnTo>
                  <a:pt x="3571875" y="3448050"/>
                </a:lnTo>
                <a:lnTo>
                  <a:pt x="3581400" y="3448050"/>
                </a:lnTo>
                <a:lnTo>
                  <a:pt x="3590925" y="3438525"/>
                </a:lnTo>
                <a:lnTo>
                  <a:pt x="3600450" y="3438525"/>
                </a:lnTo>
                <a:lnTo>
                  <a:pt x="3609975" y="3429000"/>
                </a:lnTo>
                <a:lnTo>
                  <a:pt x="3619500" y="3429000"/>
                </a:lnTo>
                <a:lnTo>
                  <a:pt x="3629025" y="3419475"/>
                </a:lnTo>
                <a:lnTo>
                  <a:pt x="3629025" y="3400425"/>
                </a:lnTo>
                <a:lnTo>
                  <a:pt x="3638550" y="3390900"/>
                </a:lnTo>
                <a:lnTo>
                  <a:pt x="3638550" y="3381375"/>
                </a:lnTo>
                <a:lnTo>
                  <a:pt x="3629025" y="3371850"/>
                </a:lnTo>
                <a:lnTo>
                  <a:pt x="3629025" y="3333750"/>
                </a:lnTo>
                <a:lnTo>
                  <a:pt x="3619500" y="3324225"/>
                </a:lnTo>
                <a:lnTo>
                  <a:pt x="3619500" y="3295650"/>
                </a:lnTo>
                <a:lnTo>
                  <a:pt x="3609975" y="3286125"/>
                </a:lnTo>
                <a:lnTo>
                  <a:pt x="3609975" y="3257550"/>
                </a:lnTo>
                <a:lnTo>
                  <a:pt x="3600450" y="3248025"/>
                </a:lnTo>
                <a:lnTo>
                  <a:pt x="3600450" y="3228975"/>
                </a:lnTo>
                <a:lnTo>
                  <a:pt x="3590925" y="3219450"/>
                </a:lnTo>
                <a:lnTo>
                  <a:pt x="3590925" y="3190875"/>
                </a:lnTo>
                <a:lnTo>
                  <a:pt x="3581400" y="3181350"/>
                </a:lnTo>
                <a:lnTo>
                  <a:pt x="3581400" y="3028950"/>
                </a:lnTo>
                <a:lnTo>
                  <a:pt x="3571875" y="3019425"/>
                </a:lnTo>
                <a:lnTo>
                  <a:pt x="3571875" y="2981325"/>
                </a:lnTo>
                <a:lnTo>
                  <a:pt x="3552825" y="2962275"/>
                </a:lnTo>
                <a:lnTo>
                  <a:pt x="3552825" y="2952750"/>
                </a:lnTo>
                <a:lnTo>
                  <a:pt x="3543300" y="2952750"/>
                </a:lnTo>
                <a:lnTo>
                  <a:pt x="3533775" y="2943225"/>
                </a:lnTo>
                <a:lnTo>
                  <a:pt x="3524250" y="2943225"/>
                </a:lnTo>
                <a:lnTo>
                  <a:pt x="3514725" y="2933700"/>
                </a:lnTo>
                <a:lnTo>
                  <a:pt x="3476625" y="2933700"/>
                </a:lnTo>
                <a:lnTo>
                  <a:pt x="3467100" y="2924175"/>
                </a:lnTo>
                <a:lnTo>
                  <a:pt x="3457575" y="2924175"/>
                </a:lnTo>
                <a:lnTo>
                  <a:pt x="3429000" y="2895600"/>
                </a:lnTo>
                <a:lnTo>
                  <a:pt x="3429000" y="2876550"/>
                </a:lnTo>
                <a:lnTo>
                  <a:pt x="3419475" y="2867025"/>
                </a:lnTo>
                <a:lnTo>
                  <a:pt x="3419475" y="2828925"/>
                </a:lnTo>
                <a:lnTo>
                  <a:pt x="3429000" y="2819400"/>
                </a:lnTo>
                <a:lnTo>
                  <a:pt x="3429000" y="2781300"/>
                </a:lnTo>
                <a:lnTo>
                  <a:pt x="3438525" y="2771775"/>
                </a:lnTo>
                <a:lnTo>
                  <a:pt x="3438525" y="2752725"/>
                </a:lnTo>
                <a:lnTo>
                  <a:pt x="3457575" y="2733675"/>
                </a:lnTo>
                <a:lnTo>
                  <a:pt x="3457575" y="2724150"/>
                </a:lnTo>
                <a:lnTo>
                  <a:pt x="3486150" y="2695575"/>
                </a:lnTo>
                <a:lnTo>
                  <a:pt x="3495675" y="2695575"/>
                </a:lnTo>
                <a:lnTo>
                  <a:pt x="3514725" y="2676525"/>
                </a:lnTo>
                <a:lnTo>
                  <a:pt x="3524250" y="2676525"/>
                </a:lnTo>
                <a:lnTo>
                  <a:pt x="3533775" y="2667000"/>
                </a:lnTo>
                <a:lnTo>
                  <a:pt x="3543300" y="2667000"/>
                </a:lnTo>
                <a:lnTo>
                  <a:pt x="3552825" y="2657475"/>
                </a:lnTo>
                <a:lnTo>
                  <a:pt x="3562350" y="2657475"/>
                </a:lnTo>
                <a:lnTo>
                  <a:pt x="3571875" y="2647950"/>
                </a:lnTo>
                <a:lnTo>
                  <a:pt x="3581400" y="2647950"/>
                </a:lnTo>
                <a:lnTo>
                  <a:pt x="3609975" y="2619375"/>
                </a:lnTo>
                <a:lnTo>
                  <a:pt x="3609975" y="2609850"/>
                </a:lnTo>
                <a:lnTo>
                  <a:pt x="3619500" y="2600325"/>
                </a:lnTo>
                <a:lnTo>
                  <a:pt x="3619500" y="2590800"/>
                </a:lnTo>
                <a:lnTo>
                  <a:pt x="3609975" y="2581275"/>
                </a:lnTo>
                <a:lnTo>
                  <a:pt x="3609975" y="2571750"/>
                </a:lnTo>
                <a:lnTo>
                  <a:pt x="3600450" y="2562225"/>
                </a:lnTo>
                <a:lnTo>
                  <a:pt x="3600450" y="2552700"/>
                </a:lnTo>
                <a:lnTo>
                  <a:pt x="3524250" y="2476500"/>
                </a:lnTo>
                <a:lnTo>
                  <a:pt x="3514725" y="2476500"/>
                </a:lnTo>
                <a:lnTo>
                  <a:pt x="3467100" y="2428875"/>
                </a:lnTo>
                <a:lnTo>
                  <a:pt x="3467100" y="2409825"/>
                </a:lnTo>
                <a:lnTo>
                  <a:pt x="3457575" y="2400300"/>
                </a:lnTo>
                <a:lnTo>
                  <a:pt x="3457575" y="2238375"/>
                </a:lnTo>
                <a:lnTo>
                  <a:pt x="3448050" y="2228850"/>
                </a:lnTo>
                <a:lnTo>
                  <a:pt x="3448050" y="2209800"/>
                </a:lnTo>
                <a:lnTo>
                  <a:pt x="3438525" y="2200275"/>
                </a:lnTo>
                <a:lnTo>
                  <a:pt x="3438525" y="2190750"/>
                </a:lnTo>
                <a:lnTo>
                  <a:pt x="3409950" y="2162175"/>
                </a:lnTo>
                <a:lnTo>
                  <a:pt x="3409950" y="2152650"/>
                </a:lnTo>
                <a:lnTo>
                  <a:pt x="3400425" y="2143125"/>
                </a:lnTo>
                <a:lnTo>
                  <a:pt x="3400425" y="2124075"/>
                </a:lnTo>
                <a:lnTo>
                  <a:pt x="3390900" y="2114550"/>
                </a:lnTo>
                <a:lnTo>
                  <a:pt x="3390900" y="2095500"/>
                </a:lnTo>
                <a:lnTo>
                  <a:pt x="3381375" y="2085975"/>
                </a:lnTo>
                <a:lnTo>
                  <a:pt x="3381375" y="1933575"/>
                </a:lnTo>
                <a:lnTo>
                  <a:pt x="3390900" y="1924050"/>
                </a:lnTo>
                <a:lnTo>
                  <a:pt x="3390900" y="1914525"/>
                </a:lnTo>
                <a:lnTo>
                  <a:pt x="3409950" y="1895475"/>
                </a:lnTo>
                <a:lnTo>
                  <a:pt x="3409950" y="1885950"/>
                </a:lnTo>
                <a:lnTo>
                  <a:pt x="3438525" y="1857375"/>
                </a:lnTo>
                <a:lnTo>
                  <a:pt x="3438525" y="1847850"/>
                </a:lnTo>
                <a:lnTo>
                  <a:pt x="3448050" y="1838325"/>
                </a:lnTo>
                <a:lnTo>
                  <a:pt x="3448050" y="1809750"/>
                </a:lnTo>
                <a:lnTo>
                  <a:pt x="3457575" y="1800225"/>
                </a:lnTo>
                <a:lnTo>
                  <a:pt x="3457575" y="1781175"/>
                </a:lnTo>
                <a:lnTo>
                  <a:pt x="3448050" y="1771650"/>
                </a:lnTo>
                <a:lnTo>
                  <a:pt x="3448050" y="1752600"/>
                </a:lnTo>
                <a:lnTo>
                  <a:pt x="3438525" y="1743075"/>
                </a:lnTo>
                <a:lnTo>
                  <a:pt x="3438525" y="1733550"/>
                </a:lnTo>
                <a:lnTo>
                  <a:pt x="3409950" y="1704975"/>
                </a:lnTo>
                <a:lnTo>
                  <a:pt x="3400425" y="1704975"/>
                </a:lnTo>
                <a:lnTo>
                  <a:pt x="3352800" y="1657350"/>
                </a:lnTo>
                <a:lnTo>
                  <a:pt x="3352800" y="1647825"/>
                </a:lnTo>
                <a:lnTo>
                  <a:pt x="3343275" y="1638300"/>
                </a:lnTo>
                <a:lnTo>
                  <a:pt x="3343275" y="1533525"/>
                </a:lnTo>
                <a:lnTo>
                  <a:pt x="3333750" y="1524000"/>
                </a:lnTo>
                <a:lnTo>
                  <a:pt x="3333750" y="1504950"/>
                </a:lnTo>
                <a:lnTo>
                  <a:pt x="3314700" y="1485900"/>
                </a:lnTo>
                <a:lnTo>
                  <a:pt x="3314700" y="1476375"/>
                </a:lnTo>
                <a:lnTo>
                  <a:pt x="3295650" y="1457325"/>
                </a:lnTo>
                <a:lnTo>
                  <a:pt x="3286125" y="1457325"/>
                </a:lnTo>
                <a:lnTo>
                  <a:pt x="3267075" y="1438275"/>
                </a:lnTo>
                <a:lnTo>
                  <a:pt x="3257550" y="1438275"/>
                </a:lnTo>
                <a:lnTo>
                  <a:pt x="3248025" y="1428750"/>
                </a:lnTo>
                <a:lnTo>
                  <a:pt x="3181350" y="1428750"/>
                </a:lnTo>
                <a:lnTo>
                  <a:pt x="3171825" y="1438275"/>
                </a:lnTo>
                <a:lnTo>
                  <a:pt x="3152775" y="1438275"/>
                </a:lnTo>
                <a:lnTo>
                  <a:pt x="3143250" y="1428750"/>
                </a:lnTo>
                <a:lnTo>
                  <a:pt x="3133725" y="1428750"/>
                </a:lnTo>
                <a:lnTo>
                  <a:pt x="3105150" y="1400175"/>
                </a:lnTo>
                <a:lnTo>
                  <a:pt x="3105150" y="1390650"/>
                </a:lnTo>
                <a:lnTo>
                  <a:pt x="3124200" y="1371600"/>
                </a:lnTo>
                <a:lnTo>
                  <a:pt x="3133725" y="1371600"/>
                </a:lnTo>
                <a:lnTo>
                  <a:pt x="3143250" y="1362075"/>
                </a:lnTo>
                <a:lnTo>
                  <a:pt x="3152775" y="1371600"/>
                </a:lnTo>
                <a:lnTo>
                  <a:pt x="3181350" y="1371600"/>
                </a:lnTo>
                <a:lnTo>
                  <a:pt x="3190875" y="1381125"/>
                </a:lnTo>
                <a:lnTo>
                  <a:pt x="3238500" y="1381125"/>
                </a:lnTo>
                <a:lnTo>
                  <a:pt x="3248025" y="1371600"/>
                </a:lnTo>
                <a:lnTo>
                  <a:pt x="3257550" y="1371600"/>
                </a:lnTo>
                <a:lnTo>
                  <a:pt x="3276600" y="1352550"/>
                </a:lnTo>
                <a:lnTo>
                  <a:pt x="3286125" y="1352550"/>
                </a:lnTo>
                <a:lnTo>
                  <a:pt x="3295650" y="1343025"/>
                </a:lnTo>
                <a:lnTo>
                  <a:pt x="3295650" y="1333500"/>
                </a:lnTo>
                <a:lnTo>
                  <a:pt x="3314700" y="1314450"/>
                </a:lnTo>
                <a:lnTo>
                  <a:pt x="3314700" y="1304925"/>
                </a:lnTo>
                <a:lnTo>
                  <a:pt x="3324225" y="1295400"/>
                </a:lnTo>
                <a:lnTo>
                  <a:pt x="3324225" y="1228725"/>
                </a:lnTo>
                <a:lnTo>
                  <a:pt x="3314700" y="1219200"/>
                </a:lnTo>
                <a:lnTo>
                  <a:pt x="3314700" y="1200150"/>
                </a:lnTo>
                <a:lnTo>
                  <a:pt x="3305175" y="1190625"/>
                </a:lnTo>
                <a:lnTo>
                  <a:pt x="3305175" y="1181100"/>
                </a:lnTo>
                <a:lnTo>
                  <a:pt x="3276600" y="1152525"/>
                </a:lnTo>
                <a:lnTo>
                  <a:pt x="3276600" y="1143000"/>
                </a:lnTo>
                <a:lnTo>
                  <a:pt x="3267075" y="1143000"/>
                </a:lnTo>
                <a:lnTo>
                  <a:pt x="3228975" y="1104900"/>
                </a:lnTo>
                <a:lnTo>
                  <a:pt x="3219450" y="1104900"/>
                </a:lnTo>
                <a:lnTo>
                  <a:pt x="3209925" y="1095375"/>
                </a:lnTo>
                <a:lnTo>
                  <a:pt x="3209925" y="1085850"/>
                </a:lnTo>
                <a:lnTo>
                  <a:pt x="3190875" y="1066800"/>
                </a:lnTo>
                <a:lnTo>
                  <a:pt x="3190875" y="1047750"/>
                </a:lnTo>
                <a:lnTo>
                  <a:pt x="3181350" y="1038225"/>
                </a:lnTo>
                <a:lnTo>
                  <a:pt x="3181350" y="981075"/>
                </a:lnTo>
                <a:lnTo>
                  <a:pt x="3190875" y="971550"/>
                </a:lnTo>
                <a:lnTo>
                  <a:pt x="3190875" y="952500"/>
                </a:lnTo>
                <a:lnTo>
                  <a:pt x="3200400" y="942975"/>
                </a:lnTo>
                <a:lnTo>
                  <a:pt x="3200400" y="933450"/>
                </a:lnTo>
                <a:lnTo>
                  <a:pt x="3209925" y="923925"/>
                </a:lnTo>
                <a:lnTo>
                  <a:pt x="3209925" y="914400"/>
                </a:lnTo>
                <a:lnTo>
                  <a:pt x="3248025" y="876300"/>
                </a:lnTo>
                <a:lnTo>
                  <a:pt x="3248025" y="866775"/>
                </a:lnTo>
                <a:lnTo>
                  <a:pt x="3257550" y="857250"/>
                </a:lnTo>
                <a:lnTo>
                  <a:pt x="3257550" y="847725"/>
                </a:lnTo>
                <a:lnTo>
                  <a:pt x="3267075" y="838200"/>
                </a:lnTo>
                <a:lnTo>
                  <a:pt x="3267075" y="771525"/>
                </a:lnTo>
                <a:lnTo>
                  <a:pt x="3257550" y="762000"/>
                </a:lnTo>
                <a:lnTo>
                  <a:pt x="3257550" y="742950"/>
                </a:lnTo>
                <a:lnTo>
                  <a:pt x="3248025" y="733425"/>
                </a:lnTo>
                <a:lnTo>
                  <a:pt x="3248025" y="723900"/>
                </a:lnTo>
                <a:lnTo>
                  <a:pt x="3238500" y="714375"/>
                </a:lnTo>
                <a:lnTo>
                  <a:pt x="3238500" y="704850"/>
                </a:lnTo>
                <a:lnTo>
                  <a:pt x="3228975" y="695325"/>
                </a:lnTo>
                <a:lnTo>
                  <a:pt x="3228975" y="685800"/>
                </a:lnTo>
                <a:lnTo>
                  <a:pt x="3209925" y="666750"/>
                </a:lnTo>
                <a:lnTo>
                  <a:pt x="3209925" y="647700"/>
                </a:lnTo>
                <a:lnTo>
                  <a:pt x="3200400" y="638175"/>
                </a:lnTo>
                <a:lnTo>
                  <a:pt x="3200400" y="628650"/>
                </a:lnTo>
                <a:lnTo>
                  <a:pt x="3190875" y="619125"/>
                </a:lnTo>
                <a:lnTo>
                  <a:pt x="3190875" y="609600"/>
                </a:lnTo>
                <a:lnTo>
                  <a:pt x="3162300" y="581025"/>
                </a:lnTo>
                <a:lnTo>
                  <a:pt x="3162300" y="571500"/>
                </a:lnTo>
                <a:lnTo>
                  <a:pt x="3152775" y="571500"/>
                </a:lnTo>
                <a:lnTo>
                  <a:pt x="3124200" y="542925"/>
                </a:lnTo>
                <a:lnTo>
                  <a:pt x="3114675" y="542925"/>
                </a:lnTo>
                <a:lnTo>
                  <a:pt x="3105150" y="533400"/>
                </a:lnTo>
                <a:lnTo>
                  <a:pt x="3095625" y="533400"/>
                </a:lnTo>
                <a:lnTo>
                  <a:pt x="3048000" y="485775"/>
                </a:lnTo>
                <a:lnTo>
                  <a:pt x="3048000" y="476250"/>
                </a:lnTo>
                <a:lnTo>
                  <a:pt x="3009900" y="438150"/>
                </a:lnTo>
                <a:lnTo>
                  <a:pt x="3000375" y="438150"/>
                </a:lnTo>
                <a:lnTo>
                  <a:pt x="2990850" y="428625"/>
                </a:lnTo>
                <a:lnTo>
                  <a:pt x="2981325" y="428625"/>
                </a:lnTo>
                <a:lnTo>
                  <a:pt x="2971800" y="419100"/>
                </a:lnTo>
                <a:lnTo>
                  <a:pt x="2962275" y="419100"/>
                </a:lnTo>
                <a:lnTo>
                  <a:pt x="2952750" y="409575"/>
                </a:lnTo>
                <a:lnTo>
                  <a:pt x="2933700" y="409575"/>
                </a:lnTo>
                <a:lnTo>
                  <a:pt x="2924175" y="400050"/>
                </a:lnTo>
                <a:lnTo>
                  <a:pt x="2886075" y="400050"/>
                </a:lnTo>
                <a:lnTo>
                  <a:pt x="2876550" y="390525"/>
                </a:lnTo>
                <a:close/>
              </a:path>
              <a:path w="4267200" h="4267200">
                <a:moveTo>
                  <a:pt x="4210050" y="152400"/>
                </a:moveTo>
                <a:lnTo>
                  <a:pt x="4200525" y="161925"/>
                </a:lnTo>
                <a:lnTo>
                  <a:pt x="4181475" y="161925"/>
                </a:lnTo>
                <a:lnTo>
                  <a:pt x="4171950" y="171450"/>
                </a:lnTo>
                <a:lnTo>
                  <a:pt x="4162425" y="171450"/>
                </a:lnTo>
                <a:lnTo>
                  <a:pt x="4152900" y="180975"/>
                </a:lnTo>
                <a:lnTo>
                  <a:pt x="4143375" y="180975"/>
                </a:lnTo>
                <a:lnTo>
                  <a:pt x="4114800" y="209550"/>
                </a:lnTo>
                <a:lnTo>
                  <a:pt x="4114800" y="228600"/>
                </a:lnTo>
                <a:lnTo>
                  <a:pt x="4105275" y="238125"/>
                </a:lnTo>
                <a:lnTo>
                  <a:pt x="4105275" y="314325"/>
                </a:lnTo>
                <a:lnTo>
                  <a:pt x="4114800" y="323850"/>
                </a:lnTo>
                <a:lnTo>
                  <a:pt x="4114800" y="466725"/>
                </a:lnTo>
                <a:lnTo>
                  <a:pt x="4105275" y="476250"/>
                </a:lnTo>
                <a:lnTo>
                  <a:pt x="4105275" y="866775"/>
                </a:lnTo>
                <a:lnTo>
                  <a:pt x="4095750" y="876300"/>
                </a:lnTo>
                <a:lnTo>
                  <a:pt x="4095750" y="885825"/>
                </a:lnTo>
                <a:lnTo>
                  <a:pt x="4076700" y="904875"/>
                </a:lnTo>
                <a:lnTo>
                  <a:pt x="4076700" y="914400"/>
                </a:lnTo>
                <a:lnTo>
                  <a:pt x="4048125" y="942975"/>
                </a:lnTo>
                <a:lnTo>
                  <a:pt x="4048125" y="952500"/>
                </a:lnTo>
                <a:lnTo>
                  <a:pt x="4029075" y="971550"/>
                </a:lnTo>
                <a:lnTo>
                  <a:pt x="4029075" y="981075"/>
                </a:lnTo>
                <a:lnTo>
                  <a:pt x="4019550" y="990600"/>
                </a:lnTo>
                <a:lnTo>
                  <a:pt x="4019550" y="1009650"/>
                </a:lnTo>
                <a:lnTo>
                  <a:pt x="4010025" y="1019175"/>
                </a:lnTo>
                <a:lnTo>
                  <a:pt x="4010025" y="1038225"/>
                </a:lnTo>
                <a:lnTo>
                  <a:pt x="4000500" y="1047750"/>
                </a:lnTo>
                <a:lnTo>
                  <a:pt x="4000500" y="1076325"/>
                </a:lnTo>
                <a:lnTo>
                  <a:pt x="3990975" y="1085850"/>
                </a:lnTo>
                <a:lnTo>
                  <a:pt x="3990975" y="1228725"/>
                </a:lnTo>
                <a:lnTo>
                  <a:pt x="4000500" y="1238250"/>
                </a:lnTo>
                <a:lnTo>
                  <a:pt x="4000500" y="1257300"/>
                </a:lnTo>
                <a:lnTo>
                  <a:pt x="3990975" y="1266825"/>
                </a:lnTo>
                <a:lnTo>
                  <a:pt x="3990975" y="1314450"/>
                </a:lnTo>
                <a:lnTo>
                  <a:pt x="3981450" y="1323975"/>
                </a:lnTo>
                <a:lnTo>
                  <a:pt x="3981450" y="1362075"/>
                </a:lnTo>
                <a:lnTo>
                  <a:pt x="3971925" y="1371600"/>
                </a:lnTo>
                <a:lnTo>
                  <a:pt x="3971925" y="1447800"/>
                </a:lnTo>
                <a:lnTo>
                  <a:pt x="3981450" y="1457325"/>
                </a:lnTo>
                <a:lnTo>
                  <a:pt x="3981450" y="1514475"/>
                </a:lnTo>
                <a:lnTo>
                  <a:pt x="3990975" y="1524000"/>
                </a:lnTo>
                <a:lnTo>
                  <a:pt x="3990975" y="1571625"/>
                </a:lnTo>
                <a:lnTo>
                  <a:pt x="4000500" y="1581150"/>
                </a:lnTo>
                <a:lnTo>
                  <a:pt x="4000500" y="1609725"/>
                </a:lnTo>
                <a:lnTo>
                  <a:pt x="4010025" y="1619250"/>
                </a:lnTo>
                <a:lnTo>
                  <a:pt x="4010025" y="1638300"/>
                </a:lnTo>
                <a:lnTo>
                  <a:pt x="4019550" y="1647825"/>
                </a:lnTo>
                <a:lnTo>
                  <a:pt x="4019550" y="1666875"/>
                </a:lnTo>
                <a:lnTo>
                  <a:pt x="4029075" y="1676400"/>
                </a:lnTo>
                <a:lnTo>
                  <a:pt x="4029075" y="1695450"/>
                </a:lnTo>
                <a:lnTo>
                  <a:pt x="4038600" y="1704975"/>
                </a:lnTo>
                <a:lnTo>
                  <a:pt x="4038600" y="1724025"/>
                </a:lnTo>
                <a:lnTo>
                  <a:pt x="4048125" y="1733550"/>
                </a:lnTo>
                <a:lnTo>
                  <a:pt x="4048125" y="1752600"/>
                </a:lnTo>
                <a:lnTo>
                  <a:pt x="4057650" y="1762125"/>
                </a:lnTo>
                <a:lnTo>
                  <a:pt x="4057650" y="1809750"/>
                </a:lnTo>
                <a:lnTo>
                  <a:pt x="4067175" y="1819275"/>
                </a:lnTo>
                <a:lnTo>
                  <a:pt x="4067175" y="1866900"/>
                </a:lnTo>
                <a:lnTo>
                  <a:pt x="4076700" y="1876425"/>
                </a:lnTo>
                <a:lnTo>
                  <a:pt x="4076700" y="1895475"/>
                </a:lnTo>
                <a:lnTo>
                  <a:pt x="4086225" y="1905000"/>
                </a:lnTo>
                <a:lnTo>
                  <a:pt x="4086225" y="1914525"/>
                </a:lnTo>
                <a:lnTo>
                  <a:pt x="4114800" y="1943100"/>
                </a:lnTo>
                <a:lnTo>
                  <a:pt x="4124325" y="1943100"/>
                </a:lnTo>
                <a:lnTo>
                  <a:pt x="4143375" y="1962150"/>
                </a:lnTo>
                <a:lnTo>
                  <a:pt x="4162425" y="1962150"/>
                </a:lnTo>
                <a:lnTo>
                  <a:pt x="4171950" y="1971675"/>
                </a:lnTo>
                <a:lnTo>
                  <a:pt x="4181475" y="1971675"/>
                </a:lnTo>
                <a:lnTo>
                  <a:pt x="4191000" y="1981200"/>
                </a:lnTo>
                <a:lnTo>
                  <a:pt x="4238625" y="1981200"/>
                </a:lnTo>
                <a:lnTo>
                  <a:pt x="4248150" y="1990725"/>
                </a:lnTo>
                <a:lnTo>
                  <a:pt x="4257675" y="1990725"/>
                </a:lnTo>
                <a:lnTo>
                  <a:pt x="4257675" y="152400"/>
                </a:lnTo>
                <a:close/>
              </a:path>
              <a:path w="4267200" h="4267200">
                <a:moveTo>
                  <a:pt x="190500" y="133350"/>
                </a:moveTo>
                <a:lnTo>
                  <a:pt x="180975" y="142875"/>
                </a:lnTo>
                <a:lnTo>
                  <a:pt x="161925" y="142875"/>
                </a:lnTo>
                <a:lnTo>
                  <a:pt x="142875" y="161925"/>
                </a:lnTo>
                <a:lnTo>
                  <a:pt x="142875" y="171450"/>
                </a:lnTo>
                <a:lnTo>
                  <a:pt x="133350" y="180975"/>
                </a:lnTo>
                <a:lnTo>
                  <a:pt x="133350" y="219075"/>
                </a:lnTo>
                <a:lnTo>
                  <a:pt x="142875" y="228600"/>
                </a:lnTo>
                <a:lnTo>
                  <a:pt x="142875" y="238125"/>
                </a:lnTo>
                <a:lnTo>
                  <a:pt x="152400" y="247650"/>
                </a:lnTo>
                <a:lnTo>
                  <a:pt x="161925" y="247650"/>
                </a:lnTo>
                <a:lnTo>
                  <a:pt x="171450" y="257175"/>
                </a:lnTo>
                <a:lnTo>
                  <a:pt x="228600" y="257175"/>
                </a:lnTo>
                <a:lnTo>
                  <a:pt x="257175" y="228600"/>
                </a:lnTo>
                <a:lnTo>
                  <a:pt x="257175" y="171450"/>
                </a:lnTo>
                <a:lnTo>
                  <a:pt x="247650" y="161925"/>
                </a:lnTo>
                <a:lnTo>
                  <a:pt x="247650" y="152400"/>
                </a:lnTo>
                <a:lnTo>
                  <a:pt x="238125" y="152400"/>
                </a:lnTo>
                <a:lnTo>
                  <a:pt x="228600" y="142875"/>
                </a:lnTo>
                <a:lnTo>
                  <a:pt x="219075" y="142875"/>
                </a:lnTo>
                <a:lnTo>
                  <a:pt x="209550" y="133350"/>
                </a:lnTo>
                <a:close/>
              </a:path>
            </a:pathLst>
          </a:custGeom>
          <a:noFill xmlns:a="http://schemas.openxmlformats.org/drawingml/2006/main"/>
          <a:ln xmlns:a="http://schemas.openxmlformats.org/drawingml/2006/main" w="20955">
            <a:solidFill>
              <a:srgbClr val="FF382E"/>
            </a:solidFill>
          </a:ln>
        </p:spPr>
      </p:sp>
      <p:sp>
        <p:nvSpPr>
          <p:cNvPr id="117" name="out-contour-frame">
            <a:extLst xmlns:a="http://schemas.openxmlformats.org/drawingml/2006/main">
              <a:ext uri="{FF2B5EF4-FFF2-40B4-BE49-F238E27FC236}">
                <a16:creationId xmlns:a16="http://schemas.microsoft.com/office/drawing/2014/main" id="{C3B41BE8-2012-4494-B989-B4395E25F4E4}"/>
              </a:ext>
            </a:extLst>
          </p:cNvPr>
          <p:cNvSpPr>
            <a:spLocks xmlns:a="http://schemas.openxmlformats.org/drawingml/2006/main" noGrp="1"/>
          </p:cNvSpPr>
          <p:nvPr/>
        </p:nvSpPr>
        <p:spPr>
          <a:xfrm xmlns:a="http://schemas.openxmlformats.org/drawingml/2006/main">
            <a:off x="11125200" y="4591050"/>
            <a:ext cx="838200" cy="838200"/>
          </a:xfrm>
          <a:prstGeom xmlns:a="http://schemas.openxmlformats.org/drawingml/2006/main" prst="rect">
            <a:avLst/>
          </a:prstGeom>
          <a:noFill xmlns:a="http://schemas.openxmlformats.org/drawingml/2006/main"/>
          <a:ln xmlns:a="http://schemas.openxmlformats.org/drawingml/2006/main" w="11430">
            <a:solidFill>
              <a:srgbClr val="94A5AE"/>
            </a:solidFill>
            <a:prstDash val="solid"/>
          </a:ln>
        </p:spPr>
      </p:sp>
      <p:sp>
        <p:nvSpPr>
          <p:cNvPr id="118" name="out-heatmap-label">
            <a:extLst xmlns:a="http://schemas.openxmlformats.org/drawingml/2006/main">
              <a:ext uri="{FF2B5EF4-FFF2-40B4-BE49-F238E27FC236}">
                <a16:creationId xmlns:a16="http://schemas.microsoft.com/office/drawing/2014/main" id="{982DA9D4-1CB8-45E9-A568-1C5F5E74CF31}"/>
              </a:ext>
            </a:extLst>
          </p:cNvPr>
          <p:cNvSpPr>
            <a:spLocks xmlns:a="http://schemas.openxmlformats.org/drawingml/2006/main" noGrp="1"/>
          </p:cNvSpPr>
          <p:nvPr/>
        </p:nvSpPr>
        <p:spPr>
          <a:xfrm xmlns:a="http://schemas.openxmlformats.org/drawingml/2006/main">
            <a:off x="10153650" y="5524500"/>
            <a:ext cx="914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score</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map</a:t>
            </a:r>
          </a:p>
        </p:txBody>
      </p:sp>
      <p:sp>
        <p:nvSpPr>
          <p:cNvPr id="119" name="out-contour-label">
            <a:extLst xmlns:a="http://schemas.openxmlformats.org/drawingml/2006/main">
              <a:ext uri="{FF2B5EF4-FFF2-40B4-BE49-F238E27FC236}">
                <a16:creationId xmlns:a16="http://schemas.microsoft.com/office/drawing/2014/main" id="{96D77672-FDA4-4647-9189-D03532874786}"/>
              </a:ext>
            </a:extLst>
          </p:cNvPr>
          <p:cNvSpPr>
            <a:spLocks xmlns:a="http://schemas.openxmlformats.org/drawingml/2006/main" noGrp="1"/>
          </p:cNvSpPr>
          <p:nvPr/>
        </p:nvSpPr>
        <p:spPr>
          <a:xfrm xmlns:a="http://schemas.openxmlformats.org/drawingml/2006/main">
            <a:off x="11068050" y="5524500"/>
            <a:ext cx="914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contour</a:t>
            </a:r>
          </a:p>
        </p:txBody>
      </p:sp>
      <p:sp>
        <p:nvSpPr>
          <p:cNvPr id="120" name="query-label">
            <a:extLst xmlns:a="http://schemas.openxmlformats.org/drawingml/2006/main">
              <a:ext uri="{FF2B5EF4-FFF2-40B4-BE49-F238E27FC236}">
                <a16:creationId xmlns:a16="http://schemas.microsoft.com/office/drawing/2014/main" id="{AE782497-545E-438C-8C6E-6B859C7C6C38}"/>
              </a:ext>
            </a:extLst>
          </p:cNvPr>
          <p:cNvSpPr>
            <a:spLocks xmlns:a="http://schemas.openxmlformats.org/drawingml/2006/main" noGrp="1"/>
          </p:cNvSpPr>
          <p:nvPr/>
        </p:nvSpPr>
        <p:spPr>
          <a:xfrm xmlns:a="http://schemas.openxmlformats.org/drawingml/2006/main">
            <a:off x="304800" y="62103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query</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image</a:t>
            </a:r>
          </a:p>
        </p:txBody>
      </p:sp>
      <p:sp>
        <p:nvSpPr>
          <p:cNvPr id="121" name="qb-label">
            <a:extLst xmlns:a="http://schemas.openxmlformats.org/drawingml/2006/main">
              <a:ext uri="{FF2B5EF4-FFF2-40B4-BE49-F238E27FC236}">
                <a16:creationId xmlns:a16="http://schemas.microsoft.com/office/drawing/2014/main" id="{BB6A1AD3-8AC0-471C-B870-D2BC51F4FF2E}"/>
              </a:ext>
            </a:extLst>
          </p:cNvPr>
          <p:cNvSpPr>
            <a:spLocks xmlns:a="http://schemas.openxmlformats.org/drawingml/2006/main" noGrp="1"/>
          </p:cNvSpPr>
          <p:nvPr/>
        </p:nvSpPr>
        <p:spPr>
          <a:xfrm xmlns:a="http://schemas.openxmlformats.org/drawingml/2006/main">
            <a:off x="1905000" y="6210300"/>
            <a:ext cx="2438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same modules</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as (a)</a:t>
            </a:r>
          </a:p>
        </p:txBody>
      </p:sp>
      <p:sp>
        <p:nvSpPr>
          <p:cNvPr id="122" name="qa-label">
            <a:extLst xmlns:a="http://schemas.openxmlformats.org/drawingml/2006/main">
              <a:ext uri="{FF2B5EF4-FFF2-40B4-BE49-F238E27FC236}">
                <a16:creationId xmlns:a16="http://schemas.microsoft.com/office/drawing/2014/main" id="{AB34C9E9-23ED-4645-8756-52CD80574C17}"/>
              </a:ext>
            </a:extLst>
          </p:cNvPr>
          <p:cNvSpPr>
            <a:spLocks xmlns:a="http://schemas.openxmlformats.org/drawingml/2006/main" noGrp="1"/>
          </p:cNvSpPr>
          <p:nvPr/>
        </p:nvSpPr>
        <p:spPr>
          <a:xfrm xmlns:a="http://schemas.openxmlformats.org/drawingml/2006/main">
            <a:off x="4610100" y="6210300"/>
            <a:ext cx="1238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align +</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ℓ2 unit</a:t>
            </a:r>
          </a:p>
        </p:txBody>
      </p:sp>
      <p:sp>
        <p:nvSpPr>
          <p:cNvPr id="123" name="match-label">
            <a:extLst xmlns:a="http://schemas.openxmlformats.org/drawingml/2006/main">
              <a:ext uri="{FF2B5EF4-FFF2-40B4-BE49-F238E27FC236}">
                <a16:creationId xmlns:a16="http://schemas.microsoft.com/office/drawing/2014/main" id="{1C76F81B-DBED-4590-8056-9611F3B096CF}"/>
              </a:ext>
            </a:extLst>
          </p:cNvPr>
          <p:cNvSpPr>
            <a:spLocks xmlns:a="http://schemas.openxmlformats.org/drawingml/2006/main" noGrp="1"/>
          </p:cNvSpPr>
          <p:nvPr/>
        </p:nvSpPr>
        <p:spPr>
          <a:xfrm xmlns:a="http://schemas.openxmlformats.org/drawingml/2006/main">
            <a:off x="6115050" y="6210300"/>
            <a:ext cx="37719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J</a:t>
            </a:r>
            <a:r>
              <a:rPr sz="2250" b="0" i="0">
                <a:solidFill>
                  <a:srgbClr val="1E2E38"/>
                </a:solidFill>
                <a:latin typeface="Times New Roman"/>
                <a:ea typeface="Times New Roman"/>
                <a:cs typeface="Times New Roman"/>
              </a:rPr>
              <a:t>: one shared row</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L</a:t>
            </a:r>
            <a:r>
              <a:rPr sz="2250" b="0" i="0">
                <a:solidFill>
                  <a:srgbClr val="1E2E38"/>
                </a:solidFill>
                <a:latin typeface="Times New Roman"/>
                <a:ea typeface="Times New Roman"/>
                <a:cs typeface="Times New Roman"/>
              </a:rPr>
              <a:t>: per-branch rows</a:t>
            </a:r>
          </a:p>
        </p:txBody>
      </p:sp>
      <p:sp>
        <p:nvSpPr>
          <p:cNvPr id="124" name="out-label">
            <a:extLst xmlns:a="http://schemas.openxmlformats.org/drawingml/2006/main">
              <a:ext uri="{FF2B5EF4-FFF2-40B4-BE49-F238E27FC236}">
                <a16:creationId xmlns:a16="http://schemas.microsoft.com/office/drawing/2014/main" id="{2DD2E009-4E09-405E-9668-FBA433398B1D}"/>
              </a:ext>
            </a:extLst>
          </p:cNvPr>
          <p:cNvSpPr>
            <a:spLocks xmlns:a="http://schemas.openxmlformats.org/drawingml/2006/main" noGrp="1"/>
          </p:cNvSpPr>
          <p:nvPr/>
        </p:nvSpPr>
        <p:spPr>
          <a:xfrm xmlns:a="http://schemas.openxmlformats.org/drawingml/2006/main">
            <a:off x="10153650" y="6210300"/>
            <a:ext cx="1828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same query</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(threshold)</a:t>
            </a:r>
          </a:p>
        </p:txBody>
      </p:sp>
      <p:sp>
        <p:nvSpPr>
          <p:cNvPr id="125" name="anchor-14">
            <a:extLst xmlns:a="http://schemas.openxmlformats.org/drawingml/2006/main">
              <a:ext uri="{FF2B5EF4-FFF2-40B4-BE49-F238E27FC236}">
                <a16:creationId xmlns:a16="http://schemas.microsoft.com/office/drawing/2014/main" id="{4C1FD8E9-9E92-4B81-89AB-1CAAF1DA6FBA}"/>
              </a:ext>
            </a:extLst>
          </p:cNvPr>
          <p:cNvSpPr>
            <a:spLocks xmlns:a="http://schemas.openxmlformats.org/drawingml/2006/main" noGrp="1"/>
          </p:cNvSpPr>
          <p:nvPr/>
        </p:nvSpPr>
        <p:spPr>
          <a:xfrm xmlns:a="http://schemas.openxmlformats.org/drawingml/2006/main">
            <a:off x="11806238" y="271938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26" name="anchor-15">
            <a:extLst xmlns:a="http://schemas.openxmlformats.org/drawingml/2006/main">
              <a:ext uri="{FF2B5EF4-FFF2-40B4-BE49-F238E27FC236}">
                <a16:creationId xmlns:a16="http://schemas.microsoft.com/office/drawing/2014/main" id="{55A3B3E2-D602-45CB-8716-9259340300C2}"/>
              </a:ext>
            </a:extLst>
          </p:cNvPr>
          <p:cNvSpPr>
            <a:spLocks xmlns:a="http://schemas.openxmlformats.org/drawingml/2006/main" noGrp="1"/>
          </p:cNvSpPr>
          <p:nvPr/>
        </p:nvSpPr>
        <p:spPr>
          <a:xfrm xmlns:a="http://schemas.openxmlformats.org/drawingml/2006/main">
            <a:off x="11806238" y="342423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65" name=""/>
          <p:cNvCxnSpPr>
            <a:stCxn xmlns:a="http://schemas.openxmlformats.org/drawingml/2006/main" id="125" idx="2"/>
            <a:endCxn xmlns:a="http://schemas.openxmlformats.org/drawingml/2006/main" id="126" idx="0"/>
          </p:cNvCxnSpPr>
          <p:nvPr/>
        </p:nvCxnSpPr>
        <p:spPr>
          <a:xfrm xmlns:a="http://schemas.openxmlformats.org/drawingml/2006/main">
            <a:off x="11811001" y="2728913"/>
            <a:ext cx="0" cy="695325"/>
          </a:xfrm>
          <a:prstGeom xmlns:a="http://schemas.openxmlformats.org/drawingml/2006/main" prst="straightConnector1">
            <a:avLst/>
          </a:prstGeom>
          <a:ln xmlns:a="http://schemas.openxmlformats.org/drawingml/2006/main" w="15240">
            <a:solidFill>
              <a:srgbClr val="5C7386"/>
            </a:solidFill>
            <a:prstDash val="dash"/>
            <a:headEnd type="none" w="med" len="med"/>
          </a:ln>
        </p:spPr>
      </p:cxnSp>
      <p:sp>
        <p:nvSpPr>
          <p:cNvPr id="128" name="anchor-16">
            <a:extLst xmlns:a="http://schemas.openxmlformats.org/drawingml/2006/main">
              <a:ext uri="{FF2B5EF4-FFF2-40B4-BE49-F238E27FC236}">
                <a16:creationId xmlns:a16="http://schemas.microsoft.com/office/drawing/2014/main" id="{9C47E43A-4605-4B69-992B-B9918284C216}"/>
              </a:ext>
            </a:extLst>
          </p:cNvPr>
          <p:cNvSpPr>
            <a:spLocks xmlns:a="http://schemas.openxmlformats.org/drawingml/2006/main" noGrp="1"/>
          </p:cNvSpPr>
          <p:nvPr/>
        </p:nvSpPr>
        <p:spPr>
          <a:xfrm xmlns:a="http://schemas.openxmlformats.org/drawingml/2006/main">
            <a:off x="11806238" y="342423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29" name="anchor-17">
            <a:extLst xmlns:a="http://schemas.openxmlformats.org/drawingml/2006/main">
              <a:ext uri="{FF2B5EF4-FFF2-40B4-BE49-F238E27FC236}">
                <a16:creationId xmlns:a16="http://schemas.microsoft.com/office/drawing/2014/main" id="{68033CB5-0580-4695-BA62-489A6D48C9F0}"/>
              </a:ext>
            </a:extLst>
          </p:cNvPr>
          <p:cNvSpPr>
            <a:spLocks xmlns:a="http://schemas.openxmlformats.org/drawingml/2006/main" noGrp="1"/>
          </p:cNvSpPr>
          <p:nvPr/>
        </p:nvSpPr>
        <p:spPr>
          <a:xfrm xmlns:a="http://schemas.openxmlformats.org/drawingml/2006/main">
            <a:off x="9615488" y="342423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68" name=""/>
          <p:cNvCxnSpPr>
            <a:stCxn xmlns:a="http://schemas.openxmlformats.org/drawingml/2006/main" id="128" idx="1"/>
            <a:endCxn xmlns:a="http://schemas.openxmlformats.org/drawingml/2006/main" id="129" idx="3"/>
          </p:cNvCxnSpPr>
          <p:nvPr/>
        </p:nvCxnSpPr>
        <p:spPr>
          <a:xfrm xmlns:a="http://schemas.openxmlformats.org/drawingml/2006/main" flipH="1">
            <a:off x="9625013" y="3429001"/>
            <a:ext cx="2181225" cy="0"/>
          </a:xfrm>
          <a:prstGeom xmlns:a="http://schemas.openxmlformats.org/drawingml/2006/main" prst="straightConnector1">
            <a:avLst/>
          </a:prstGeom>
          <a:ln xmlns:a="http://schemas.openxmlformats.org/drawingml/2006/main" w="15240">
            <a:solidFill>
              <a:srgbClr val="5C7386"/>
            </a:solidFill>
            <a:prstDash val="dash"/>
            <a:headEnd type="none" w="med" len="med"/>
          </a:ln>
        </p:spPr>
      </p:cxnSp>
      <p:sp>
        <p:nvSpPr>
          <p:cNvPr id="131" name="anchor-18">
            <a:extLst xmlns:a="http://schemas.openxmlformats.org/drawingml/2006/main">
              <a:ext uri="{FF2B5EF4-FFF2-40B4-BE49-F238E27FC236}">
                <a16:creationId xmlns:a16="http://schemas.microsoft.com/office/drawing/2014/main" id="{9DB9EEC6-224C-4AF7-A223-82F07BB29621}"/>
              </a:ext>
            </a:extLst>
          </p:cNvPr>
          <p:cNvSpPr>
            <a:spLocks xmlns:a="http://schemas.openxmlformats.org/drawingml/2006/main" noGrp="1"/>
          </p:cNvSpPr>
          <p:nvPr/>
        </p:nvSpPr>
        <p:spPr>
          <a:xfrm xmlns:a="http://schemas.openxmlformats.org/drawingml/2006/main">
            <a:off x="9615488" y="342423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32" name="anchor-19">
            <a:extLst xmlns:a="http://schemas.openxmlformats.org/drawingml/2006/main">
              <a:ext uri="{FF2B5EF4-FFF2-40B4-BE49-F238E27FC236}">
                <a16:creationId xmlns:a16="http://schemas.microsoft.com/office/drawing/2014/main" id="{E4C0CD04-AED7-49E9-96EB-2931D0C5D510}"/>
              </a:ext>
            </a:extLst>
          </p:cNvPr>
          <p:cNvSpPr>
            <a:spLocks xmlns:a="http://schemas.openxmlformats.org/drawingml/2006/main" noGrp="1"/>
          </p:cNvSpPr>
          <p:nvPr/>
        </p:nvSpPr>
        <p:spPr>
          <a:xfrm xmlns:a="http://schemas.openxmlformats.org/drawingml/2006/main">
            <a:off x="9615488" y="424338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271" name=""/>
          <p:cNvCxnSpPr>
            <a:stCxn xmlns:a="http://schemas.openxmlformats.org/drawingml/2006/main" id="131" idx="2"/>
            <a:endCxn xmlns:a="http://schemas.openxmlformats.org/drawingml/2006/main" id="132" idx="0"/>
          </p:cNvCxnSpPr>
          <p:nvPr/>
        </p:nvCxnSpPr>
        <p:spPr>
          <a:xfrm xmlns:a="http://schemas.openxmlformats.org/drawingml/2006/main">
            <a:off x="9620251" y="3433763"/>
            <a:ext cx="0" cy="809625"/>
          </a:xfrm>
          <a:prstGeom xmlns:a="http://schemas.openxmlformats.org/drawingml/2006/main" prst="straightConnector1">
            <a:avLst/>
          </a:prstGeom>
          <a:ln xmlns:a="http://schemas.openxmlformats.org/drawingml/2006/main" w="15240">
            <a:solidFill>
              <a:srgbClr val="5C7386"/>
            </a:solidFill>
            <a:prstDash val="dash"/>
            <a:headEnd type="triangle" w="med" len="med"/>
          </a:ln>
        </p:spPr>
      </p:cxnSp>
      <p:sp>
        <p:nvSpPr>
          <p:cNvPr id="134" name="read-guide-label">
            <a:extLst xmlns:a="http://schemas.openxmlformats.org/drawingml/2006/main">
              <a:ext uri="{FF2B5EF4-FFF2-40B4-BE49-F238E27FC236}">
                <a16:creationId xmlns:a16="http://schemas.microsoft.com/office/drawing/2014/main" id="{BC4FE1FC-1038-4178-B086-DCEEE69B5298}"/>
              </a:ext>
            </a:extLst>
          </p:cNvPr>
          <p:cNvSpPr>
            <a:spLocks xmlns:a="http://schemas.openxmlformats.org/drawingml/2006/main" noGrp="1"/>
          </p:cNvSpPr>
          <p:nvPr/>
        </p:nvSpPr>
        <p:spPr>
          <a:xfrm xmlns:a="http://schemas.openxmlformats.org/drawingml/2006/main">
            <a:off x="10039350" y="350520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C7386"/>
                </a:solidFill>
                <a:latin typeface="Times New Roman"/>
                <a:ea typeface="Times New Roman"/>
                <a:cs typeface="Times New Roman"/>
              </a:defRPr>
            </a:pPr>
            <a:r>
              <a:rPr sz="2250" b="0" i="0">
                <a:solidFill>
                  <a:srgbClr val="5C7386"/>
                </a:solidFill>
                <a:latin typeface="Times New Roman"/>
                <a:ea typeface="Times New Roman"/>
                <a:cs typeface="Times New Roman"/>
              </a:rPr>
              <a:t>read only</a:t>
            </a:r>
          </a:p>
        </p:txBody>
      </p:sp>
      <p:sp>
        <p:nvSpPr>
          <p:cNvPr id="135" name="footer-line-1">
            <a:extLst xmlns:a="http://schemas.openxmlformats.org/drawingml/2006/main">
              <a:ext uri="{FF2B5EF4-FFF2-40B4-BE49-F238E27FC236}">
                <a16:creationId xmlns:a16="http://schemas.microsoft.com/office/drawing/2014/main" id="{CD0CCCD6-7C52-4412-A635-80C2DEDB5832}"/>
              </a:ext>
            </a:extLst>
          </p:cNvPr>
          <p:cNvSpPr>
            <a:spLocks xmlns:a="http://schemas.openxmlformats.org/drawingml/2006/main" noGrp="1"/>
          </p:cNvSpPr>
          <p:nvPr/>
        </p:nvSpPr>
        <p:spPr>
          <a:xfrm xmlns:a="http://schemas.openxmlformats.org/drawingml/2006/main">
            <a:off x="304800" y="7010400"/>
            <a:ext cx="11582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Controlled factors: fixed weights · </a:t>
            </a:r>
            <a:r>
              <a:rPr sz="2250" b="0" i="1">
                <a:solidFill>
                  <a:srgbClr val="1E2E38"/>
                </a:solidFill>
                <a:latin typeface="Times New Roman"/>
                <a:ea typeface="Times New Roman"/>
                <a:cs typeface="Times New Roman"/>
              </a:rPr>
              <a:t>DUP</a:t>
            </a:r>
            <a:r>
              <a:rPr sz="2250" b="0" i="0">
                <a:solidFill>
                  <a:srgbClr val="1E2E38"/>
                </a:solidFill>
                <a:latin typeface="Times New Roman"/>
                <a:ea typeface="Times New Roman"/>
                <a:cs typeface="Times New Roman"/>
              </a:rPr>
              <a:t> vs </a:t>
            </a:r>
            <a:r>
              <a:rPr sz="2250" b="0" i="1">
                <a:solidFill>
                  <a:srgbClr val="1E2E38"/>
                </a:solidFill>
                <a:latin typeface="Times New Roman"/>
                <a:ea typeface="Times New Roman"/>
                <a:cs typeface="Times New Roman"/>
              </a:rPr>
              <a:t>TRI</a:t>
            </a:r>
            <a:r>
              <a:rPr sz="2250" b="0" i="0">
                <a:solidFill>
                  <a:srgbClr val="1E2E38"/>
                </a:solidFill>
                <a:latin typeface="Times New Roman"/>
                <a:ea typeface="Times New Roman"/>
                <a:cs typeface="Times New Roman"/>
              </a:rPr>
              <a:t> · shared vs independent matching</a:t>
            </a:r>
          </a:p>
        </p:txBody>
      </p:sp>
      <p:sp>
        <p:nvSpPr>
          <p:cNvPr id="136" name="footer-line-2">
            <a:extLst xmlns:a="http://schemas.openxmlformats.org/drawingml/2006/main">
              <a:ext uri="{FF2B5EF4-FFF2-40B4-BE49-F238E27FC236}">
                <a16:creationId xmlns:a16="http://schemas.microsoft.com/office/drawing/2014/main" id="{094D191B-AD64-4F11-B4F6-46DF9E9456B1}"/>
              </a:ext>
            </a:extLst>
          </p:cNvPr>
          <p:cNvSpPr>
            <a:spLocks xmlns:a="http://schemas.openxmlformats.org/drawingml/2006/main" noGrp="1"/>
          </p:cNvSpPr>
          <p:nvPr/>
        </p:nvSpPr>
        <p:spPr>
          <a:xfrm xmlns:a="http://schemas.openxmlformats.org/drawingml/2006/main">
            <a:off x="304800" y="7372350"/>
            <a:ext cx="11582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patch score → 448 resize → Gaussian σ = 4 → anomaly map; image score = spatial max</a:t>
            </a:r>
          </a:p>
        </p:txBody>
      </p:sp>
      <p:sp>
        <p:nvSpPr>
          <p:cNvPr id="137" name="footer-line-3">
            <a:extLst xmlns:a="http://schemas.openxmlformats.org/drawingml/2006/main">
              <a:ext uri="{FF2B5EF4-FFF2-40B4-BE49-F238E27FC236}">
                <a16:creationId xmlns:a16="http://schemas.microsoft.com/office/drawing/2014/main" id="{7C4142F3-15C1-4886-9FEA-5F59B580FDEB}"/>
              </a:ext>
            </a:extLst>
          </p:cNvPr>
          <p:cNvSpPr>
            <a:spLocks xmlns:a="http://schemas.openxmlformats.org/drawingml/2006/main" noGrp="1"/>
          </p:cNvSpPr>
          <p:nvPr/>
        </p:nvSpPr>
        <p:spPr>
          <a:xfrm xmlns:a="http://schemas.openxmlformats.org/drawingml/2006/main">
            <a:off x="304800" y="7734300"/>
            <a:ext cx="11582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The extra branch is an experimental construction, not a runtime switch.</a:t>
            </a:r>
          </a:p>
        </p:txBody>
      </p:sp>
      <p:sp>
        <p:nvSpPr>
          <p:cNvPr id="138" name="footer-line-4">
            <a:extLst xmlns:a="http://schemas.openxmlformats.org/drawingml/2006/main">
              <a:ext uri="{FF2B5EF4-FFF2-40B4-BE49-F238E27FC236}">
                <a16:creationId xmlns:a16="http://schemas.microsoft.com/office/drawing/2014/main" id="{1DA5F8FF-BB2B-4C96-89E1-2669D672ABAA}"/>
              </a:ext>
            </a:extLst>
          </p:cNvPr>
          <p:cNvSpPr>
            <a:spLocks xmlns:a="http://schemas.openxmlformats.org/drawingml/2006/main" noGrp="1"/>
          </p:cNvSpPr>
          <p:nvPr/>
        </p:nvSpPr>
        <p:spPr>
          <a:xfrm xmlns:a="http://schemas.openxmlformats.org/drawingml/2006/main">
            <a:off x="304800" y="8096250"/>
            <a:ext cx="11582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DUP</a:t>
            </a:r>
            <a:r>
              <a:rPr sz="2250" b="0" i="0">
                <a:solidFill>
                  <a:srgbClr val="5E717C"/>
                </a:solidFill>
                <a:latin typeface="Times New Roman"/>
                <a:ea typeface="Times New Roman"/>
                <a:cs typeface="Times New Roman"/>
              </a:rPr>
              <a:t> does not train a new model; the bank is fixed and read only.</a:t>
            </a:r>
          </a:p>
        </p:txBody>
      </p:sp>
    </p:spTree>
    <p:extLst>
      <p:ext uri="{BB962C8B-B14F-4D97-AF65-F5344CB8AC3E}">
        <p14:creationId xmlns:p14="http://schemas.microsoft.com/office/powerpoint/2010/main" val="10411422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2" name="band-a">
            <a:extLst xmlns:a="http://schemas.openxmlformats.org/drawingml/2006/main">
              <a:ext uri="{FF2B5EF4-FFF2-40B4-BE49-F238E27FC236}">
                <a16:creationId xmlns:a16="http://schemas.microsoft.com/office/drawing/2014/main" id="{FBF03228-5D89-4391-8625-C7EA47C271CD}"/>
              </a:ext>
            </a:extLst>
          </p:cNvPr>
          <p:cNvSpPr>
            <a:spLocks xmlns:a="http://schemas.openxmlformats.org/drawingml/2006/main" noGrp="1"/>
          </p:cNvSpPr>
          <p:nvPr/>
        </p:nvSpPr>
        <p:spPr>
          <a:xfrm xmlns:a="http://schemas.openxmlformats.org/drawingml/2006/main">
            <a:off x="152400" y="76200"/>
            <a:ext cx="11887200" cy="259080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band-b">
            <a:extLst xmlns:a="http://schemas.openxmlformats.org/drawingml/2006/main">
              <a:ext uri="{FF2B5EF4-FFF2-40B4-BE49-F238E27FC236}">
                <a16:creationId xmlns:a16="http://schemas.microsoft.com/office/drawing/2014/main" id="{C2C7B28D-7017-4B49-957E-CFB6F40666D3}"/>
              </a:ext>
            </a:extLst>
          </p:cNvPr>
          <p:cNvSpPr>
            <a:spLocks xmlns:a="http://schemas.openxmlformats.org/drawingml/2006/main" noGrp="1"/>
          </p:cNvSpPr>
          <p:nvPr/>
        </p:nvSpPr>
        <p:spPr>
          <a:xfrm xmlns:a="http://schemas.openxmlformats.org/drawingml/2006/main">
            <a:off x="152400" y="2762250"/>
            <a:ext cx="11887200" cy="259080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3" name="band-c">
            <a:extLst xmlns:a="http://schemas.openxmlformats.org/drawingml/2006/main">
              <a:ext uri="{FF2B5EF4-FFF2-40B4-BE49-F238E27FC236}">
                <a16:creationId xmlns:a16="http://schemas.microsoft.com/office/drawing/2014/main" id="{77882C3C-B921-41B7-8D8E-5C522D2B7D92}"/>
              </a:ext>
            </a:extLst>
          </p:cNvPr>
          <p:cNvSpPr>
            <a:spLocks xmlns:a="http://schemas.openxmlformats.org/drawingml/2006/main" noGrp="1"/>
          </p:cNvSpPr>
          <p:nvPr/>
        </p:nvSpPr>
        <p:spPr>
          <a:xfrm xmlns:a="http://schemas.openxmlformats.org/drawingml/2006/main">
            <a:off x="152400" y="5448300"/>
            <a:ext cx="11887200" cy="2762250"/>
          </a:xfrm>
          <a:prstGeom xmlns:a="http://schemas.openxmlformats.org/drawingml/2006/main" prst="rect">
            <a:avLst/>
          </a:prstGeom>
          <a:solidFill xmlns:a="http://schemas.openxmlformats.org/drawingml/2006/main">
            <a:srgbClr val="F7F8F9"/>
          </a:solidFill>
          <a:ln xmlns:a="http://schemas.openxmlformats.org/drawingml/2006/main" w="0">
            <a:noFill/>
            <a:prstDash val="solid"/>
          </a:ln>
        </p:spPr>
      </p:sp>
      <p:sp>
        <p:nvSpPr>
          <p:cNvPr id="4" name="sec-a-chip">
            <a:extLst xmlns:a="http://schemas.openxmlformats.org/drawingml/2006/main">
              <a:ext uri="{FF2B5EF4-FFF2-40B4-BE49-F238E27FC236}">
                <a16:creationId xmlns:a16="http://schemas.microsoft.com/office/drawing/2014/main" id="{041ED411-0278-4F98-97AC-50BEEA3180C0}"/>
              </a:ext>
            </a:extLst>
          </p:cNvPr>
          <p:cNvSpPr>
            <a:spLocks xmlns:a="http://schemas.openxmlformats.org/drawingml/2006/main" noGrp="1"/>
          </p:cNvSpPr>
          <p:nvPr/>
        </p:nvSpPr>
        <p:spPr>
          <a:xfrm xmlns:a="http://schemas.openxmlformats.org/drawingml/2006/main">
            <a:off x="304800" y="1714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 name="sec-a-chip-text">
            <a:extLst xmlns:a="http://schemas.openxmlformats.org/drawingml/2006/main">
              <a:ext uri="{FF2B5EF4-FFF2-40B4-BE49-F238E27FC236}">
                <a16:creationId xmlns:a16="http://schemas.microsoft.com/office/drawing/2014/main" id="{2CAAC3C7-A8BF-44C3-9789-F9A7767F5367}"/>
              </a:ext>
            </a:extLst>
          </p:cNvPr>
          <p:cNvSpPr>
            <a:spLocks xmlns:a="http://schemas.openxmlformats.org/drawingml/2006/main" noGrp="1"/>
          </p:cNvSpPr>
          <p:nvPr/>
        </p:nvSpPr>
        <p:spPr>
          <a:xfrm xmlns:a="http://schemas.openxmlformats.org/drawingml/2006/main">
            <a:off x="323850" y="1714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6" name="sec-a">
            <a:extLst xmlns:a="http://schemas.openxmlformats.org/drawingml/2006/main">
              <a:ext uri="{FF2B5EF4-FFF2-40B4-BE49-F238E27FC236}">
                <a16:creationId xmlns:a16="http://schemas.microsoft.com/office/drawing/2014/main" id="{D2461FFE-27CE-4DCF-98D3-CE6B28CC7A0E}"/>
              </a:ext>
            </a:extLst>
          </p:cNvPr>
          <p:cNvSpPr>
            <a:spLocks xmlns:a="http://schemas.openxmlformats.org/drawingml/2006/main" noGrp="1"/>
          </p:cNvSpPr>
          <p:nvPr/>
        </p:nvSpPr>
        <p:spPr>
          <a:xfrm xmlns:a="http://schemas.openxmlformats.org/drawingml/2006/main">
            <a:off x="876300" y="133350"/>
            <a:ext cx="685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One query patch and the candidate rows</a:t>
            </a:r>
          </a:p>
        </p:txBody>
      </p:sp>
      <p:sp>
        <p:nvSpPr>
          <p:cNvPr id="7" name="query-patch">
            <a:extLst xmlns:a="http://schemas.openxmlformats.org/drawingml/2006/main">
              <a:ext uri="{FF2B5EF4-FFF2-40B4-BE49-F238E27FC236}">
                <a16:creationId xmlns:a16="http://schemas.microsoft.com/office/drawing/2014/main" id="{5C3646E5-17A0-4FF4-AA3E-71C2D194DAE8}"/>
              </a:ext>
            </a:extLst>
          </p:cNvPr>
          <p:cNvSpPr>
            <a:spLocks xmlns:a="http://schemas.openxmlformats.org/drawingml/2006/main" noGrp="1"/>
          </p:cNvSpPr>
          <p:nvPr/>
        </p:nvSpPr>
        <p:spPr>
          <a:xfrm xmlns:a="http://schemas.openxmlformats.org/drawingml/2006/main">
            <a:off x="304800" y="762000"/>
            <a:ext cx="1066800" cy="10668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5240">
            <a:solidFill>
              <a:srgbClr val="94A5AE"/>
            </a:solidFill>
            <a:prstDash val="solid"/>
          </a:ln>
        </p:spPr>
      </p:sp>
      <p:sp>
        <p:nvSpPr>
          <p:cNvPr id="8" name="query-cell-0-0">
            <a:extLst xmlns:a="http://schemas.openxmlformats.org/drawingml/2006/main">
              <a:ext uri="{FF2B5EF4-FFF2-40B4-BE49-F238E27FC236}">
                <a16:creationId xmlns:a16="http://schemas.microsoft.com/office/drawing/2014/main" id="{2B7C3CD8-6205-4D1B-B758-4A5E03946C97}"/>
              </a:ext>
            </a:extLst>
          </p:cNvPr>
          <p:cNvSpPr>
            <a:spLocks xmlns:a="http://schemas.openxmlformats.org/drawingml/2006/main" noGrp="1"/>
          </p:cNvSpPr>
          <p:nvPr/>
        </p:nvSpPr>
        <p:spPr>
          <a:xfrm xmlns:a="http://schemas.openxmlformats.org/drawingml/2006/main">
            <a:off x="419100" y="876300"/>
            <a:ext cx="381000" cy="381000"/>
          </a:xfrm>
          <a:prstGeom xmlns:a="http://schemas.openxmlformats.org/drawingml/2006/main" prst="rect">
            <a:avLst/>
          </a:prstGeom>
          <a:solidFill xmlns:a="http://schemas.openxmlformats.org/drawingml/2006/main">
            <a:srgbClr val="EDF1F3"/>
          </a:solidFill>
          <a:ln xmlns:a="http://schemas.openxmlformats.org/drawingml/2006/main" w="9525">
            <a:solidFill>
              <a:srgbClr val="94A5AE"/>
            </a:solidFill>
            <a:prstDash val="solid"/>
          </a:ln>
        </p:spPr>
      </p:sp>
      <p:sp>
        <p:nvSpPr>
          <p:cNvPr id="9" name="query-cell-0-1">
            <a:extLst xmlns:a="http://schemas.openxmlformats.org/drawingml/2006/main">
              <a:ext uri="{FF2B5EF4-FFF2-40B4-BE49-F238E27FC236}">
                <a16:creationId xmlns:a16="http://schemas.microsoft.com/office/drawing/2014/main" id="{81DB60BA-AAA7-4FC4-8599-D96E4BCA3DF3}"/>
              </a:ext>
            </a:extLst>
          </p:cNvPr>
          <p:cNvSpPr>
            <a:spLocks xmlns:a="http://schemas.openxmlformats.org/drawingml/2006/main" noGrp="1"/>
          </p:cNvSpPr>
          <p:nvPr/>
        </p:nvSpPr>
        <p:spPr>
          <a:xfrm xmlns:a="http://schemas.openxmlformats.org/drawingml/2006/main">
            <a:off x="838200" y="876300"/>
            <a:ext cx="381000" cy="381000"/>
          </a:xfrm>
          <a:prstGeom xmlns:a="http://schemas.openxmlformats.org/drawingml/2006/main" prst="rect">
            <a:avLst/>
          </a:prstGeom>
          <a:solidFill xmlns:a="http://schemas.openxmlformats.org/drawingml/2006/main">
            <a:srgbClr val="EDF1F3"/>
          </a:solidFill>
          <a:ln xmlns:a="http://schemas.openxmlformats.org/drawingml/2006/main" w="9525">
            <a:solidFill>
              <a:srgbClr val="94A5AE"/>
            </a:solidFill>
            <a:prstDash val="solid"/>
          </a:ln>
        </p:spPr>
      </p:sp>
      <p:sp>
        <p:nvSpPr>
          <p:cNvPr id="10" name="query-cell-1-0">
            <a:extLst xmlns:a="http://schemas.openxmlformats.org/drawingml/2006/main">
              <a:ext uri="{FF2B5EF4-FFF2-40B4-BE49-F238E27FC236}">
                <a16:creationId xmlns:a16="http://schemas.microsoft.com/office/drawing/2014/main" id="{DE4D5258-C13A-4B80-8E76-3DF32F593E19}"/>
              </a:ext>
            </a:extLst>
          </p:cNvPr>
          <p:cNvSpPr>
            <a:spLocks xmlns:a="http://schemas.openxmlformats.org/drawingml/2006/main" noGrp="1"/>
          </p:cNvSpPr>
          <p:nvPr/>
        </p:nvSpPr>
        <p:spPr>
          <a:xfrm xmlns:a="http://schemas.openxmlformats.org/drawingml/2006/main">
            <a:off x="419100" y="1295400"/>
            <a:ext cx="381000" cy="381000"/>
          </a:xfrm>
          <a:prstGeom xmlns:a="http://schemas.openxmlformats.org/drawingml/2006/main" prst="rect">
            <a:avLst/>
          </a:prstGeom>
          <a:solidFill xmlns:a="http://schemas.openxmlformats.org/drawingml/2006/main">
            <a:srgbClr val="1E2E38"/>
          </a:solidFill>
          <a:ln xmlns:a="http://schemas.openxmlformats.org/drawingml/2006/main" w="9525">
            <a:solidFill>
              <a:srgbClr val="94A5AE"/>
            </a:solidFill>
            <a:prstDash val="solid"/>
          </a:ln>
        </p:spPr>
      </p:sp>
      <p:sp>
        <p:nvSpPr>
          <p:cNvPr id="11" name="query-cell-1-1">
            <a:extLst xmlns:a="http://schemas.openxmlformats.org/drawingml/2006/main">
              <a:ext uri="{FF2B5EF4-FFF2-40B4-BE49-F238E27FC236}">
                <a16:creationId xmlns:a16="http://schemas.microsoft.com/office/drawing/2014/main" id="{3E8EFF1D-F4E3-4C55-A268-CC211EB20C9F}"/>
              </a:ext>
            </a:extLst>
          </p:cNvPr>
          <p:cNvSpPr>
            <a:spLocks xmlns:a="http://schemas.openxmlformats.org/drawingml/2006/main" noGrp="1"/>
          </p:cNvSpPr>
          <p:nvPr/>
        </p:nvSpPr>
        <p:spPr>
          <a:xfrm xmlns:a="http://schemas.openxmlformats.org/drawingml/2006/main">
            <a:off x="838200" y="1295400"/>
            <a:ext cx="381000" cy="381000"/>
          </a:xfrm>
          <a:prstGeom xmlns:a="http://schemas.openxmlformats.org/drawingml/2006/main" prst="rect">
            <a:avLst/>
          </a:prstGeom>
          <a:solidFill xmlns:a="http://schemas.openxmlformats.org/drawingml/2006/main">
            <a:srgbClr val="EDF1F3"/>
          </a:solidFill>
          <a:ln xmlns:a="http://schemas.openxmlformats.org/drawingml/2006/main" w="9525">
            <a:solidFill>
              <a:srgbClr val="94A5AE"/>
            </a:solidFill>
            <a:prstDash val="solid"/>
          </a:ln>
        </p:spPr>
      </p:sp>
      <p:sp>
        <p:nvSpPr>
          <p:cNvPr id="12" name="query-label">
            <a:extLst xmlns:a="http://schemas.openxmlformats.org/drawingml/2006/main">
              <a:ext uri="{FF2B5EF4-FFF2-40B4-BE49-F238E27FC236}">
                <a16:creationId xmlns:a16="http://schemas.microsoft.com/office/drawing/2014/main" id="{6550AB14-CDF6-4766-8040-8816718D0632}"/>
              </a:ext>
            </a:extLst>
          </p:cNvPr>
          <p:cNvSpPr>
            <a:spLocks xmlns:a="http://schemas.openxmlformats.org/drawingml/2006/main" noGrp="1"/>
          </p:cNvSpPr>
          <p:nvPr/>
        </p:nvSpPr>
        <p:spPr>
          <a:xfrm xmlns:a="http://schemas.openxmlformats.org/drawingml/2006/main">
            <a:off x="419100" y="1885950"/>
            <a:ext cx="838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query</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patch</a:t>
            </a:r>
          </a:p>
        </p:txBody>
      </p:sp>
      <p:sp>
        <p:nvSpPr>
          <p:cNvPr id="13" name="grade-0">
            <a:extLst xmlns:a="http://schemas.openxmlformats.org/drawingml/2006/main">
              <a:ext uri="{FF2B5EF4-FFF2-40B4-BE49-F238E27FC236}">
                <a16:creationId xmlns:a16="http://schemas.microsoft.com/office/drawing/2014/main" id="{FA2C60A2-D72F-4248-80AD-29551DBF9484}"/>
              </a:ext>
            </a:extLst>
          </p:cNvPr>
          <p:cNvSpPr>
            <a:spLocks xmlns:a="http://schemas.openxmlformats.org/drawingml/2006/main" noGrp="1"/>
          </p:cNvSpPr>
          <p:nvPr/>
        </p:nvSpPr>
        <p:spPr>
          <a:xfrm xmlns:a="http://schemas.openxmlformats.org/drawingml/2006/main">
            <a:off x="1143000" y="7620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2E6F9E"/>
                </a:solidFill>
                <a:latin typeface="Times New Roman"/>
                <a:ea typeface="Times New Roman"/>
                <a:cs typeface="Times New Roman"/>
              </a:defRPr>
            </a:pPr>
            <a:r>
              <a:rPr sz="2250" b="1" i="0">
                <a:solidFill>
                  <a:srgbClr val="2E6F9E"/>
                </a:solidFill>
                <a:latin typeface="Times New Roman"/>
                <a:ea typeface="Times New Roman"/>
                <a:cs typeface="Times New Roman"/>
              </a:rPr>
              <a:t>branch </a:t>
            </a:r>
            <a:r>
              <a:rPr sz="2250" b="1" i="1">
                <a:solidFill>
                  <a:srgbClr val="2E6F9E"/>
                </a:solidFill>
                <a:latin typeface="Times New Roman"/>
                <a:ea typeface="Times New Roman"/>
                <a:cs typeface="Times New Roman"/>
              </a:rPr>
              <a:t>B</a:t>
            </a:r>
          </a:p>
        </p:txBody>
      </p:sp>
      <p:sp>
        <p:nvSpPr>
          <p:cNvPr id="14" name="grade-1">
            <a:extLst xmlns:a="http://schemas.openxmlformats.org/drawingml/2006/main">
              <a:ext uri="{FF2B5EF4-FFF2-40B4-BE49-F238E27FC236}">
                <a16:creationId xmlns:a16="http://schemas.microsoft.com/office/drawing/2014/main" id="{05018BC0-E616-42F0-B3E9-4015324D509A}"/>
              </a:ext>
            </a:extLst>
          </p:cNvPr>
          <p:cNvSpPr>
            <a:spLocks xmlns:a="http://schemas.openxmlformats.org/drawingml/2006/main" noGrp="1"/>
          </p:cNvSpPr>
          <p:nvPr/>
        </p:nvSpPr>
        <p:spPr>
          <a:xfrm xmlns:a="http://schemas.openxmlformats.org/drawingml/2006/main">
            <a:off x="1143000" y="12954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B27C20"/>
                </a:solidFill>
                <a:latin typeface="Times New Roman"/>
                <a:ea typeface="Times New Roman"/>
                <a:cs typeface="Times New Roman"/>
              </a:defRPr>
            </a:pPr>
            <a:r>
              <a:rPr sz="2250" b="1" i="0">
                <a:solidFill>
                  <a:srgbClr val="B27C20"/>
                </a:solidFill>
                <a:latin typeface="Times New Roman"/>
                <a:ea typeface="Times New Roman"/>
                <a:cs typeface="Times New Roman"/>
              </a:rPr>
              <a:t>branch </a:t>
            </a:r>
            <a:r>
              <a:rPr sz="2250" b="1" i="1">
                <a:solidFill>
                  <a:srgbClr val="B27C20"/>
                </a:solidFill>
                <a:latin typeface="Times New Roman"/>
                <a:ea typeface="Times New Roman"/>
                <a:cs typeface="Times New Roman"/>
              </a:rPr>
              <a:t>C</a:t>
            </a:r>
          </a:p>
        </p:txBody>
      </p:sp>
      <p:sp>
        <p:nvSpPr>
          <p:cNvPr id="15" name="grade-2">
            <a:extLst xmlns:a="http://schemas.openxmlformats.org/drawingml/2006/main">
              <a:ext uri="{FF2B5EF4-FFF2-40B4-BE49-F238E27FC236}">
                <a16:creationId xmlns:a16="http://schemas.microsoft.com/office/drawing/2014/main" id="{2C83F0C2-E214-4749-9DCA-BF168263CC1C}"/>
              </a:ext>
            </a:extLst>
          </p:cNvPr>
          <p:cNvSpPr>
            <a:spLocks xmlns:a="http://schemas.openxmlformats.org/drawingml/2006/main" noGrp="1"/>
          </p:cNvSpPr>
          <p:nvPr/>
        </p:nvSpPr>
        <p:spPr>
          <a:xfrm xmlns:a="http://schemas.openxmlformats.org/drawingml/2006/main">
            <a:off x="1143000" y="1828800"/>
            <a:ext cx="1866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6E4E9E"/>
                </a:solidFill>
                <a:latin typeface="Times New Roman"/>
                <a:ea typeface="Times New Roman"/>
                <a:cs typeface="Times New Roman"/>
              </a:defRPr>
            </a:pPr>
            <a:r>
              <a:rPr sz="2250" b="1" i="0">
                <a:solidFill>
                  <a:srgbClr val="6E4E9E"/>
                </a:solidFill>
                <a:latin typeface="Times New Roman"/>
                <a:ea typeface="Times New Roman"/>
                <a:cs typeface="Times New Roman"/>
              </a:rPr>
              <a:t>weighted sum</a:t>
            </a:r>
          </a:p>
        </p:txBody>
      </p:sp>
      <p:sp>
        <p:nvSpPr>
          <p:cNvPr id="16" name="row-B-0">
            <a:extLst xmlns:a="http://schemas.openxmlformats.org/drawingml/2006/main">
              <a:ext uri="{FF2B5EF4-FFF2-40B4-BE49-F238E27FC236}">
                <a16:creationId xmlns:a16="http://schemas.microsoft.com/office/drawing/2014/main" id="{D95D7899-8827-42F2-8CB2-A05694D25F90}"/>
              </a:ext>
            </a:extLst>
          </p:cNvPr>
          <p:cNvSpPr>
            <a:spLocks xmlns:a="http://schemas.openxmlformats.org/drawingml/2006/main" noGrp="1"/>
          </p:cNvSpPr>
          <p:nvPr/>
        </p:nvSpPr>
        <p:spPr>
          <a:xfrm xmlns:a="http://schemas.openxmlformats.org/drawingml/2006/main">
            <a:off x="30480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17" name="row-B-1">
            <a:extLst xmlns:a="http://schemas.openxmlformats.org/drawingml/2006/main">
              <a:ext uri="{FF2B5EF4-FFF2-40B4-BE49-F238E27FC236}">
                <a16:creationId xmlns:a16="http://schemas.microsoft.com/office/drawing/2014/main" id="{3417FD7A-D3E1-450C-B75C-0AC342C231F4}"/>
              </a:ext>
            </a:extLst>
          </p:cNvPr>
          <p:cNvSpPr>
            <a:spLocks xmlns:a="http://schemas.openxmlformats.org/drawingml/2006/main" noGrp="1"/>
          </p:cNvSpPr>
          <p:nvPr/>
        </p:nvSpPr>
        <p:spPr>
          <a:xfrm xmlns:a="http://schemas.openxmlformats.org/drawingml/2006/main">
            <a:off x="39243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18" name="row-B-2">
            <a:extLst xmlns:a="http://schemas.openxmlformats.org/drawingml/2006/main">
              <a:ext uri="{FF2B5EF4-FFF2-40B4-BE49-F238E27FC236}">
                <a16:creationId xmlns:a16="http://schemas.microsoft.com/office/drawing/2014/main" id="{8EB57801-F54A-4F15-A890-E83A5237BE4E}"/>
              </a:ext>
            </a:extLst>
          </p:cNvPr>
          <p:cNvSpPr>
            <a:spLocks xmlns:a="http://schemas.openxmlformats.org/drawingml/2006/main" noGrp="1"/>
          </p:cNvSpPr>
          <p:nvPr/>
        </p:nvSpPr>
        <p:spPr>
          <a:xfrm xmlns:a="http://schemas.openxmlformats.org/drawingml/2006/main">
            <a:off x="4800600" y="762000"/>
            <a:ext cx="819150" cy="361950"/>
          </a:xfrm>
          <a:prstGeom xmlns:a="http://schemas.openxmlformats.org/drawingml/2006/main" prst="rect">
            <a:avLst/>
          </a:prstGeom>
          <a:solidFill xmlns:a="http://schemas.openxmlformats.org/drawingml/2006/main">
            <a:srgbClr val="DCEBF7"/>
          </a:solidFill>
          <a:ln xmlns:a="http://schemas.openxmlformats.org/drawingml/2006/main" w="10478">
            <a:solidFill>
              <a:srgbClr val="2E6F9E"/>
            </a:solidFill>
            <a:prstDash val="solid"/>
          </a:ln>
        </p:spPr>
      </p:sp>
      <p:sp>
        <p:nvSpPr>
          <p:cNvPr id="19" name="row-B-accent-2">
            <a:extLst xmlns:a="http://schemas.openxmlformats.org/drawingml/2006/main">
              <a:ext uri="{FF2B5EF4-FFF2-40B4-BE49-F238E27FC236}">
                <a16:creationId xmlns:a16="http://schemas.microsoft.com/office/drawing/2014/main" id="{8FDCEDB8-E0EA-4D3F-A739-81D04009A3F4}"/>
              </a:ext>
            </a:extLst>
          </p:cNvPr>
          <p:cNvSpPr>
            <a:spLocks xmlns:a="http://schemas.openxmlformats.org/drawingml/2006/main" noGrp="1"/>
          </p:cNvSpPr>
          <p:nvPr/>
        </p:nvSpPr>
        <p:spPr>
          <a:xfrm xmlns:a="http://schemas.openxmlformats.org/drawingml/2006/main">
            <a:off x="4772025" y="733425"/>
            <a:ext cx="876300" cy="419100"/>
          </a:xfrm>
          <a:prstGeom xmlns:a="http://schemas.openxmlformats.org/drawingml/2006/main" prst="rect">
            <a:avLst/>
          </a:prstGeom>
          <a:noFill xmlns:a="http://schemas.openxmlformats.org/drawingml/2006/main"/>
          <a:ln xmlns:a="http://schemas.openxmlformats.org/drawingml/2006/main" w="28575">
            <a:solidFill>
              <a:srgbClr val="2E6F9E"/>
            </a:solidFill>
            <a:prstDash val="solid"/>
          </a:ln>
        </p:spPr>
      </p:sp>
      <p:sp>
        <p:nvSpPr>
          <p:cNvPr id="20" name="row-B-3">
            <a:extLst xmlns:a="http://schemas.openxmlformats.org/drawingml/2006/main">
              <a:ext uri="{FF2B5EF4-FFF2-40B4-BE49-F238E27FC236}">
                <a16:creationId xmlns:a16="http://schemas.microsoft.com/office/drawing/2014/main" id="{428F18D1-65CD-4D7C-94AD-BC9D1CAA971E}"/>
              </a:ext>
            </a:extLst>
          </p:cNvPr>
          <p:cNvSpPr>
            <a:spLocks xmlns:a="http://schemas.openxmlformats.org/drawingml/2006/main" noGrp="1"/>
          </p:cNvSpPr>
          <p:nvPr/>
        </p:nvSpPr>
        <p:spPr>
          <a:xfrm xmlns:a="http://schemas.openxmlformats.org/drawingml/2006/main">
            <a:off x="56769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21" name="row-B-4">
            <a:extLst xmlns:a="http://schemas.openxmlformats.org/drawingml/2006/main">
              <a:ext uri="{FF2B5EF4-FFF2-40B4-BE49-F238E27FC236}">
                <a16:creationId xmlns:a16="http://schemas.microsoft.com/office/drawing/2014/main" id="{6EF1E041-A1F3-41F6-B5FF-14F2A0F8EA4A}"/>
              </a:ext>
            </a:extLst>
          </p:cNvPr>
          <p:cNvSpPr>
            <a:spLocks xmlns:a="http://schemas.openxmlformats.org/drawingml/2006/main" noGrp="1"/>
          </p:cNvSpPr>
          <p:nvPr/>
        </p:nvSpPr>
        <p:spPr>
          <a:xfrm xmlns:a="http://schemas.openxmlformats.org/drawingml/2006/main">
            <a:off x="65532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22" name="row-B-5">
            <a:extLst xmlns:a="http://schemas.openxmlformats.org/drawingml/2006/main">
              <a:ext uri="{FF2B5EF4-FFF2-40B4-BE49-F238E27FC236}">
                <a16:creationId xmlns:a16="http://schemas.microsoft.com/office/drawing/2014/main" id="{65790768-3A58-42D6-9266-9BCCB5671C87}"/>
              </a:ext>
            </a:extLst>
          </p:cNvPr>
          <p:cNvSpPr>
            <a:spLocks xmlns:a="http://schemas.openxmlformats.org/drawingml/2006/main" noGrp="1"/>
          </p:cNvSpPr>
          <p:nvPr/>
        </p:nvSpPr>
        <p:spPr>
          <a:xfrm xmlns:a="http://schemas.openxmlformats.org/drawingml/2006/main">
            <a:off x="74295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23" name="row-B-6">
            <a:extLst xmlns:a="http://schemas.openxmlformats.org/drawingml/2006/main">
              <a:ext uri="{FF2B5EF4-FFF2-40B4-BE49-F238E27FC236}">
                <a16:creationId xmlns:a16="http://schemas.microsoft.com/office/drawing/2014/main" id="{42518894-9570-422B-A002-193DA64E526C}"/>
              </a:ext>
            </a:extLst>
          </p:cNvPr>
          <p:cNvSpPr>
            <a:spLocks xmlns:a="http://schemas.openxmlformats.org/drawingml/2006/main" noGrp="1"/>
          </p:cNvSpPr>
          <p:nvPr/>
        </p:nvSpPr>
        <p:spPr>
          <a:xfrm xmlns:a="http://schemas.openxmlformats.org/drawingml/2006/main">
            <a:off x="83058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24" name="row-B-7">
            <a:extLst xmlns:a="http://schemas.openxmlformats.org/drawingml/2006/main">
              <a:ext uri="{FF2B5EF4-FFF2-40B4-BE49-F238E27FC236}">
                <a16:creationId xmlns:a16="http://schemas.microsoft.com/office/drawing/2014/main" id="{A68549CA-8D58-40F3-A1DB-C4B6FBA5E72E}"/>
              </a:ext>
            </a:extLst>
          </p:cNvPr>
          <p:cNvSpPr>
            <a:spLocks xmlns:a="http://schemas.openxmlformats.org/drawingml/2006/main" noGrp="1"/>
          </p:cNvSpPr>
          <p:nvPr/>
        </p:nvSpPr>
        <p:spPr>
          <a:xfrm xmlns:a="http://schemas.openxmlformats.org/drawingml/2006/main">
            <a:off x="9182100" y="7620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25" name="row-C-0">
            <a:extLst xmlns:a="http://schemas.openxmlformats.org/drawingml/2006/main">
              <a:ext uri="{FF2B5EF4-FFF2-40B4-BE49-F238E27FC236}">
                <a16:creationId xmlns:a16="http://schemas.microsoft.com/office/drawing/2014/main" id="{D8C7CBC5-95A8-4485-B0B7-9850617F45B4}"/>
              </a:ext>
            </a:extLst>
          </p:cNvPr>
          <p:cNvSpPr>
            <a:spLocks xmlns:a="http://schemas.openxmlformats.org/drawingml/2006/main" noGrp="1"/>
          </p:cNvSpPr>
          <p:nvPr/>
        </p:nvSpPr>
        <p:spPr>
          <a:xfrm xmlns:a="http://schemas.openxmlformats.org/drawingml/2006/main">
            <a:off x="30480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26" name="row-C-1">
            <a:extLst xmlns:a="http://schemas.openxmlformats.org/drawingml/2006/main">
              <a:ext uri="{FF2B5EF4-FFF2-40B4-BE49-F238E27FC236}">
                <a16:creationId xmlns:a16="http://schemas.microsoft.com/office/drawing/2014/main" id="{713AD232-974B-489A-BCC4-965057FFE9E9}"/>
              </a:ext>
            </a:extLst>
          </p:cNvPr>
          <p:cNvSpPr>
            <a:spLocks xmlns:a="http://schemas.openxmlformats.org/drawingml/2006/main" noGrp="1"/>
          </p:cNvSpPr>
          <p:nvPr/>
        </p:nvSpPr>
        <p:spPr>
          <a:xfrm xmlns:a="http://schemas.openxmlformats.org/drawingml/2006/main">
            <a:off x="39243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27" name="row-C-2">
            <a:extLst xmlns:a="http://schemas.openxmlformats.org/drawingml/2006/main">
              <a:ext uri="{FF2B5EF4-FFF2-40B4-BE49-F238E27FC236}">
                <a16:creationId xmlns:a16="http://schemas.microsoft.com/office/drawing/2014/main" id="{1272D32E-DB44-4A95-BE8F-6AD3E1C6F4CD}"/>
              </a:ext>
            </a:extLst>
          </p:cNvPr>
          <p:cNvSpPr>
            <a:spLocks xmlns:a="http://schemas.openxmlformats.org/drawingml/2006/main" noGrp="1"/>
          </p:cNvSpPr>
          <p:nvPr/>
        </p:nvSpPr>
        <p:spPr>
          <a:xfrm xmlns:a="http://schemas.openxmlformats.org/drawingml/2006/main">
            <a:off x="48006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28" name="row-C-3">
            <a:extLst xmlns:a="http://schemas.openxmlformats.org/drawingml/2006/main">
              <a:ext uri="{FF2B5EF4-FFF2-40B4-BE49-F238E27FC236}">
                <a16:creationId xmlns:a16="http://schemas.microsoft.com/office/drawing/2014/main" id="{A6C8C5D8-FC5D-4932-A8AE-1F33ABCBF305}"/>
              </a:ext>
            </a:extLst>
          </p:cNvPr>
          <p:cNvSpPr>
            <a:spLocks xmlns:a="http://schemas.openxmlformats.org/drawingml/2006/main" noGrp="1"/>
          </p:cNvSpPr>
          <p:nvPr/>
        </p:nvSpPr>
        <p:spPr>
          <a:xfrm xmlns:a="http://schemas.openxmlformats.org/drawingml/2006/main">
            <a:off x="56769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29" name="row-C-4">
            <a:extLst xmlns:a="http://schemas.openxmlformats.org/drawingml/2006/main">
              <a:ext uri="{FF2B5EF4-FFF2-40B4-BE49-F238E27FC236}">
                <a16:creationId xmlns:a16="http://schemas.microsoft.com/office/drawing/2014/main" id="{59291854-FBF8-4785-8F10-C0C561E55A4D}"/>
              </a:ext>
            </a:extLst>
          </p:cNvPr>
          <p:cNvSpPr>
            <a:spLocks xmlns:a="http://schemas.openxmlformats.org/drawingml/2006/main" noGrp="1"/>
          </p:cNvSpPr>
          <p:nvPr/>
        </p:nvSpPr>
        <p:spPr>
          <a:xfrm xmlns:a="http://schemas.openxmlformats.org/drawingml/2006/main">
            <a:off x="65532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30" name="row-C-5">
            <a:extLst xmlns:a="http://schemas.openxmlformats.org/drawingml/2006/main">
              <a:ext uri="{FF2B5EF4-FFF2-40B4-BE49-F238E27FC236}">
                <a16:creationId xmlns:a16="http://schemas.microsoft.com/office/drawing/2014/main" id="{3AF52788-2981-4ACC-BF10-C151F3AC8556}"/>
              </a:ext>
            </a:extLst>
          </p:cNvPr>
          <p:cNvSpPr>
            <a:spLocks xmlns:a="http://schemas.openxmlformats.org/drawingml/2006/main" noGrp="1"/>
          </p:cNvSpPr>
          <p:nvPr/>
        </p:nvSpPr>
        <p:spPr>
          <a:xfrm xmlns:a="http://schemas.openxmlformats.org/drawingml/2006/main">
            <a:off x="7429500" y="1295400"/>
            <a:ext cx="819150" cy="361950"/>
          </a:xfrm>
          <a:prstGeom xmlns:a="http://schemas.openxmlformats.org/drawingml/2006/main" prst="rect">
            <a:avLst/>
          </a:prstGeom>
          <a:solidFill xmlns:a="http://schemas.openxmlformats.org/drawingml/2006/main">
            <a:srgbClr val="FFF0CF"/>
          </a:solidFill>
          <a:ln xmlns:a="http://schemas.openxmlformats.org/drawingml/2006/main" w="10478">
            <a:solidFill>
              <a:srgbClr val="B27C20"/>
            </a:solidFill>
            <a:prstDash val="solid"/>
          </a:ln>
        </p:spPr>
      </p:sp>
      <p:sp>
        <p:nvSpPr>
          <p:cNvPr id="31" name="row-C-accent-5">
            <a:extLst xmlns:a="http://schemas.openxmlformats.org/drawingml/2006/main">
              <a:ext uri="{FF2B5EF4-FFF2-40B4-BE49-F238E27FC236}">
                <a16:creationId xmlns:a16="http://schemas.microsoft.com/office/drawing/2014/main" id="{985C938B-8D5E-4E35-B2EA-505A0C4267AE}"/>
              </a:ext>
            </a:extLst>
          </p:cNvPr>
          <p:cNvSpPr>
            <a:spLocks xmlns:a="http://schemas.openxmlformats.org/drawingml/2006/main" noGrp="1"/>
          </p:cNvSpPr>
          <p:nvPr/>
        </p:nvSpPr>
        <p:spPr>
          <a:xfrm xmlns:a="http://schemas.openxmlformats.org/drawingml/2006/main">
            <a:off x="7400925" y="1266825"/>
            <a:ext cx="876300" cy="419100"/>
          </a:xfrm>
          <a:prstGeom xmlns:a="http://schemas.openxmlformats.org/drawingml/2006/main" prst="rect">
            <a:avLst/>
          </a:prstGeom>
          <a:noFill xmlns:a="http://schemas.openxmlformats.org/drawingml/2006/main"/>
          <a:ln xmlns:a="http://schemas.openxmlformats.org/drawingml/2006/main" w="28575">
            <a:solidFill>
              <a:srgbClr val="B27C20"/>
            </a:solidFill>
            <a:prstDash val="solid"/>
          </a:ln>
        </p:spPr>
      </p:sp>
      <p:sp>
        <p:nvSpPr>
          <p:cNvPr id="32" name="row-C-6">
            <a:extLst xmlns:a="http://schemas.openxmlformats.org/drawingml/2006/main">
              <a:ext uri="{FF2B5EF4-FFF2-40B4-BE49-F238E27FC236}">
                <a16:creationId xmlns:a16="http://schemas.microsoft.com/office/drawing/2014/main" id="{BEFC55AD-818F-4B2C-A0B6-1DDD8B316AC7}"/>
              </a:ext>
            </a:extLst>
          </p:cNvPr>
          <p:cNvSpPr>
            <a:spLocks xmlns:a="http://schemas.openxmlformats.org/drawingml/2006/main" noGrp="1"/>
          </p:cNvSpPr>
          <p:nvPr/>
        </p:nvSpPr>
        <p:spPr>
          <a:xfrm xmlns:a="http://schemas.openxmlformats.org/drawingml/2006/main">
            <a:off x="83058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33" name="row-C-7">
            <a:extLst xmlns:a="http://schemas.openxmlformats.org/drawingml/2006/main">
              <a:ext uri="{FF2B5EF4-FFF2-40B4-BE49-F238E27FC236}">
                <a16:creationId xmlns:a16="http://schemas.microsoft.com/office/drawing/2014/main" id="{BB04A421-74FF-4620-BB4D-5281181E1B19}"/>
              </a:ext>
            </a:extLst>
          </p:cNvPr>
          <p:cNvSpPr>
            <a:spLocks xmlns:a="http://schemas.openxmlformats.org/drawingml/2006/main" noGrp="1"/>
          </p:cNvSpPr>
          <p:nvPr/>
        </p:nvSpPr>
        <p:spPr>
          <a:xfrm xmlns:a="http://schemas.openxmlformats.org/drawingml/2006/main">
            <a:off x="9182100" y="12954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34" name="row-S-0">
            <a:extLst xmlns:a="http://schemas.openxmlformats.org/drawingml/2006/main">
              <a:ext uri="{FF2B5EF4-FFF2-40B4-BE49-F238E27FC236}">
                <a16:creationId xmlns:a16="http://schemas.microsoft.com/office/drawing/2014/main" id="{BD3706E9-2CA3-4D9B-8A53-9758C73DD904}"/>
              </a:ext>
            </a:extLst>
          </p:cNvPr>
          <p:cNvSpPr>
            <a:spLocks xmlns:a="http://schemas.openxmlformats.org/drawingml/2006/main" noGrp="1"/>
          </p:cNvSpPr>
          <p:nvPr/>
        </p:nvSpPr>
        <p:spPr>
          <a:xfrm xmlns:a="http://schemas.openxmlformats.org/drawingml/2006/main">
            <a:off x="30480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35" name="row-S-1">
            <a:extLst xmlns:a="http://schemas.openxmlformats.org/drawingml/2006/main">
              <a:ext uri="{FF2B5EF4-FFF2-40B4-BE49-F238E27FC236}">
                <a16:creationId xmlns:a16="http://schemas.microsoft.com/office/drawing/2014/main" id="{DA6AD22C-9527-408F-A4B2-53074C434D50}"/>
              </a:ext>
            </a:extLst>
          </p:cNvPr>
          <p:cNvSpPr>
            <a:spLocks xmlns:a="http://schemas.openxmlformats.org/drawingml/2006/main" noGrp="1"/>
          </p:cNvSpPr>
          <p:nvPr/>
        </p:nvSpPr>
        <p:spPr>
          <a:xfrm xmlns:a="http://schemas.openxmlformats.org/drawingml/2006/main">
            <a:off x="39243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36" name="row-S-2">
            <a:extLst xmlns:a="http://schemas.openxmlformats.org/drawingml/2006/main">
              <a:ext uri="{FF2B5EF4-FFF2-40B4-BE49-F238E27FC236}">
                <a16:creationId xmlns:a16="http://schemas.microsoft.com/office/drawing/2014/main" id="{38D228A1-D8A0-4DD6-B4F5-800B47868264}"/>
              </a:ext>
            </a:extLst>
          </p:cNvPr>
          <p:cNvSpPr>
            <a:spLocks xmlns:a="http://schemas.openxmlformats.org/drawingml/2006/main" noGrp="1"/>
          </p:cNvSpPr>
          <p:nvPr/>
        </p:nvSpPr>
        <p:spPr>
          <a:xfrm xmlns:a="http://schemas.openxmlformats.org/drawingml/2006/main">
            <a:off x="48006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37" name="row-S-3">
            <a:extLst xmlns:a="http://schemas.openxmlformats.org/drawingml/2006/main">
              <a:ext uri="{FF2B5EF4-FFF2-40B4-BE49-F238E27FC236}">
                <a16:creationId xmlns:a16="http://schemas.microsoft.com/office/drawing/2014/main" id="{C1D58909-6247-4882-9009-CA13B132707F}"/>
              </a:ext>
            </a:extLst>
          </p:cNvPr>
          <p:cNvSpPr>
            <a:spLocks xmlns:a="http://schemas.openxmlformats.org/drawingml/2006/main" noGrp="1"/>
          </p:cNvSpPr>
          <p:nvPr/>
        </p:nvSpPr>
        <p:spPr>
          <a:xfrm xmlns:a="http://schemas.openxmlformats.org/drawingml/2006/main">
            <a:off x="5676900" y="1828800"/>
            <a:ext cx="819150" cy="361950"/>
          </a:xfrm>
          <a:prstGeom xmlns:a="http://schemas.openxmlformats.org/drawingml/2006/main" prst="rect">
            <a:avLst/>
          </a:prstGeom>
          <a:solidFill xmlns:a="http://schemas.openxmlformats.org/drawingml/2006/main">
            <a:srgbClr val="EDE6F6"/>
          </a:solidFill>
          <a:ln xmlns:a="http://schemas.openxmlformats.org/drawingml/2006/main" w="10478">
            <a:solidFill>
              <a:srgbClr val="6E4E9E"/>
            </a:solidFill>
            <a:prstDash val="solid"/>
          </a:ln>
        </p:spPr>
      </p:sp>
      <p:sp>
        <p:nvSpPr>
          <p:cNvPr id="38" name="row-S-accent-3">
            <a:extLst xmlns:a="http://schemas.openxmlformats.org/drawingml/2006/main">
              <a:ext uri="{FF2B5EF4-FFF2-40B4-BE49-F238E27FC236}">
                <a16:creationId xmlns:a16="http://schemas.microsoft.com/office/drawing/2014/main" id="{CC281D78-150D-487A-9CAD-0C4984D5B7DA}"/>
              </a:ext>
            </a:extLst>
          </p:cNvPr>
          <p:cNvSpPr>
            <a:spLocks xmlns:a="http://schemas.openxmlformats.org/drawingml/2006/main" noGrp="1"/>
          </p:cNvSpPr>
          <p:nvPr/>
        </p:nvSpPr>
        <p:spPr>
          <a:xfrm xmlns:a="http://schemas.openxmlformats.org/drawingml/2006/main">
            <a:off x="5648325" y="1800225"/>
            <a:ext cx="876300" cy="419100"/>
          </a:xfrm>
          <a:prstGeom xmlns:a="http://schemas.openxmlformats.org/drawingml/2006/main" prst="rect">
            <a:avLst/>
          </a:prstGeom>
          <a:noFill xmlns:a="http://schemas.openxmlformats.org/drawingml/2006/main"/>
          <a:ln xmlns:a="http://schemas.openxmlformats.org/drawingml/2006/main" w="28575">
            <a:solidFill>
              <a:srgbClr val="6E4E9E"/>
            </a:solidFill>
            <a:prstDash val="solid"/>
          </a:ln>
        </p:spPr>
      </p:sp>
      <p:sp>
        <p:nvSpPr>
          <p:cNvPr id="39" name="row-S-4">
            <a:extLst xmlns:a="http://schemas.openxmlformats.org/drawingml/2006/main">
              <a:ext uri="{FF2B5EF4-FFF2-40B4-BE49-F238E27FC236}">
                <a16:creationId xmlns:a16="http://schemas.microsoft.com/office/drawing/2014/main" id="{9E25540D-77CF-4F16-8F38-A3A83E02B211}"/>
              </a:ext>
            </a:extLst>
          </p:cNvPr>
          <p:cNvSpPr>
            <a:spLocks xmlns:a="http://schemas.openxmlformats.org/drawingml/2006/main" noGrp="1"/>
          </p:cNvSpPr>
          <p:nvPr/>
        </p:nvSpPr>
        <p:spPr>
          <a:xfrm xmlns:a="http://schemas.openxmlformats.org/drawingml/2006/main">
            <a:off x="65532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40" name="row-S-5">
            <a:extLst xmlns:a="http://schemas.openxmlformats.org/drawingml/2006/main">
              <a:ext uri="{FF2B5EF4-FFF2-40B4-BE49-F238E27FC236}">
                <a16:creationId xmlns:a16="http://schemas.microsoft.com/office/drawing/2014/main" id="{0A949B59-A99A-401E-95DA-211CD2FF7E74}"/>
              </a:ext>
            </a:extLst>
          </p:cNvPr>
          <p:cNvSpPr>
            <a:spLocks xmlns:a="http://schemas.openxmlformats.org/drawingml/2006/main" noGrp="1"/>
          </p:cNvSpPr>
          <p:nvPr/>
        </p:nvSpPr>
        <p:spPr>
          <a:xfrm xmlns:a="http://schemas.openxmlformats.org/drawingml/2006/main">
            <a:off x="74295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41" name="row-S-6">
            <a:extLst xmlns:a="http://schemas.openxmlformats.org/drawingml/2006/main">
              <a:ext uri="{FF2B5EF4-FFF2-40B4-BE49-F238E27FC236}">
                <a16:creationId xmlns:a16="http://schemas.microsoft.com/office/drawing/2014/main" id="{3EC08923-91E2-422B-B761-A0B52CD46643}"/>
              </a:ext>
            </a:extLst>
          </p:cNvPr>
          <p:cNvSpPr>
            <a:spLocks xmlns:a="http://schemas.openxmlformats.org/drawingml/2006/main" noGrp="1"/>
          </p:cNvSpPr>
          <p:nvPr/>
        </p:nvSpPr>
        <p:spPr>
          <a:xfrm xmlns:a="http://schemas.openxmlformats.org/drawingml/2006/main">
            <a:off x="83058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42" name="row-S-7">
            <a:extLst xmlns:a="http://schemas.openxmlformats.org/drawingml/2006/main">
              <a:ext uri="{FF2B5EF4-FFF2-40B4-BE49-F238E27FC236}">
                <a16:creationId xmlns:a16="http://schemas.microsoft.com/office/drawing/2014/main" id="{0FAFD4FB-1E9F-4DA4-B6AD-F6694910B79B}"/>
              </a:ext>
            </a:extLst>
          </p:cNvPr>
          <p:cNvSpPr>
            <a:spLocks xmlns:a="http://schemas.openxmlformats.org/drawingml/2006/main" noGrp="1"/>
          </p:cNvSpPr>
          <p:nvPr/>
        </p:nvSpPr>
        <p:spPr>
          <a:xfrm xmlns:a="http://schemas.openxmlformats.org/drawingml/2006/main">
            <a:off x="9182100" y="1828800"/>
            <a:ext cx="819150" cy="361950"/>
          </a:xfrm>
          <a:prstGeom xmlns:a="http://schemas.openxmlformats.org/drawingml/2006/main" prst="rect">
            <a:avLst/>
          </a:prstGeom>
          <a:solidFill xmlns:a="http://schemas.openxmlformats.org/drawingml/2006/main">
            <a:srgbClr val="FFFFFF"/>
          </a:solidFill>
          <a:ln xmlns:a="http://schemas.openxmlformats.org/drawingml/2006/main" w="10478">
            <a:solidFill>
              <a:srgbClr val="6E4E9E"/>
            </a:solidFill>
            <a:prstDash val="solid"/>
          </a:ln>
        </p:spPr>
      </p:sp>
      <p:sp>
        <p:nvSpPr>
          <p:cNvPr id="43" name="row-axis">
            <a:extLst xmlns:a="http://schemas.openxmlformats.org/drawingml/2006/main">
              <a:ext uri="{FF2B5EF4-FFF2-40B4-BE49-F238E27FC236}">
                <a16:creationId xmlns:a16="http://schemas.microsoft.com/office/drawing/2014/main" id="{8DFFF599-08E7-4E5A-A09E-4BAEF539DCE2}"/>
              </a:ext>
            </a:extLst>
          </p:cNvPr>
          <p:cNvSpPr>
            <a:spLocks xmlns:a="http://schemas.openxmlformats.org/drawingml/2006/main" noGrp="1"/>
          </p:cNvSpPr>
          <p:nvPr/>
        </p:nvSpPr>
        <p:spPr>
          <a:xfrm xmlns:a="http://schemas.openxmlformats.org/drawingml/2006/main">
            <a:off x="3048000" y="2266950"/>
            <a:ext cx="695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candidate reference rows  </a:t>
            </a:r>
            <a:r>
              <a:rPr sz="2250" b="0" i="1">
                <a:solidFill>
                  <a:srgbClr val="5E717C"/>
                </a:solidFill>
                <a:latin typeface="Times New Roman"/>
                <a:ea typeface="Times New Roman"/>
                <a:cs typeface="Times New Roman"/>
              </a:rPr>
              <a:t>r</a:t>
            </a:r>
            <a:r>
              <a:rPr sz="2250" b="0" i="0">
                <a:solidFill>
                  <a:srgbClr val="5E717C"/>
                </a:solidFill>
                <a:latin typeface="Times New Roman"/>
                <a:ea typeface="Times New Roman"/>
                <a:cs typeface="Times New Roman"/>
              </a:rPr>
              <a:t> = 1 … 8</a:t>
            </a:r>
          </a:p>
        </p:txBody>
      </p:sp>
      <p:sp>
        <p:nvSpPr>
          <p:cNvPr id="44" name="a-note">
            <a:extLst xmlns:a="http://schemas.openxmlformats.org/drawingml/2006/main">
              <a:ext uri="{FF2B5EF4-FFF2-40B4-BE49-F238E27FC236}">
                <a16:creationId xmlns:a16="http://schemas.microsoft.com/office/drawing/2014/main" id="{42442D08-B05D-43FD-BD8B-56E40E726B8E}"/>
              </a:ext>
            </a:extLst>
          </p:cNvPr>
          <p:cNvSpPr>
            <a:spLocks xmlns:a="http://schemas.openxmlformats.org/drawingml/2006/main" noGrp="1"/>
          </p:cNvSpPr>
          <p:nvPr/>
        </p:nvSpPr>
        <p:spPr>
          <a:xfrm xmlns:a="http://schemas.openxmlformats.org/drawingml/2006/main">
            <a:off x="10096500" y="914400"/>
            <a:ext cx="180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ordering only;</a:t>
            </a:r>
          </a:p>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no measured</a:t>
            </a:r>
          </a:p>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value</a:t>
            </a:r>
          </a:p>
        </p:txBody>
      </p:sp>
      <p:sp>
        <p:nvSpPr>
          <p:cNvPr id="45" name="sec-b-chip">
            <a:extLst xmlns:a="http://schemas.openxmlformats.org/drawingml/2006/main">
              <a:ext uri="{FF2B5EF4-FFF2-40B4-BE49-F238E27FC236}">
                <a16:creationId xmlns:a16="http://schemas.microsoft.com/office/drawing/2014/main" id="{5A40ADE6-5B37-4724-9568-5B6B7F7ACEF7}"/>
              </a:ext>
            </a:extLst>
          </p:cNvPr>
          <p:cNvSpPr>
            <a:spLocks xmlns:a="http://schemas.openxmlformats.org/drawingml/2006/main" noGrp="1"/>
          </p:cNvSpPr>
          <p:nvPr/>
        </p:nvSpPr>
        <p:spPr>
          <a:xfrm xmlns:a="http://schemas.openxmlformats.org/drawingml/2006/main">
            <a:off x="304800" y="28575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46" name="sec-b-chip-text">
            <a:extLst xmlns:a="http://schemas.openxmlformats.org/drawingml/2006/main">
              <a:ext uri="{FF2B5EF4-FFF2-40B4-BE49-F238E27FC236}">
                <a16:creationId xmlns:a16="http://schemas.microsoft.com/office/drawing/2014/main" id="{8FC6B29E-CF51-45B3-A49D-D8BF9A06AC11}"/>
              </a:ext>
            </a:extLst>
          </p:cNvPr>
          <p:cNvSpPr>
            <a:spLocks xmlns:a="http://schemas.openxmlformats.org/drawingml/2006/main" noGrp="1"/>
          </p:cNvSpPr>
          <p:nvPr/>
        </p:nvSpPr>
        <p:spPr>
          <a:xfrm xmlns:a="http://schemas.openxmlformats.org/drawingml/2006/main">
            <a:off x="323850" y="28575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47" name="sec-b">
            <a:extLst xmlns:a="http://schemas.openxmlformats.org/drawingml/2006/main">
              <a:ext uri="{FF2B5EF4-FFF2-40B4-BE49-F238E27FC236}">
                <a16:creationId xmlns:a16="http://schemas.microsoft.com/office/drawing/2014/main" id="{E9F51236-F710-4A39-B5F8-57BC5F6D2DC1}"/>
              </a:ext>
            </a:extLst>
          </p:cNvPr>
          <p:cNvSpPr>
            <a:spLocks xmlns:a="http://schemas.openxmlformats.org/drawingml/2006/main" noGrp="1"/>
          </p:cNvSpPr>
          <p:nvPr/>
        </p:nvSpPr>
        <p:spPr>
          <a:xfrm xmlns:a="http://schemas.openxmlformats.org/drawingml/2006/main">
            <a:off x="876300" y="2819400"/>
            <a:ext cx="6858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The two rules over the same fixed bank</a:t>
            </a:r>
          </a:p>
        </p:txBody>
      </p:sp>
      <p:sp>
        <p:nvSpPr>
          <p:cNvPr id="48" name="panel-J">
            <a:extLst xmlns:a="http://schemas.openxmlformats.org/drawingml/2006/main">
              <a:ext uri="{FF2B5EF4-FFF2-40B4-BE49-F238E27FC236}">
                <a16:creationId xmlns:a16="http://schemas.microsoft.com/office/drawing/2014/main" id="{E1B6B338-551F-42ED-A41B-C2EFCF0E876C}"/>
              </a:ext>
            </a:extLst>
          </p:cNvPr>
          <p:cNvSpPr>
            <a:spLocks xmlns:a="http://schemas.openxmlformats.org/drawingml/2006/main" noGrp="1"/>
          </p:cNvSpPr>
          <p:nvPr/>
        </p:nvSpPr>
        <p:spPr>
          <a:xfrm xmlns:a="http://schemas.openxmlformats.org/drawingml/2006/main">
            <a:off x="304800" y="3352800"/>
            <a:ext cx="5715000" cy="1943100"/>
          </a:xfrm>
          <a:prstGeom xmlns:a="http://schemas.openxmlformats.org/drawingml/2006/main" prst="roundRect">
            <a:avLst>
              <a:gd name="adj" fmla="val 3922"/>
            </a:avLst>
          </a:prstGeom>
          <a:solidFill xmlns:a="http://schemas.openxmlformats.org/drawingml/2006/main">
            <a:srgbClr val="EDE6F6"/>
          </a:solidFill>
          <a:ln xmlns:a="http://schemas.openxmlformats.org/drawingml/2006/main" w="15240">
            <a:solidFill>
              <a:srgbClr val="6E4E9E"/>
            </a:solidFill>
            <a:prstDash val="solid"/>
          </a:ln>
        </p:spPr>
      </p:sp>
      <p:sp>
        <p:nvSpPr>
          <p:cNvPr id="49" name="J-title">
            <a:extLst xmlns:a="http://schemas.openxmlformats.org/drawingml/2006/main">
              <a:ext uri="{FF2B5EF4-FFF2-40B4-BE49-F238E27FC236}">
                <a16:creationId xmlns:a16="http://schemas.microsoft.com/office/drawing/2014/main" id="{A56BDD16-40D4-4713-98B9-57E894910BF1}"/>
              </a:ext>
            </a:extLst>
          </p:cNvPr>
          <p:cNvSpPr>
            <a:spLocks xmlns:a="http://schemas.openxmlformats.org/drawingml/2006/main" noGrp="1"/>
          </p:cNvSpPr>
          <p:nvPr/>
        </p:nvSpPr>
        <p:spPr>
          <a:xfrm xmlns:a="http://schemas.openxmlformats.org/drawingml/2006/main">
            <a:off x="400050" y="3390900"/>
            <a:ext cx="552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6E4E9E"/>
                </a:solidFill>
                <a:latin typeface="Times New Roman"/>
                <a:ea typeface="Times New Roman"/>
                <a:cs typeface="Times New Roman"/>
              </a:defRPr>
            </a:pPr>
            <a:r>
              <a:rPr sz="2250" b="1" i="1">
                <a:solidFill>
                  <a:srgbClr val="6E4E9E"/>
                </a:solidFill>
                <a:latin typeface="Times New Roman"/>
                <a:ea typeface="Times New Roman"/>
                <a:cs typeface="Times New Roman"/>
              </a:rPr>
              <a:t>J</a:t>
            </a:r>
            <a:r>
              <a:rPr sz="2250" b="1" i="0">
                <a:solidFill>
                  <a:srgbClr val="6E4E9E"/>
                </a:solidFill>
                <a:latin typeface="Times New Roman"/>
                <a:ea typeface="Times New Roman"/>
                <a:cs typeface="Times New Roman"/>
              </a:rPr>
              <a:t>: one shared reference row</a:t>
            </a:r>
          </a:p>
        </p:txBody>
      </p:sp>
      <p:sp>
        <p:nvSpPr>
          <p:cNvPr id="50" name="J-formula">
            <a:extLst xmlns:a="http://schemas.openxmlformats.org/drawingml/2006/main">
              <a:ext uri="{FF2B5EF4-FFF2-40B4-BE49-F238E27FC236}">
                <a16:creationId xmlns:a16="http://schemas.microsoft.com/office/drawing/2014/main" id="{C47A41A0-6BD4-499D-AD86-555F9AF6BF28}"/>
              </a:ext>
            </a:extLst>
          </p:cNvPr>
          <p:cNvSpPr>
            <a:spLocks xmlns:a="http://schemas.openxmlformats.org/drawingml/2006/main" noGrp="1"/>
          </p:cNvSpPr>
          <p:nvPr/>
        </p:nvSpPr>
        <p:spPr>
          <a:xfrm xmlns:a="http://schemas.openxmlformats.org/drawingml/2006/main">
            <a:off x="400050" y="3733800"/>
            <a:ext cx="552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J</a:t>
            </a:r>
            <a:r>
              <a:rPr sz="2250" b="0" i="0">
                <a:solidFill>
                  <a:srgbClr val="1E2E38"/>
                </a:solidFill>
                <a:latin typeface="Times New Roman"/>
                <a:ea typeface="Times New Roman"/>
                <a:cs typeface="Times New Roman"/>
              </a:rPr>
              <a:t>(</a:t>
            </a:r>
            <a:r>
              <a:rPr sz="2250" b="0" i="1">
                <a:solidFill>
                  <a:srgbClr val="1E2E38"/>
                </a:solidFill>
                <a:latin typeface="Times New Roman"/>
                <a:ea typeface="Times New Roman"/>
                <a:cs typeface="Times New Roman"/>
              </a:rPr>
              <a:t>q</a:t>
            </a:r>
            <a:r>
              <a:rPr sz="2250" b="0" i="0">
                <a:solidFill>
                  <a:srgbClr val="1E2E38"/>
                </a:solidFill>
                <a:latin typeface="Times New Roman"/>
                <a:ea typeface="Times New Roman"/>
                <a:cs typeface="Times New Roman"/>
              </a:rPr>
              <a:t>) = min_r Σ_B w_B d_B(</a:t>
            </a:r>
            <a:r>
              <a:rPr sz="2250" b="0" i="1">
                <a:solidFill>
                  <a:srgbClr val="1E2E38"/>
                </a:solidFill>
                <a:latin typeface="Times New Roman"/>
                <a:ea typeface="Times New Roman"/>
                <a:cs typeface="Times New Roman"/>
              </a:rPr>
              <a:t>q</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r</a:t>
            </a:r>
            <a:r>
              <a:rPr sz="2250" b="0" i="0">
                <a:solidFill>
                  <a:srgbClr val="1E2E38"/>
                </a:solidFill>
                <a:latin typeface="Times New Roman"/>
                <a:ea typeface="Times New Roman"/>
                <a:cs typeface="Times New Roman"/>
              </a:rPr>
              <a:t>)</a:t>
            </a:r>
          </a:p>
        </p:txBody>
      </p:sp>
      <p:sp>
        <p:nvSpPr>
          <p:cNvPr id="51" name="J-B-0">
            <a:extLst xmlns:a="http://schemas.openxmlformats.org/drawingml/2006/main">
              <a:ext uri="{FF2B5EF4-FFF2-40B4-BE49-F238E27FC236}">
                <a16:creationId xmlns:a16="http://schemas.microsoft.com/office/drawing/2014/main" id="{9B13EDE2-23CF-48D7-BB6E-5DE4C3995541}"/>
              </a:ext>
            </a:extLst>
          </p:cNvPr>
          <p:cNvSpPr>
            <a:spLocks xmlns:a="http://schemas.openxmlformats.org/drawingml/2006/main" noGrp="1"/>
          </p:cNvSpPr>
          <p:nvPr/>
        </p:nvSpPr>
        <p:spPr>
          <a:xfrm xmlns:a="http://schemas.openxmlformats.org/drawingml/2006/main">
            <a:off x="6286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52" name="J-B-1">
            <a:extLst xmlns:a="http://schemas.openxmlformats.org/drawingml/2006/main">
              <a:ext uri="{FF2B5EF4-FFF2-40B4-BE49-F238E27FC236}">
                <a16:creationId xmlns:a16="http://schemas.microsoft.com/office/drawing/2014/main" id="{D0EFA503-7EFA-44F0-B544-B9BB3E3FCC71}"/>
              </a:ext>
            </a:extLst>
          </p:cNvPr>
          <p:cNvSpPr>
            <a:spLocks xmlns:a="http://schemas.openxmlformats.org/drawingml/2006/main" noGrp="1"/>
          </p:cNvSpPr>
          <p:nvPr/>
        </p:nvSpPr>
        <p:spPr>
          <a:xfrm xmlns:a="http://schemas.openxmlformats.org/drawingml/2006/main">
            <a:off x="10477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53" name="J-B-2">
            <a:extLst xmlns:a="http://schemas.openxmlformats.org/drawingml/2006/main">
              <a:ext uri="{FF2B5EF4-FFF2-40B4-BE49-F238E27FC236}">
                <a16:creationId xmlns:a16="http://schemas.microsoft.com/office/drawing/2014/main" id="{285E9D56-ACDA-45B6-908D-335575A61E68}"/>
              </a:ext>
            </a:extLst>
          </p:cNvPr>
          <p:cNvSpPr>
            <a:spLocks xmlns:a="http://schemas.openxmlformats.org/drawingml/2006/main" noGrp="1"/>
          </p:cNvSpPr>
          <p:nvPr/>
        </p:nvSpPr>
        <p:spPr>
          <a:xfrm xmlns:a="http://schemas.openxmlformats.org/drawingml/2006/main">
            <a:off x="1466850" y="4191000"/>
            <a:ext cx="381000" cy="304800"/>
          </a:xfrm>
          <a:prstGeom xmlns:a="http://schemas.openxmlformats.org/drawingml/2006/main" prst="rect">
            <a:avLst/>
          </a:prstGeom>
          <a:solidFill xmlns:a="http://schemas.openxmlformats.org/drawingml/2006/main">
            <a:srgbClr val="DCEBF7"/>
          </a:solidFill>
          <a:ln xmlns:a="http://schemas.openxmlformats.org/drawingml/2006/main" w="10478">
            <a:solidFill>
              <a:srgbClr val="2E6F9E"/>
            </a:solidFill>
            <a:prstDash val="solid"/>
          </a:ln>
        </p:spPr>
      </p:sp>
      <p:sp>
        <p:nvSpPr>
          <p:cNvPr id="54" name="J-B-accent-2">
            <a:extLst xmlns:a="http://schemas.openxmlformats.org/drawingml/2006/main">
              <a:ext uri="{FF2B5EF4-FFF2-40B4-BE49-F238E27FC236}">
                <a16:creationId xmlns:a16="http://schemas.microsoft.com/office/drawing/2014/main" id="{98215B8C-3EF1-43F8-87B6-56A507192997}"/>
              </a:ext>
            </a:extLst>
          </p:cNvPr>
          <p:cNvSpPr>
            <a:spLocks xmlns:a="http://schemas.openxmlformats.org/drawingml/2006/main" noGrp="1"/>
          </p:cNvSpPr>
          <p:nvPr/>
        </p:nvSpPr>
        <p:spPr>
          <a:xfrm xmlns:a="http://schemas.openxmlformats.org/drawingml/2006/main">
            <a:off x="1438275" y="4162425"/>
            <a:ext cx="438150" cy="361950"/>
          </a:xfrm>
          <a:prstGeom xmlns:a="http://schemas.openxmlformats.org/drawingml/2006/main" prst="rect">
            <a:avLst/>
          </a:prstGeom>
          <a:noFill xmlns:a="http://schemas.openxmlformats.org/drawingml/2006/main"/>
          <a:ln xmlns:a="http://schemas.openxmlformats.org/drawingml/2006/main" w="28575">
            <a:solidFill>
              <a:srgbClr val="2E6F9E"/>
            </a:solidFill>
            <a:prstDash val="solid"/>
          </a:ln>
        </p:spPr>
      </p:sp>
      <p:sp>
        <p:nvSpPr>
          <p:cNvPr id="55" name="J-B-3">
            <a:extLst xmlns:a="http://schemas.openxmlformats.org/drawingml/2006/main">
              <a:ext uri="{FF2B5EF4-FFF2-40B4-BE49-F238E27FC236}">
                <a16:creationId xmlns:a16="http://schemas.microsoft.com/office/drawing/2014/main" id="{263AC7DA-7687-4C75-940C-50CF6D9A20B5}"/>
              </a:ext>
            </a:extLst>
          </p:cNvPr>
          <p:cNvSpPr>
            <a:spLocks xmlns:a="http://schemas.openxmlformats.org/drawingml/2006/main" noGrp="1"/>
          </p:cNvSpPr>
          <p:nvPr/>
        </p:nvSpPr>
        <p:spPr>
          <a:xfrm xmlns:a="http://schemas.openxmlformats.org/drawingml/2006/main">
            <a:off x="18859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56" name="J-B-4">
            <a:extLst xmlns:a="http://schemas.openxmlformats.org/drawingml/2006/main">
              <a:ext uri="{FF2B5EF4-FFF2-40B4-BE49-F238E27FC236}">
                <a16:creationId xmlns:a16="http://schemas.microsoft.com/office/drawing/2014/main" id="{14A2D426-3AEB-437B-BEF9-35EE86048EBD}"/>
              </a:ext>
            </a:extLst>
          </p:cNvPr>
          <p:cNvSpPr>
            <a:spLocks xmlns:a="http://schemas.openxmlformats.org/drawingml/2006/main" noGrp="1"/>
          </p:cNvSpPr>
          <p:nvPr/>
        </p:nvSpPr>
        <p:spPr>
          <a:xfrm xmlns:a="http://schemas.openxmlformats.org/drawingml/2006/main">
            <a:off x="23050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57" name="J-B-5">
            <a:extLst xmlns:a="http://schemas.openxmlformats.org/drawingml/2006/main">
              <a:ext uri="{FF2B5EF4-FFF2-40B4-BE49-F238E27FC236}">
                <a16:creationId xmlns:a16="http://schemas.microsoft.com/office/drawing/2014/main" id="{476E61D8-22C2-4085-BB59-55CFD05E8852}"/>
              </a:ext>
            </a:extLst>
          </p:cNvPr>
          <p:cNvSpPr>
            <a:spLocks xmlns:a="http://schemas.openxmlformats.org/drawingml/2006/main" noGrp="1"/>
          </p:cNvSpPr>
          <p:nvPr/>
        </p:nvSpPr>
        <p:spPr>
          <a:xfrm xmlns:a="http://schemas.openxmlformats.org/drawingml/2006/main">
            <a:off x="27241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58" name="J-B-6">
            <a:extLst xmlns:a="http://schemas.openxmlformats.org/drawingml/2006/main">
              <a:ext uri="{FF2B5EF4-FFF2-40B4-BE49-F238E27FC236}">
                <a16:creationId xmlns:a16="http://schemas.microsoft.com/office/drawing/2014/main" id="{45A5013C-4CC2-4BF4-ACC9-A988F7510387}"/>
              </a:ext>
            </a:extLst>
          </p:cNvPr>
          <p:cNvSpPr>
            <a:spLocks xmlns:a="http://schemas.openxmlformats.org/drawingml/2006/main" noGrp="1"/>
          </p:cNvSpPr>
          <p:nvPr/>
        </p:nvSpPr>
        <p:spPr>
          <a:xfrm xmlns:a="http://schemas.openxmlformats.org/drawingml/2006/main">
            <a:off x="31432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59" name="J-B-7">
            <a:extLst xmlns:a="http://schemas.openxmlformats.org/drawingml/2006/main">
              <a:ext uri="{FF2B5EF4-FFF2-40B4-BE49-F238E27FC236}">
                <a16:creationId xmlns:a16="http://schemas.microsoft.com/office/drawing/2014/main" id="{9808F767-0C51-4CA6-A1FB-4F05C8F31186}"/>
              </a:ext>
            </a:extLst>
          </p:cNvPr>
          <p:cNvSpPr>
            <a:spLocks xmlns:a="http://schemas.openxmlformats.org/drawingml/2006/main" noGrp="1"/>
          </p:cNvSpPr>
          <p:nvPr/>
        </p:nvSpPr>
        <p:spPr>
          <a:xfrm xmlns:a="http://schemas.openxmlformats.org/drawingml/2006/main">
            <a:off x="356235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60" name="J-C-0">
            <a:extLst xmlns:a="http://schemas.openxmlformats.org/drawingml/2006/main">
              <a:ext uri="{FF2B5EF4-FFF2-40B4-BE49-F238E27FC236}">
                <a16:creationId xmlns:a16="http://schemas.microsoft.com/office/drawing/2014/main" id="{9811574C-F389-4630-97FD-CB68E256D7C6}"/>
              </a:ext>
            </a:extLst>
          </p:cNvPr>
          <p:cNvSpPr>
            <a:spLocks xmlns:a="http://schemas.openxmlformats.org/drawingml/2006/main" noGrp="1"/>
          </p:cNvSpPr>
          <p:nvPr/>
        </p:nvSpPr>
        <p:spPr>
          <a:xfrm xmlns:a="http://schemas.openxmlformats.org/drawingml/2006/main">
            <a:off x="6286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1" name="J-C-1">
            <a:extLst xmlns:a="http://schemas.openxmlformats.org/drawingml/2006/main">
              <a:ext uri="{FF2B5EF4-FFF2-40B4-BE49-F238E27FC236}">
                <a16:creationId xmlns:a16="http://schemas.microsoft.com/office/drawing/2014/main" id="{2D06B800-C09D-4BAA-919B-C949A2E601AB}"/>
              </a:ext>
            </a:extLst>
          </p:cNvPr>
          <p:cNvSpPr>
            <a:spLocks xmlns:a="http://schemas.openxmlformats.org/drawingml/2006/main" noGrp="1"/>
          </p:cNvSpPr>
          <p:nvPr/>
        </p:nvSpPr>
        <p:spPr>
          <a:xfrm xmlns:a="http://schemas.openxmlformats.org/drawingml/2006/main">
            <a:off x="10477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2" name="J-C-2">
            <a:extLst xmlns:a="http://schemas.openxmlformats.org/drawingml/2006/main">
              <a:ext uri="{FF2B5EF4-FFF2-40B4-BE49-F238E27FC236}">
                <a16:creationId xmlns:a16="http://schemas.microsoft.com/office/drawing/2014/main" id="{D7FFB915-54FB-4C49-BFD2-8C20B648B78A}"/>
              </a:ext>
            </a:extLst>
          </p:cNvPr>
          <p:cNvSpPr>
            <a:spLocks xmlns:a="http://schemas.openxmlformats.org/drawingml/2006/main" noGrp="1"/>
          </p:cNvSpPr>
          <p:nvPr/>
        </p:nvSpPr>
        <p:spPr>
          <a:xfrm xmlns:a="http://schemas.openxmlformats.org/drawingml/2006/main">
            <a:off x="1466850" y="4552950"/>
            <a:ext cx="381000" cy="304800"/>
          </a:xfrm>
          <a:prstGeom xmlns:a="http://schemas.openxmlformats.org/drawingml/2006/main" prst="rect">
            <a:avLst/>
          </a:prstGeom>
          <a:solidFill xmlns:a="http://schemas.openxmlformats.org/drawingml/2006/main">
            <a:srgbClr val="FFF0CF"/>
          </a:solidFill>
          <a:ln xmlns:a="http://schemas.openxmlformats.org/drawingml/2006/main" w="10478">
            <a:solidFill>
              <a:srgbClr val="B27C20"/>
            </a:solidFill>
            <a:prstDash val="solid"/>
          </a:ln>
        </p:spPr>
      </p:sp>
      <p:sp>
        <p:nvSpPr>
          <p:cNvPr id="63" name="J-C-accent-2">
            <a:extLst xmlns:a="http://schemas.openxmlformats.org/drawingml/2006/main">
              <a:ext uri="{FF2B5EF4-FFF2-40B4-BE49-F238E27FC236}">
                <a16:creationId xmlns:a16="http://schemas.microsoft.com/office/drawing/2014/main" id="{48FDE993-9C6D-4A3A-9BF2-E055C3E973B8}"/>
              </a:ext>
            </a:extLst>
          </p:cNvPr>
          <p:cNvSpPr>
            <a:spLocks xmlns:a="http://schemas.openxmlformats.org/drawingml/2006/main" noGrp="1"/>
          </p:cNvSpPr>
          <p:nvPr/>
        </p:nvSpPr>
        <p:spPr>
          <a:xfrm xmlns:a="http://schemas.openxmlformats.org/drawingml/2006/main">
            <a:off x="1438275" y="4524375"/>
            <a:ext cx="438150" cy="361950"/>
          </a:xfrm>
          <a:prstGeom xmlns:a="http://schemas.openxmlformats.org/drawingml/2006/main" prst="rect">
            <a:avLst/>
          </a:prstGeom>
          <a:noFill xmlns:a="http://schemas.openxmlformats.org/drawingml/2006/main"/>
          <a:ln xmlns:a="http://schemas.openxmlformats.org/drawingml/2006/main" w="28575">
            <a:solidFill>
              <a:srgbClr val="B27C20"/>
            </a:solidFill>
            <a:prstDash val="solid"/>
          </a:ln>
        </p:spPr>
      </p:sp>
      <p:sp>
        <p:nvSpPr>
          <p:cNvPr id="64" name="J-C-3">
            <a:extLst xmlns:a="http://schemas.openxmlformats.org/drawingml/2006/main">
              <a:ext uri="{FF2B5EF4-FFF2-40B4-BE49-F238E27FC236}">
                <a16:creationId xmlns:a16="http://schemas.microsoft.com/office/drawing/2014/main" id="{2CB65259-C771-423E-BA80-2427A8286F1F}"/>
              </a:ext>
            </a:extLst>
          </p:cNvPr>
          <p:cNvSpPr>
            <a:spLocks xmlns:a="http://schemas.openxmlformats.org/drawingml/2006/main" noGrp="1"/>
          </p:cNvSpPr>
          <p:nvPr/>
        </p:nvSpPr>
        <p:spPr>
          <a:xfrm xmlns:a="http://schemas.openxmlformats.org/drawingml/2006/main">
            <a:off x="18859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5" name="J-C-4">
            <a:extLst xmlns:a="http://schemas.openxmlformats.org/drawingml/2006/main">
              <a:ext uri="{FF2B5EF4-FFF2-40B4-BE49-F238E27FC236}">
                <a16:creationId xmlns:a16="http://schemas.microsoft.com/office/drawing/2014/main" id="{D1817AEA-62A0-4938-946C-C97E6EA7C100}"/>
              </a:ext>
            </a:extLst>
          </p:cNvPr>
          <p:cNvSpPr>
            <a:spLocks xmlns:a="http://schemas.openxmlformats.org/drawingml/2006/main" noGrp="1"/>
          </p:cNvSpPr>
          <p:nvPr/>
        </p:nvSpPr>
        <p:spPr>
          <a:xfrm xmlns:a="http://schemas.openxmlformats.org/drawingml/2006/main">
            <a:off x="23050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6" name="J-C-5">
            <a:extLst xmlns:a="http://schemas.openxmlformats.org/drawingml/2006/main">
              <a:ext uri="{FF2B5EF4-FFF2-40B4-BE49-F238E27FC236}">
                <a16:creationId xmlns:a16="http://schemas.microsoft.com/office/drawing/2014/main" id="{C5168E94-85FB-48BB-A497-02D6C8FB02DD}"/>
              </a:ext>
            </a:extLst>
          </p:cNvPr>
          <p:cNvSpPr>
            <a:spLocks xmlns:a="http://schemas.openxmlformats.org/drawingml/2006/main" noGrp="1"/>
          </p:cNvSpPr>
          <p:nvPr/>
        </p:nvSpPr>
        <p:spPr>
          <a:xfrm xmlns:a="http://schemas.openxmlformats.org/drawingml/2006/main">
            <a:off x="27241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7" name="J-C-6">
            <a:extLst xmlns:a="http://schemas.openxmlformats.org/drawingml/2006/main">
              <a:ext uri="{FF2B5EF4-FFF2-40B4-BE49-F238E27FC236}">
                <a16:creationId xmlns:a16="http://schemas.microsoft.com/office/drawing/2014/main" id="{787E264C-C6DA-432E-B96A-FCF07348EC2B}"/>
              </a:ext>
            </a:extLst>
          </p:cNvPr>
          <p:cNvSpPr>
            <a:spLocks xmlns:a="http://schemas.openxmlformats.org/drawingml/2006/main" noGrp="1"/>
          </p:cNvSpPr>
          <p:nvPr/>
        </p:nvSpPr>
        <p:spPr>
          <a:xfrm xmlns:a="http://schemas.openxmlformats.org/drawingml/2006/main">
            <a:off x="31432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8" name="J-C-7">
            <a:extLst xmlns:a="http://schemas.openxmlformats.org/drawingml/2006/main">
              <a:ext uri="{FF2B5EF4-FFF2-40B4-BE49-F238E27FC236}">
                <a16:creationId xmlns:a16="http://schemas.microsoft.com/office/drawing/2014/main" id="{3672364C-BDB6-4822-B547-A3FCC02E9D7E}"/>
              </a:ext>
            </a:extLst>
          </p:cNvPr>
          <p:cNvSpPr>
            <a:spLocks xmlns:a="http://schemas.openxmlformats.org/drawingml/2006/main" noGrp="1"/>
          </p:cNvSpPr>
          <p:nvPr/>
        </p:nvSpPr>
        <p:spPr>
          <a:xfrm xmlns:a="http://schemas.openxmlformats.org/drawingml/2006/main">
            <a:off x="356235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69" name="J-shared">
            <a:extLst xmlns:a="http://schemas.openxmlformats.org/drawingml/2006/main">
              <a:ext uri="{FF2B5EF4-FFF2-40B4-BE49-F238E27FC236}">
                <a16:creationId xmlns:a16="http://schemas.microsoft.com/office/drawing/2014/main" id="{F9D2309D-607B-4B58-9B93-42428470E188}"/>
              </a:ext>
            </a:extLst>
          </p:cNvPr>
          <p:cNvSpPr>
            <a:spLocks xmlns:a="http://schemas.openxmlformats.org/drawingml/2006/main" noGrp="1"/>
          </p:cNvSpPr>
          <p:nvPr/>
        </p:nvSpPr>
        <p:spPr>
          <a:xfrm xmlns:a="http://schemas.openxmlformats.org/drawingml/2006/main">
            <a:off x="600075" y="4162425"/>
            <a:ext cx="3657600" cy="723900"/>
          </a:xfrm>
          <a:prstGeom xmlns:a="http://schemas.openxmlformats.org/drawingml/2006/main" prst="rect">
            <a:avLst/>
          </a:prstGeom>
          <a:noFill xmlns:a="http://schemas.openxmlformats.org/drawingml/2006/main"/>
          <a:ln xmlns:a="http://schemas.openxmlformats.org/drawingml/2006/main" w="22860">
            <a:solidFill>
              <a:srgbClr val="6E4E9E"/>
            </a:solidFill>
            <a:prstDash val="solid"/>
          </a:ln>
        </p:spPr>
      </p:sp>
      <p:sp>
        <p:nvSpPr>
          <p:cNvPr id="70" name="J-note">
            <a:extLst xmlns:a="http://schemas.openxmlformats.org/drawingml/2006/main">
              <a:ext uri="{FF2B5EF4-FFF2-40B4-BE49-F238E27FC236}">
                <a16:creationId xmlns:a16="http://schemas.microsoft.com/office/drawing/2014/main" id="{A5A85D84-E965-46BE-BC52-813C6E947FE1}"/>
              </a:ext>
            </a:extLst>
          </p:cNvPr>
          <p:cNvSpPr>
            <a:spLocks xmlns:a="http://schemas.openxmlformats.org/drawingml/2006/main" noGrp="1"/>
          </p:cNvSpPr>
          <p:nvPr/>
        </p:nvSpPr>
        <p:spPr>
          <a:xfrm xmlns:a="http://schemas.openxmlformats.org/drawingml/2006/main">
            <a:off x="4267200" y="4248150"/>
            <a:ext cx="1714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one row for</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both branches</a:t>
            </a:r>
          </a:p>
        </p:txBody>
      </p:sp>
      <p:sp>
        <p:nvSpPr>
          <p:cNvPr id="71" name="panel-L">
            <a:extLst xmlns:a="http://schemas.openxmlformats.org/drawingml/2006/main">
              <a:ext uri="{FF2B5EF4-FFF2-40B4-BE49-F238E27FC236}">
                <a16:creationId xmlns:a16="http://schemas.microsoft.com/office/drawing/2014/main" id="{06A42BD0-8B74-4A23-A3D3-CAB53C53F3BA}"/>
              </a:ext>
            </a:extLst>
          </p:cNvPr>
          <p:cNvSpPr>
            <a:spLocks xmlns:a="http://schemas.openxmlformats.org/drawingml/2006/main" noGrp="1"/>
          </p:cNvSpPr>
          <p:nvPr/>
        </p:nvSpPr>
        <p:spPr>
          <a:xfrm xmlns:a="http://schemas.openxmlformats.org/drawingml/2006/main">
            <a:off x="6286500" y="3352800"/>
            <a:ext cx="5600700" cy="1943100"/>
          </a:xfrm>
          <a:prstGeom xmlns:a="http://schemas.openxmlformats.org/drawingml/2006/main" prst="roundRect">
            <a:avLst>
              <a:gd name="adj" fmla="val 3922"/>
            </a:avLst>
          </a:prstGeom>
          <a:solidFill xmlns:a="http://schemas.openxmlformats.org/drawingml/2006/main">
            <a:srgbClr val="FBE4E1"/>
          </a:solidFill>
          <a:ln xmlns:a="http://schemas.openxmlformats.org/drawingml/2006/main" w="15240">
            <a:solidFill>
              <a:srgbClr val="B23A2C"/>
            </a:solidFill>
            <a:prstDash val="solid"/>
          </a:ln>
        </p:spPr>
      </p:sp>
      <p:sp>
        <p:nvSpPr>
          <p:cNvPr id="72" name="L-title">
            <a:extLst xmlns:a="http://schemas.openxmlformats.org/drawingml/2006/main">
              <a:ext uri="{FF2B5EF4-FFF2-40B4-BE49-F238E27FC236}">
                <a16:creationId xmlns:a16="http://schemas.microsoft.com/office/drawing/2014/main" id="{4F948261-5837-4591-9A36-769375D091C7}"/>
              </a:ext>
            </a:extLst>
          </p:cNvPr>
          <p:cNvSpPr>
            <a:spLocks xmlns:a="http://schemas.openxmlformats.org/drawingml/2006/main" noGrp="1"/>
          </p:cNvSpPr>
          <p:nvPr/>
        </p:nvSpPr>
        <p:spPr>
          <a:xfrm xmlns:a="http://schemas.openxmlformats.org/drawingml/2006/main">
            <a:off x="6362700" y="3390900"/>
            <a:ext cx="5448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B23A2C"/>
                </a:solidFill>
                <a:latin typeface="Times New Roman"/>
                <a:ea typeface="Times New Roman"/>
                <a:cs typeface="Times New Roman"/>
              </a:defRPr>
            </a:pPr>
            <a:r>
              <a:rPr sz="2250" b="1" i="1">
                <a:solidFill>
                  <a:srgbClr val="B23A2C"/>
                </a:solidFill>
                <a:latin typeface="Times New Roman"/>
                <a:ea typeface="Times New Roman"/>
                <a:cs typeface="Times New Roman"/>
              </a:rPr>
              <a:t>L</a:t>
            </a:r>
            <a:r>
              <a:rPr sz="2250" b="1" i="0">
                <a:solidFill>
                  <a:srgbClr val="B23A2C"/>
                </a:solidFill>
                <a:latin typeface="Times New Roman"/>
                <a:ea typeface="Times New Roman"/>
                <a:cs typeface="Times New Roman"/>
              </a:rPr>
              <a:t>: branch-specific rows</a:t>
            </a:r>
          </a:p>
        </p:txBody>
      </p:sp>
      <p:sp>
        <p:nvSpPr>
          <p:cNvPr id="73" name="L-formula">
            <a:extLst xmlns:a="http://schemas.openxmlformats.org/drawingml/2006/main">
              <a:ext uri="{FF2B5EF4-FFF2-40B4-BE49-F238E27FC236}">
                <a16:creationId xmlns:a16="http://schemas.microsoft.com/office/drawing/2014/main" id="{9DCFFBBC-0AAD-417B-AC35-DA4965D82F9C}"/>
              </a:ext>
            </a:extLst>
          </p:cNvPr>
          <p:cNvSpPr>
            <a:spLocks xmlns:a="http://schemas.openxmlformats.org/drawingml/2006/main" noGrp="1"/>
          </p:cNvSpPr>
          <p:nvPr/>
        </p:nvSpPr>
        <p:spPr>
          <a:xfrm xmlns:a="http://schemas.openxmlformats.org/drawingml/2006/main">
            <a:off x="6362700" y="3733800"/>
            <a:ext cx="5448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L</a:t>
            </a:r>
            <a:r>
              <a:rPr sz="2250" b="0" i="0">
                <a:solidFill>
                  <a:srgbClr val="1E2E38"/>
                </a:solidFill>
                <a:latin typeface="Times New Roman"/>
                <a:ea typeface="Times New Roman"/>
                <a:cs typeface="Times New Roman"/>
              </a:rPr>
              <a:t> = Σ_B w_B min_r d_B(</a:t>
            </a:r>
            <a:r>
              <a:rPr sz="2250" b="0" i="1">
                <a:solidFill>
                  <a:srgbClr val="1E2E38"/>
                </a:solidFill>
                <a:latin typeface="Times New Roman"/>
                <a:ea typeface="Times New Roman"/>
                <a:cs typeface="Times New Roman"/>
              </a:rPr>
              <a:t>q</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r</a:t>
            </a:r>
            <a:r>
              <a:rPr sz="2250" b="0" i="0">
                <a:solidFill>
                  <a:srgbClr val="1E2E38"/>
                </a:solidFill>
                <a:latin typeface="Times New Roman"/>
                <a:ea typeface="Times New Roman"/>
                <a:cs typeface="Times New Roman"/>
              </a:rPr>
              <a:t>)</a:t>
            </a:r>
          </a:p>
        </p:txBody>
      </p:sp>
      <p:sp>
        <p:nvSpPr>
          <p:cNvPr id="74" name="L-B-0">
            <a:extLst xmlns:a="http://schemas.openxmlformats.org/drawingml/2006/main">
              <a:ext uri="{FF2B5EF4-FFF2-40B4-BE49-F238E27FC236}">
                <a16:creationId xmlns:a16="http://schemas.microsoft.com/office/drawing/2014/main" id="{A56FBAC8-AE57-4962-9C1E-5DD076E33C79}"/>
              </a:ext>
            </a:extLst>
          </p:cNvPr>
          <p:cNvSpPr>
            <a:spLocks xmlns:a="http://schemas.openxmlformats.org/drawingml/2006/main" noGrp="1"/>
          </p:cNvSpPr>
          <p:nvPr/>
        </p:nvSpPr>
        <p:spPr>
          <a:xfrm xmlns:a="http://schemas.openxmlformats.org/drawingml/2006/main">
            <a:off x="65913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75" name="L-B-1">
            <a:extLst xmlns:a="http://schemas.openxmlformats.org/drawingml/2006/main">
              <a:ext uri="{FF2B5EF4-FFF2-40B4-BE49-F238E27FC236}">
                <a16:creationId xmlns:a16="http://schemas.microsoft.com/office/drawing/2014/main" id="{EA242798-F506-479C-96FF-9666B11C1AC8}"/>
              </a:ext>
            </a:extLst>
          </p:cNvPr>
          <p:cNvSpPr>
            <a:spLocks xmlns:a="http://schemas.openxmlformats.org/drawingml/2006/main" noGrp="1"/>
          </p:cNvSpPr>
          <p:nvPr/>
        </p:nvSpPr>
        <p:spPr>
          <a:xfrm xmlns:a="http://schemas.openxmlformats.org/drawingml/2006/main">
            <a:off x="70104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76" name="L-B-2">
            <a:extLst xmlns:a="http://schemas.openxmlformats.org/drawingml/2006/main">
              <a:ext uri="{FF2B5EF4-FFF2-40B4-BE49-F238E27FC236}">
                <a16:creationId xmlns:a16="http://schemas.microsoft.com/office/drawing/2014/main" id="{12BD5985-4BDA-4004-8F8A-07BF66851054}"/>
              </a:ext>
            </a:extLst>
          </p:cNvPr>
          <p:cNvSpPr>
            <a:spLocks xmlns:a="http://schemas.openxmlformats.org/drawingml/2006/main" noGrp="1"/>
          </p:cNvSpPr>
          <p:nvPr/>
        </p:nvSpPr>
        <p:spPr>
          <a:xfrm xmlns:a="http://schemas.openxmlformats.org/drawingml/2006/main">
            <a:off x="7429500" y="4191000"/>
            <a:ext cx="381000" cy="304800"/>
          </a:xfrm>
          <a:prstGeom xmlns:a="http://schemas.openxmlformats.org/drawingml/2006/main" prst="rect">
            <a:avLst/>
          </a:prstGeom>
          <a:solidFill xmlns:a="http://schemas.openxmlformats.org/drawingml/2006/main">
            <a:srgbClr val="DCEBF7"/>
          </a:solidFill>
          <a:ln xmlns:a="http://schemas.openxmlformats.org/drawingml/2006/main" w="10478">
            <a:solidFill>
              <a:srgbClr val="2E6F9E"/>
            </a:solidFill>
            <a:prstDash val="solid"/>
          </a:ln>
        </p:spPr>
      </p:sp>
      <p:sp>
        <p:nvSpPr>
          <p:cNvPr id="77" name="L-B-accent-2">
            <a:extLst xmlns:a="http://schemas.openxmlformats.org/drawingml/2006/main">
              <a:ext uri="{FF2B5EF4-FFF2-40B4-BE49-F238E27FC236}">
                <a16:creationId xmlns:a16="http://schemas.microsoft.com/office/drawing/2014/main" id="{14A50552-B044-4205-BA38-C83DE7C2DFE4}"/>
              </a:ext>
            </a:extLst>
          </p:cNvPr>
          <p:cNvSpPr>
            <a:spLocks xmlns:a="http://schemas.openxmlformats.org/drawingml/2006/main" noGrp="1"/>
          </p:cNvSpPr>
          <p:nvPr/>
        </p:nvSpPr>
        <p:spPr>
          <a:xfrm xmlns:a="http://schemas.openxmlformats.org/drawingml/2006/main">
            <a:off x="7400925" y="4162425"/>
            <a:ext cx="438150" cy="361950"/>
          </a:xfrm>
          <a:prstGeom xmlns:a="http://schemas.openxmlformats.org/drawingml/2006/main" prst="rect">
            <a:avLst/>
          </a:prstGeom>
          <a:noFill xmlns:a="http://schemas.openxmlformats.org/drawingml/2006/main"/>
          <a:ln xmlns:a="http://schemas.openxmlformats.org/drawingml/2006/main" w="28575">
            <a:solidFill>
              <a:srgbClr val="2E6F9E"/>
            </a:solidFill>
            <a:prstDash val="solid"/>
          </a:ln>
        </p:spPr>
      </p:sp>
      <p:sp>
        <p:nvSpPr>
          <p:cNvPr id="78" name="L-B-3">
            <a:extLst xmlns:a="http://schemas.openxmlformats.org/drawingml/2006/main">
              <a:ext uri="{FF2B5EF4-FFF2-40B4-BE49-F238E27FC236}">
                <a16:creationId xmlns:a16="http://schemas.microsoft.com/office/drawing/2014/main" id="{DCAA38B2-118C-4C21-8561-D4CDBDFC2AF2}"/>
              </a:ext>
            </a:extLst>
          </p:cNvPr>
          <p:cNvSpPr>
            <a:spLocks xmlns:a="http://schemas.openxmlformats.org/drawingml/2006/main" noGrp="1"/>
          </p:cNvSpPr>
          <p:nvPr/>
        </p:nvSpPr>
        <p:spPr>
          <a:xfrm xmlns:a="http://schemas.openxmlformats.org/drawingml/2006/main">
            <a:off x="78486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79" name="L-B-4">
            <a:extLst xmlns:a="http://schemas.openxmlformats.org/drawingml/2006/main">
              <a:ext uri="{FF2B5EF4-FFF2-40B4-BE49-F238E27FC236}">
                <a16:creationId xmlns:a16="http://schemas.microsoft.com/office/drawing/2014/main" id="{DDBEA56A-9165-4EF2-BF8F-C954831E74C2}"/>
              </a:ext>
            </a:extLst>
          </p:cNvPr>
          <p:cNvSpPr>
            <a:spLocks xmlns:a="http://schemas.openxmlformats.org/drawingml/2006/main" noGrp="1"/>
          </p:cNvSpPr>
          <p:nvPr/>
        </p:nvSpPr>
        <p:spPr>
          <a:xfrm xmlns:a="http://schemas.openxmlformats.org/drawingml/2006/main">
            <a:off x="82677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80" name="L-B-5">
            <a:extLst xmlns:a="http://schemas.openxmlformats.org/drawingml/2006/main">
              <a:ext uri="{FF2B5EF4-FFF2-40B4-BE49-F238E27FC236}">
                <a16:creationId xmlns:a16="http://schemas.microsoft.com/office/drawing/2014/main" id="{6FA3391C-DD64-4B54-8A2B-5E54BF7597FB}"/>
              </a:ext>
            </a:extLst>
          </p:cNvPr>
          <p:cNvSpPr>
            <a:spLocks xmlns:a="http://schemas.openxmlformats.org/drawingml/2006/main" noGrp="1"/>
          </p:cNvSpPr>
          <p:nvPr/>
        </p:nvSpPr>
        <p:spPr>
          <a:xfrm xmlns:a="http://schemas.openxmlformats.org/drawingml/2006/main">
            <a:off x="86868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81" name="L-B-6">
            <a:extLst xmlns:a="http://schemas.openxmlformats.org/drawingml/2006/main">
              <a:ext uri="{FF2B5EF4-FFF2-40B4-BE49-F238E27FC236}">
                <a16:creationId xmlns:a16="http://schemas.microsoft.com/office/drawing/2014/main" id="{A82C3287-C57C-4000-9CA2-22AD76C72B75}"/>
              </a:ext>
            </a:extLst>
          </p:cNvPr>
          <p:cNvSpPr>
            <a:spLocks xmlns:a="http://schemas.openxmlformats.org/drawingml/2006/main" noGrp="1"/>
          </p:cNvSpPr>
          <p:nvPr/>
        </p:nvSpPr>
        <p:spPr>
          <a:xfrm xmlns:a="http://schemas.openxmlformats.org/drawingml/2006/main">
            <a:off x="91059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82" name="L-B-7">
            <a:extLst xmlns:a="http://schemas.openxmlformats.org/drawingml/2006/main">
              <a:ext uri="{FF2B5EF4-FFF2-40B4-BE49-F238E27FC236}">
                <a16:creationId xmlns:a16="http://schemas.microsoft.com/office/drawing/2014/main" id="{38518F07-9753-420B-9096-DBEBF8B2A41C}"/>
              </a:ext>
            </a:extLst>
          </p:cNvPr>
          <p:cNvSpPr>
            <a:spLocks xmlns:a="http://schemas.openxmlformats.org/drawingml/2006/main" noGrp="1"/>
          </p:cNvSpPr>
          <p:nvPr/>
        </p:nvSpPr>
        <p:spPr>
          <a:xfrm xmlns:a="http://schemas.openxmlformats.org/drawingml/2006/main">
            <a:off x="9525000" y="419100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2E6F9E"/>
            </a:solidFill>
            <a:prstDash val="solid"/>
          </a:ln>
        </p:spPr>
      </p:sp>
      <p:sp>
        <p:nvSpPr>
          <p:cNvPr id="83" name="L-C-0">
            <a:extLst xmlns:a="http://schemas.openxmlformats.org/drawingml/2006/main">
              <a:ext uri="{FF2B5EF4-FFF2-40B4-BE49-F238E27FC236}">
                <a16:creationId xmlns:a16="http://schemas.microsoft.com/office/drawing/2014/main" id="{42D73931-3EFB-4FF1-BC4A-2CAE033A53FF}"/>
              </a:ext>
            </a:extLst>
          </p:cNvPr>
          <p:cNvSpPr>
            <a:spLocks xmlns:a="http://schemas.openxmlformats.org/drawingml/2006/main" noGrp="1"/>
          </p:cNvSpPr>
          <p:nvPr/>
        </p:nvSpPr>
        <p:spPr>
          <a:xfrm xmlns:a="http://schemas.openxmlformats.org/drawingml/2006/main">
            <a:off x="65913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84" name="L-C-1">
            <a:extLst xmlns:a="http://schemas.openxmlformats.org/drawingml/2006/main">
              <a:ext uri="{FF2B5EF4-FFF2-40B4-BE49-F238E27FC236}">
                <a16:creationId xmlns:a16="http://schemas.microsoft.com/office/drawing/2014/main" id="{B2AFC24E-AA27-4FDD-85F0-0D455858C4E7}"/>
              </a:ext>
            </a:extLst>
          </p:cNvPr>
          <p:cNvSpPr>
            <a:spLocks xmlns:a="http://schemas.openxmlformats.org/drawingml/2006/main" noGrp="1"/>
          </p:cNvSpPr>
          <p:nvPr/>
        </p:nvSpPr>
        <p:spPr>
          <a:xfrm xmlns:a="http://schemas.openxmlformats.org/drawingml/2006/main">
            <a:off x="70104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85" name="L-C-2">
            <a:extLst xmlns:a="http://schemas.openxmlformats.org/drawingml/2006/main">
              <a:ext uri="{FF2B5EF4-FFF2-40B4-BE49-F238E27FC236}">
                <a16:creationId xmlns:a16="http://schemas.microsoft.com/office/drawing/2014/main" id="{6F2CBBFE-3E86-4F5A-915E-980B145E023F}"/>
              </a:ext>
            </a:extLst>
          </p:cNvPr>
          <p:cNvSpPr>
            <a:spLocks xmlns:a="http://schemas.openxmlformats.org/drawingml/2006/main" noGrp="1"/>
          </p:cNvSpPr>
          <p:nvPr/>
        </p:nvSpPr>
        <p:spPr>
          <a:xfrm xmlns:a="http://schemas.openxmlformats.org/drawingml/2006/main">
            <a:off x="74295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86" name="L-C-3">
            <a:extLst xmlns:a="http://schemas.openxmlformats.org/drawingml/2006/main">
              <a:ext uri="{FF2B5EF4-FFF2-40B4-BE49-F238E27FC236}">
                <a16:creationId xmlns:a16="http://schemas.microsoft.com/office/drawing/2014/main" id="{E388E12F-0539-447F-9858-4E50E200F25C}"/>
              </a:ext>
            </a:extLst>
          </p:cNvPr>
          <p:cNvSpPr>
            <a:spLocks xmlns:a="http://schemas.openxmlformats.org/drawingml/2006/main" noGrp="1"/>
          </p:cNvSpPr>
          <p:nvPr/>
        </p:nvSpPr>
        <p:spPr>
          <a:xfrm xmlns:a="http://schemas.openxmlformats.org/drawingml/2006/main">
            <a:off x="78486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87" name="L-C-4">
            <a:extLst xmlns:a="http://schemas.openxmlformats.org/drawingml/2006/main">
              <a:ext uri="{FF2B5EF4-FFF2-40B4-BE49-F238E27FC236}">
                <a16:creationId xmlns:a16="http://schemas.microsoft.com/office/drawing/2014/main" id="{D77C657B-4434-4C20-9DDD-73A15283A97C}"/>
              </a:ext>
            </a:extLst>
          </p:cNvPr>
          <p:cNvSpPr>
            <a:spLocks xmlns:a="http://schemas.openxmlformats.org/drawingml/2006/main" noGrp="1"/>
          </p:cNvSpPr>
          <p:nvPr/>
        </p:nvSpPr>
        <p:spPr>
          <a:xfrm xmlns:a="http://schemas.openxmlformats.org/drawingml/2006/main">
            <a:off x="82677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88" name="L-C-5">
            <a:extLst xmlns:a="http://schemas.openxmlformats.org/drawingml/2006/main">
              <a:ext uri="{FF2B5EF4-FFF2-40B4-BE49-F238E27FC236}">
                <a16:creationId xmlns:a16="http://schemas.microsoft.com/office/drawing/2014/main" id="{D81E753C-2FE7-4C95-BFF5-40E1A6BBBE7C}"/>
              </a:ext>
            </a:extLst>
          </p:cNvPr>
          <p:cNvSpPr>
            <a:spLocks xmlns:a="http://schemas.openxmlformats.org/drawingml/2006/main" noGrp="1"/>
          </p:cNvSpPr>
          <p:nvPr/>
        </p:nvSpPr>
        <p:spPr>
          <a:xfrm xmlns:a="http://schemas.openxmlformats.org/drawingml/2006/main">
            <a:off x="8686800" y="4552950"/>
            <a:ext cx="381000" cy="304800"/>
          </a:xfrm>
          <a:prstGeom xmlns:a="http://schemas.openxmlformats.org/drawingml/2006/main" prst="rect">
            <a:avLst/>
          </a:prstGeom>
          <a:solidFill xmlns:a="http://schemas.openxmlformats.org/drawingml/2006/main">
            <a:srgbClr val="FFF0CF"/>
          </a:solidFill>
          <a:ln xmlns:a="http://schemas.openxmlformats.org/drawingml/2006/main" w="10478">
            <a:solidFill>
              <a:srgbClr val="B27C20"/>
            </a:solidFill>
            <a:prstDash val="solid"/>
          </a:ln>
        </p:spPr>
      </p:sp>
      <p:sp>
        <p:nvSpPr>
          <p:cNvPr id="89" name="L-C-accent-5">
            <a:extLst xmlns:a="http://schemas.openxmlformats.org/drawingml/2006/main">
              <a:ext uri="{FF2B5EF4-FFF2-40B4-BE49-F238E27FC236}">
                <a16:creationId xmlns:a16="http://schemas.microsoft.com/office/drawing/2014/main" id="{7EBF9061-297F-42F9-8AF2-0556B32A5D63}"/>
              </a:ext>
            </a:extLst>
          </p:cNvPr>
          <p:cNvSpPr>
            <a:spLocks xmlns:a="http://schemas.openxmlformats.org/drawingml/2006/main" noGrp="1"/>
          </p:cNvSpPr>
          <p:nvPr/>
        </p:nvSpPr>
        <p:spPr>
          <a:xfrm xmlns:a="http://schemas.openxmlformats.org/drawingml/2006/main">
            <a:off x="8658225" y="4524375"/>
            <a:ext cx="438150" cy="361950"/>
          </a:xfrm>
          <a:prstGeom xmlns:a="http://schemas.openxmlformats.org/drawingml/2006/main" prst="rect">
            <a:avLst/>
          </a:prstGeom>
          <a:noFill xmlns:a="http://schemas.openxmlformats.org/drawingml/2006/main"/>
          <a:ln xmlns:a="http://schemas.openxmlformats.org/drawingml/2006/main" w="28575">
            <a:solidFill>
              <a:srgbClr val="B27C20"/>
            </a:solidFill>
            <a:prstDash val="solid"/>
          </a:ln>
        </p:spPr>
      </p:sp>
      <p:sp>
        <p:nvSpPr>
          <p:cNvPr id="90" name="L-C-6">
            <a:extLst xmlns:a="http://schemas.openxmlformats.org/drawingml/2006/main">
              <a:ext uri="{FF2B5EF4-FFF2-40B4-BE49-F238E27FC236}">
                <a16:creationId xmlns:a16="http://schemas.microsoft.com/office/drawing/2014/main" id="{4B7405A1-E063-43CB-BBA4-8E7EBFBFC21A}"/>
              </a:ext>
            </a:extLst>
          </p:cNvPr>
          <p:cNvSpPr>
            <a:spLocks xmlns:a="http://schemas.openxmlformats.org/drawingml/2006/main" noGrp="1"/>
          </p:cNvSpPr>
          <p:nvPr/>
        </p:nvSpPr>
        <p:spPr>
          <a:xfrm xmlns:a="http://schemas.openxmlformats.org/drawingml/2006/main">
            <a:off x="91059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91" name="L-C-7">
            <a:extLst xmlns:a="http://schemas.openxmlformats.org/drawingml/2006/main">
              <a:ext uri="{FF2B5EF4-FFF2-40B4-BE49-F238E27FC236}">
                <a16:creationId xmlns:a16="http://schemas.microsoft.com/office/drawing/2014/main" id="{A47F105C-411C-4373-A13B-5085B965BABC}"/>
              </a:ext>
            </a:extLst>
          </p:cNvPr>
          <p:cNvSpPr>
            <a:spLocks xmlns:a="http://schemas.openxmlformats.org/drawingml/2006/main" noGrp="1"/>
          </p:cNvSpPr>
          <p:nvPr/>
        </p:nvSpPr>
        <p:spPr>
          <a:xfrm xmlns:a="http://schemas.openxmlformats.org/drawingml/2006/main">
            <a:off x="9525000" y="4552950"/>
            <a:ext cx="381000" cy="304800"/>
          </a:xfrm>
          <a:prstGeom xmlns:a="http://schemas.openxmlformats.org/drawingml/2006/main" prst="rect">
            <a:avLst/>
          </a:prstGeom>
          <a:solidFill xmlns:a="http://schemas.openxmlformats.org/drawingml/2006/main">
            <a:srgbClr val="FFFFFF"/>
          </a:solidFill>
          <a:ln xmlns:a="http://schemas.openxmlformats.org/drawingml/2006/main" w="10478">
            <a:solidFill>
              <a:srgbClr val="B27C20"/>
            </a:solidFill>
            <a:prstDash val="solid"/>
          </a:ln>
        </p:spPr>
      </p:sp>
      <p:sp>
        <p:nvSpPr>
          <p:cNvPr id="92" name="L-own-B">
            <a:extLst xmlns:a="http://schemas.openxmlformats.org/drawingml/2006/main">
              <a:ext uri="{FF2B5EF4-FFF2-40B4-BE49-F238E27FC236}">
                <a16:creationId xmlns:a16="http://schemas.microsoft.com/office/drawing/2014/main" id="{FAEC49CA-6DE7-4259-8466-8597F3800AB9}"/>
              </a:ext>
            </a:extLst>
          </p:cNvPr>
          <p:cNvSpPr>
            <a:spLocks xmlns:a="http://schemas.openxmlformats.org/drawingml/2006/main" noGrp="1"/>
          </p:cNvSpPr>
          <p:nvPr/>
        </p:nvSpPr>
        <p:spPr>
          <a:xfrm xmlns:a="http://schemas.openxmlformats.org/drawingml/2006/main">
            <a:off x="6562725" y="4162425"/>
            <a:ext cx="304800" cy="304800"/>
          </a:xfrm>
          <a:prstGeom xmlns:a="http://schemas.openxmlformats.org/drawingml/2006/main" prst="rect">
            <a:avLst/>
          </a:prstGeom>
          <a:noFill xmlns:a="http://schemas.openxmlformats.org/drawingml/2006/main"/>
          <a:ln xmlns:a="http://schemas.openxmlformats.org/drawingml/2006/main" w="22860">
            <a:solidFill>
              <a:srgbClr val="2E6F9E"/>
            </a:solidFill>
            <a:prstDash val="solid"/>
          </a:ln>
        </p:spPr>
      </p:sp>
      <p:sp>
        <p:nvSpPr>
          <p:cNvPr id="93" name="L-own-C">
            <a:extLst xmlns:a="http://schemas.openxmlformats.org/drawingml/2006/main">
              <a:ext uri="{FF2B5EF4-FFF2-40B4-BE49-F238E27FC236}">
                <a16:creationId xmlns:a16="http://schemas.microsoft.com/office/drawing/2014/main" id="{E53E0098-E7CE-4278-A39D-FD1379FD623C}"/>
              </a:ext>
            </a:extLst>
          </p:cNvPr>
          <p:cNvSpPr>
            <a:spLocks xmlns:a="http://schemas.openxmlformats.org/drawingml/2006/main" noGrp="1"/>
          </p:cNvSpPr>
          <p:nvPr/>
        </p:nvSpPr>
        <p:spPr>
          <a:xfrm xmlns:a="http://schemas.openxmlformats.org/drawingml/2006/main">
            <a:off x="8658225" y="4524375"/>
            <a:ext cx="304800" cy="304800"/>
          </a:xfrm>
          <a:prstGeom xmlns:a="http://schemas.openxmlformats.org/drawingml/2006/main" prst="rect">
            <a:avLst/>
          </a:prstGeom>
          <a:noFill xmlns:a="http://schemas.openxmlformats.org/drawingml/2006/main"/>
          <a:ln xmlns:a="http://schemas.openxmlformats.org/drawingml/2006/main" w="22860">
            <a:solidFill>
              <a:srgbClr val="B27C20"/>
            </a:solidFill>
            <a:prstDash val="solid"/>
          </a:ln>
        </p:spPr>
      </p:sp>
      <p:sp>
        <p:nvSpPr>
          <p:cNvPr id="94" name="L-note">
            <a:extLst xmlns:a="http://schemas.openxmlformats.org/drawingml/2006/main">
              <a:ext uri="{FF2B5EF4-FFF2-40B4-BE49-F238E27FC236}">
                <a16:creationId xmlns:a16="http://schemas.microsoft.com/office/drawing/2014/main" id="{A8B1C63C-9AAA-4BAA-898B-0BE5E71C6B10}"/>
              </a:ext>
            </a:extLst>
          </p:cNvPr>
          <p:cNvSpPr>
            <a:spLocks xmlns:a="http://schemas.openxmlformats.org/drawingml/2006/main" noGrp="1"/>
          </p:cNvSpPr>
          <p:nvPr/>
        </p:nvSpPr>
        <p:spPr>
          <a:xfrm xmlns:a="http://schemas.openxmlformats.org/drawingml/2006/main">
            <a:off x="10115550" y="4248150"/>
            <a:ext cx="1714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its own row</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per branch</a:t>
            </a:r>
          </a:p>
        </p:txBody>
      </p:sp>
      <p:sp>
        <p:nvSpPr>
          <p:cNvPr id="95" name="sec-c-chip">
            <a:extLst xmlns:a="http://schemas.openxmlformats.org/drawingml/2006/main">
              <a:ext uri="{FF2B5EF4-FFF2-40B4-BE49-F238E27FC236}">
                <a16:creationId xmlns:a16="http://schemas.microsoft.com/office/drawing/2014/main" id="{99B99657-870F-49D2-B7A4-B72EBF377636}"/>
              </a:ext>
            </a:extLst>
          </p:cNvPr>
          <p:cNvSpPr>
            <a:spLocks xmlns:a="http://schemas.openxmlformats.org/drawingml/2006/main" noGrp="1"/>
          </p:cNvSpPr>
          <p:nvPr/>
        </p:nvSpPr>
        <p:spPr>
          <a:xfrm xmlns:a="http://schemas.openxmlformats.org/drawingml/2006/main">
            <a:off x="304800" y="55435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96" name="sec-c-chip-text">
            <a:extLst xmlns:a="http://schemas.openxmlformats.org/drawingml/2006/main">
              <a:ext uri="{FF2B5EF4-FFF2-40B4-BE49-F238E27FC236}">
                <a16:creationId xmlns:a16="http://schemas.microsoft.com/office/drawing/2014/main" id="{7A820CF2-6360-4361-9ACE-267DB4100772}"/>
              </a:ext>
            </a:extLst>
          </p:cNvPr>
          <p:cNvSpPr>
            <a:spLocks xmlns:a="http://schemas.openxmlformats.org/drawingml/2006/main" noGrp="1"/>
          </p:cNvSpPr>
          <p:nvPr/>
        </p:nvSpPr>
        <p:spPr>
          <a:xfrm xmlns:a="http://schemas.openxmlformats.org/drawingml/2006/main">
            <a:off x="323850" y="55435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c</a:t>
            </a:r>
          </a:p>
        </p:txBody>
      </p:sp>
      <p:sp>
        <p:nvSpPr>
          <p:cNvPr id="97" name="sec-c">
            <a:extLst xmlns:a="http://schemas.openxmlformats.org/drawingml/2006/main">
              <a:ext uri="{FF2B5EF4-FFF2-40B4-BE49-F238E27FC236}">
                <a16:creationId xmlns:a16="http://schemas.microsoft.com/office/drawing/2014/main" id="{F294EEA9-76D0-4BFF-8DAF-258D8D4A81D3}"/>
              </a:ext>
            </a:extLst>
          </p:cNvPr>
          <p:cNvSpPr>
            <a:spLocks xmlns:a="http://schemas.openxmlformats.org/drawingml/2006/main" noGrp="1"/>
          </p:cNvSpPr>
          <p:nvPr/>
        </p:nvSpPr>
        <p:spPr>
          <a:xfrm xmlns:a="http://schemas.openxmlformats.org/drawingml/2006/main">
            <a:off x="876300" y="5505450"/>
            <a:ext cx="5334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Constraint difference</a:t>
            </a:r>
          </a:p>
        </p:txBody>
      </p:sp>
      <p:sp>
        <p:nvSpPr>
          <p:cNvPr id="98" name="G-formula">
            <a:extLst xmlns:a="http://schemas.openxmlformats.org/drawingml/2006/main">
              <a:ext uri="{FF2B5EF4-FFF2-40B4-BE49-F238E27FC236}">
                <a16:creationId xmlns:a16="http://schemas.microsoft.com/office/drawing/2014/main" id="{5A994E44-F79C-4A92-949B-B11C77477F5B}"/>
              </a:ext>
            </a:extLst>
          </p:cNvPr>
          <p:cNvSpPr>
            <a:spLocks xmlns:a="http://schemas.openxmlformats.org/drawingml/2006/main" noGrp="1"/>
          </p:cNvSpPr>
          <p:nvPr/>
        </p:nvSpPr>
        <p:spPr>
          <a:xfrm xmlns:a="http://schemas.openxmlformats.org/drawingml/2006/main">
            <a:off x="304800" y="6057900"/>
            <a:ext cx="4572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1E2E38"/>
                </a:solidFill>
                <a:latin typeface="Times New Roman"/>
                <a:ea typeface="Times New Roman"/>
                <a:cs typeface="Times New Roman"/>
              </a:defRPr>
            </a:pPr>
            <a:r>
              <a:rPr sz="2550" b="0" i="1">
                <a:solidFill>
                  <a:srgbClr val="1E2E38"/>
                </a:solidFill>
                <a:latin typeface="Times New Roman"/>
                <a:ea typeface="Times New Roman"/>
                <a:cs typeface="Times New Roman"/>
              </a:rPr>
              <a:t>G</a:t>
            </a:r>
            <a:r>
              <a:rPr sz="2550" b="0" i="0">
                <a:solidFill>
                  <a:srgbClr val="1E2E38"/>
                </a:solidFill>
                <a:latin typeface="Times New Roman"/>
                <a:ea typeface="Times New Roman"/>
                <a:cs typeface="Times New Roman"/>
              </a:rPr>
              <a:t>(</a:t>
            </a:r>
            <a:r>
              <a:rPr sz="2550" b="0" i="1">
                <a:solidFill>
                  <a:srgbClr val="1E2E38"/>
                </a:solidFill>
                <a:latin typeface="Times New Roman"/>
                <a:ea typeface="Times New Roman"/>
                <a:cs typeface="Times New Roman"/>
              </a:rPr>
              <a:t>q</a:t>
            </a:r>
            <a:r>
              <a:rPr sz="2550" b="0" i="0">
                <a:solidFill>
                  <a:srgbClr val="1E2E38"/>
                </a:solidFill>
                <a:latin typeface="Times New Roman"/>
                <a:ea typeface="Times New Roman"/>
                <a:cs typeface="Times New Roman"/>
              </a:rPr>
              <a:t>) = </a:t>
            </a:r>
            <a:r>
              <a:rPr sz="2550" b="0" i="1">
                <a:solidFill>
                  <a:srgbClr val="1E2E38"/>
                </a:solidFill>
                <a:latin typeface="Times New Roman"/>
                <a:ea typeface="Times New Roman"/>
                <a:cs typeface="Times New Roman"/>
              </a:rPr>
              <a:t>J</a:t>
            </a:r>
            <a:r>
              <a:rPr sz="2550" b="0" i="0">
                <a:solidFill>
                  <a:srgbClr val="1E2E38"/>
                </a:solidFill>
                <a:latin typeface="Times New Roman"/>
                <a:ea typeface="Times New Roman"/>
                <a:cs typeface="Times New Roman"/>
              </a:rPr>
              <a:t>(</a:t>
            </a:r>
            <a:r>
              <a:rPr sz="2550" b="0" i="1">
                <a:solidFill>
                  <a:srgbClr val="1E2E38"/>
                </a:solidFill>
                <a:latin typeface="Times New Roman"/>
                <a:ea typeface="Times New Roman"/>
                <a:cs typeface="Times New Roman"/>
              </a:rPr>
              <a:t>q</a:t>
            </a:r>
            <a:r>
              <a:rPr sz="2550" b="0" i="0">
                <a:solidFill>
                  <a:srgbClr val="1E2E38"/>
                </a:solidFill>
                <a:latin typeface="Times New Roman"/>
                <a:ea typeface="Times New Roman"/>
                <a:cs typeface="Times New Roman"/>
              </a:rPr>
              <a:t>) − </a:t>
            </a:r>
            <a:r>
              <a:rPr sz="2550" b="0" i="1">
                <a:solidFill>
                  <a:srgbClr val="1E2E38"/>
                </a:solidFill>
                <a:latin typeface="Times New Roman"/>
                <a:ea typeface="Times New Roman"/>
                <a:cs typeface="Times New Roman"/>
              </a:rPr>
              <a:t>L</a:t>
            </a:r>
            <a:r>
              <a:rPr sz="2550" b="0" i="0">
                <a:solidFill>
                  <a:srgbClr val="1E2E38"/>
                </a:solidFill>
                <a:latin typeface="Times New Roman"/>
                <a:ea typeface="Times New Roman"/>
                <a:cs typeface="Times New Roman"/>
              </a:rPr>
              <a:t>(</a:t>
            </a:r>
            <a:r>
              <a:rPr sz="2550" b="0" i="1">
                <a:solidFill>
                  <a:srgbClr val="1E2E38"/>
                </a:solidFill>
                <a:latin typeface="Times New Roman"/>
                <a:ea typeface="Times New Roman"/>
                <a:cs typeface="Times New Roman"/>
              </a:rPr>
              <a:t>q</a:t>
            </a:r>
            <a:r>
              <a:rPr sz="2550" b="0" i="0">
                <a:solidFill>
                  <a:srgbClr val="1E2E38"/>
                </a:solidFill>
                <a:latin typeface="Times New Roman"/>
                <a:ea typeface="Times New Roman"/>
                <a:cs typeface="Times New Roman"/>
              </a:rPr>
              <a:t>) ≥ 0</a:t>
            </a:r>
          </a:p>
        </p:txBody>
      </p:sp>
      <p:sp>
        <p:nvSpPr>
          <p:cNvPr id="99" name="G-why">
            <a:extLst xmlns:a="http://schemas.openxmlformats.org/drawingml/2006/main">
              <a:ext uri="{FF2B5EF4-FFF2-40B4-BE49-F238E27FC236}">
                <a16:creationId xmlns:a16="http://schemas.microsoft.com/office/drawing/2014/main" id="{45976B63-CE29-4AD0-8A6D-EF3973ADFFA3}"/>
              </a:ext>
            </a:extLst>
          </p:cNvPr>
          <p:cNvSpPr>
            <a:spLocks xmlns:a="http://schemas.openxmlformats.org/drawingml/2006/main" noGrp="1"/>
          </p:cNvSpPr>
          <p:nvPr/>
        </p:nvSpPr>
        <p:spPr>
          <a:xfrm xmlns:a="http://schemas.openxmlformats.org/drawingml/2006/main">
            <a:off x="4991100" y="6057900"/>
            <a:ext cx="704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Both rules search the same candidate rows with the</a:t>
            </a:r>
          </a:p>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same non-negative weights, so the shared-row minimum</a:t>
            </a:r>
          </a:p>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is never below the sum of the per-branch minima.</a:t>
            </a:r>
          </a:p>
        </p:txBody>
      </p:sp>
      <p:sp>
        <p:nvSpPr>
          <p:cNvPr id="100" name="G-caveat">
            <a:extLst xmlns:a="http://schemas.openxmlformats.org/drawingml/2006/main">
              <a:ext uri="{FF2B5EF4-FFF2-40B4-BE49-F238E27FC236}">
                <a16:creationId xmlns:a16="http://schemas.microsoft.com/office/drawing/2014/main" id="{14687082-CAE2-4512-927F-CB55039D119F}"/>
              </a:ext>
            </a:extLst>
          </p:cNvPr>
          <p:cNvSpPr>
            <a:spLocks xmlns:a="http://schemas.openxmlformats.org/drawingml/2006/main" noGrp="1"/>
          </p:cNvSpPr>
          <p:nvPr/>
        </p:nvSpPr>
        <p:spPr>
          <a:xfrm xmlns:a="http://schemas.openxmlformats.org/drawingml/2006/main">
            <a:off x="304800" y="7086600"/>
            <a:ext cx="11582400" cy="647700"/>
          </a:xfrm>
          <a:prstGeom xmlns:a="http://schemas.openxmlformats.org/drawingml/2006/main" prst="roundRect">
            <a:avLst>
              <a:gd name="adj" fmla="val 8824"/>
            </a:avLst>
          </a:prstGeom>
          <a:solidFill xmlns:a="http://schemas.openxmlformats.org/drawingml/2006/main">
            <a:srgbClr val="FFFFFF"/>
          </a:solidFill>
          <a:ln xmlns:a="http://schemas.openxmlformats.org/drawingml/2006/main" w="15240">
            <a:solidFill>
              <a:srgbClr val="CBD6DC"/>
            </a:solidFill>
            <a:prstDash val="solid"/>
          </a:ln>
        </p:spPr>
      </p:sp>
      <p:sp>
        <p:nvSpPr>
          <p:cNvPr id="101" name="G-caveat-text">
            <a:extLst xmlns:a="http://schemas.openxmlformats.org/drawingml/2006/main">
              <a:ext uri="{FF2B5EF4-FFF2-40B4-BE49-F238E27FC236}">
                <a16:creationId xmlns:a16="http://schemas.microsoft.com/office/drawing/2014/main" id="{D4CA29A5-0D35-4A97-84A9-36A31AB71ED7}"/>
              </a:ext>
            </a:extLst>
          </p:cNvPr>
          <p:cNvSpPr>
            <a:spLocks xmlns:a="http://schemas.openxmlformats.org/drawingml/2006/main" noGrp="1"/>
          </p:cNvSpPr>
          <p:nvPr/>
        </p:nvSpPr>
        <p:spPr>
          <a:xfrm xmlns:a="http://schemas.openxmlformats.org/drawingml/2006/main">
            <a:off x="419100" y="7124700"/>
            <a:ext cx="1135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G</a:t>
            </a:r>
            <a:r>
              <a:rPr sz="2250" b="0" i="0">
                <a:solidFill>
                  <a:srgbClr val="1E2E38"/>
                </a:solidFill>
                <a:latin typeface="Times New Roman"/>
                <a:ea typeface="Times New Roman"/>
                <a:cs typeface="Times New Roman"/>
              </a:rPr>
              <a:t> is a score difference, not a localization loss: what matters for AP is whether the gap changes the ranking of normal and anomalous patches.</a:t>
            </a:r>
          </a:p>
        </p:txBody>
      </p:sp>
    </p:spTree>
    <p:extLst>
      <p:ext uri="{BB962C8B-B14F-4D97-AF65-F5344CB8AC3E}">
        <p14:creationId xmlns:p14="http://schemas.microsoft.com/office/powerpoint/2010/main" val="176472355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5" name="band-a">
            <a:extLst xmlns:a="http://schemas.openxmlformats.org/drawingml/2006/main">
              <a:ext uri="{FF2B5EF4-FFF2-40B4-BE49-F238E27FC236}">
                <a16:creationId xmlns:a16="http://schemas.microsoft.com/office/drawing/2014/main" id="{24114651-C80C-47AE-94A0-3832A0529947}"/>
              </a:ext>
            </a:extLst>
          </p:cNvPr>
          <p:cNvSpPr>
            <a:spLocks xmlns:a="http://schemas.openxmlformats.org/drawingml/2006/main" noGrp="1"/>
          </p:cNvSpPr>
          <p:nvPr/>
        </p:nvSpPr>
        <p:spPr>
          <a:xfrm xmlns:a="http://schemas.openxmlformats.org/drawingml/2006/main">
            <a:off x="152400" y="76200"/>
            <a:ext cx="11887200" cy="339090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band-b">
            <a:extLst xmlns:a="http://schemas.openxmlformats.org/drawingml/2006/main">
              <a:ext uri="{FF2B5EF4-FFF2-40B4-BE49-F238E27FC236}">
                <a16:creationId xmlns:a16="http://schemas.microsoft.com/office/drawing/2014/main" id="{2A0EBC25-15B5-465F-A46B-D5C8830B65C0}"/>
              </a:ext>
            </a:extLst>
          </p:cNvPr>
          <p:cNvSpPr>
            <a:spLocks xmlns:a="http://schemas.openxmlformats.org/drawingml/2006/main" noGrp="1"/>
          </p:cNvSpPr>
          <p:nvPr/>
        </p:nvSpPr>
        <p:spPr>
          <a:xfrm xmlns:a="http://schemas.openxmlformats.org/drawingml/2006/main">
            <a:off x="152400" y="3543300"/>
            <a:ext cx="11887200" cy="205740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3" name="band-c">
            <a:extLst xmlns:a="http://schemas.openxmlformats.org/drawingml/2006/main">
              <a:ext uri="{FF2B5EF4-FFF2-40B4-BE49-F238E27FC236}">
                <a16:creationId xmlns:a16="http://schemas.microsoft.com/office/drawing/2014/main" id="{87FE1C18-F092-48FD-9D30-9BC6908DF29C}"/>
              </a:ext>
            </a:extLst>
          </p:cNvPr>
          <p:cNvSpPr>
            <a:spLocks xmlns:a="http://schemas.openxmlformats.org/drawingml/2006/main" noGrp="1"/>
          </p:cNvSpPr>
          <p:nvPr/>
        </p:nvSpPr>
        <p:spPr>
          <a:xfrm xmlns:a="http://schemas.openxmlformats.org/drawingml/2006/main">
            <a:off x="152400" y="5676900"/>
            <a:ext cx="11887200" cy="2762250"/>
          </a:xfrm>
          <a:prstGeom xmlns:a="http://schemas.openxmlformats.org/drawingml/2006/main" prst="rect">
            <a:avLst/>
          </a:prstGeom>
          <a:solidFill xmlns:a="http://schemas.openxmlformats.org/drawingml/2006/main">
            <a:srgbClr val="F7F8F9"/>
          </a:solidFill>
          <a:ln xmlns:a="http://schemas.openxmlformats.org/drawingml/2006/main" w="0">
            <a:noFill/>
            <a:prstDash val="solid"/>
          </a:ln>
        </p:spPr>
      </p:sp>
      <p:sp>
        <p:nvSpPr>
          <p:cNvPr id="4" name="sec-a-chip">
            <a:extLst xmlns:a="http://schemas.openxmlformats.org/drawingml/2006/main">
              <a:ext uri="{FF2B5EF4-FFF2-40B4-BE49-F238E27FC236}">
                <a16:creationId xmlns:a16="http://schemas.microsoft.com/office/drawing/2014/main" id="{64D9A8D4-02E0-4385-88F3-D8B9F5F7CA30}"/>
              </a:ext>
            </a:extLst>
          </p:cNvPr>
          <p:cNvSpPr>
            <a:spLocks xmlns:a="http://schemas.openxmlformats.org/drawingml/2006/main" noGrp="1"/>
          </p:cNvSpPr>
          <p:nvPr/>
        </p:nvSpPr>
        <p:spPr>
          <a:xfrm xmlns:a="http://schemas.openxmlformats.org/drawingml/2006/main">
            <a:off x="304800" y="1714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 name="sec-a-chip-text">
            <a:extLst xmlns:a="http://schemas.openxmlformats.org/drawingml/2006/main">
              <a:ext uri="{FF2B5EF4-FFF2-40B4-BE49-F238E27FC236}">
                <a16:creationId xmlns:a16="http://schemas.microsoft.com/office/drawing/2014/main" id="{9C8F22B6-A2CA-4650-897A-7E673FB0EA50}"/>
              </a:ext>
            </a:extLst>
          </p:cNvPr>
          <p:cNvSpPr>
            <a:spLocks xmlns:a="http://schemas.openxmlformats.org/drawingml/2006/main" noGrp="1"/>
          </p:cNvSpPr>
          <p:nvPr/>
        </p:nvSpPr>
        <p:spPr>
          <a:xfrm xmlns:a="http://schemas.openxmlformats.org/drawingml/2006/main">
            <a:off x="323850" y="1714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6" name="sec-a">
            <a:extLst xmlns:a="http://schemas.openxmlformats.org/drawingml/2006/main">
              <a:ext uri="{FF2B5EF4-FFF2-40B4-BE49-F238E27FC236}">
                <a16:creationId xmlns:a16="http://schemas.microsoft.com/office/drawing/2014/main" id="{0CF07C27-206A-4D49-A20C-5A4F3916D5F6}"/>
              </a:ext>
            </a:extLst>
          </p:cNvPr>
          <p:cNvSpPr>
            <a:spLocks xmlns:a="http://schemas.openxmlformats.org/drawingml/2006/main" noGrp="1"/>
          </p:cNvSpPr>
          <p:nvPr/>
        </p:nvSpPr>
        <p:spPr>
          <a:xfrm xmlns:a="http://schemas.openxmlformats.org/drawingml/2006/main">
            <a:off x="876300" y="133350"/>
            <a:ext cx="666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Four constructions with fixed weights</a:t>
            </a:r>
          </a:p>
        </p:txBody>
      </p:sp>
      <p:sp>
        <p:nvSpPr>
          <p:cNvPr id="7" name="panel-A1">
            <a:extLst xmlns:a="http://schemas.openxmlformats.org/drawingml/2006/main">
              <a:ext uri="{FF2B5EF4-FFF2-40B4-BE49-F238E27FC236}">
                <a16:creationId xmlns:a16="http://schemas.microsoft.com/office/drawing/2014/main" id="{7BA50A27-79EC-4301-BCA1-3A81B69F036B}"/>
              </a:ext>
            </a:extLst>
          </p:cNvPr>
          <p:cNvSpPr>
            <a:spLocks xmlns:a="http://schemas.openxmlformats.org/drawingml/2006/main" noGrp="1"/>
          </p:cNvSpPr>
          <p:nvPr/>
        </p:nvSpPr>
        <p:spPr>
          <a:xfrm xmlns:a="http://schemas.openxmlformats.org/drawingml/2006/main">
            <a:off x="228600" y="723900"/>
            <a:ext cx="2895600" cy="26670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5240">
            <a:solidFill>
              <a:srgbClr val="CBD6DC"/>
            </a:solidFill>
            <a:prstDash val="solid"/>
          </a:ln>
        </p:spPr>
      </p:sp>
      <p:sp>
        <p:nvSpPr>
          <p:cNvPr id="8" name="panel-A1-name">
            <a:extLst xmlns:a="http://schemas.openxmlformats.org/drawingml/2006/main">
              <a:ext uri="{FF2B5EF4-FFF2-40B4-BE49-F238E27FC236}">
                <a16:creationId xmlns:a16="http://schemas.microsoft.com/office/drawing/2014/main" id="{52EF1312-96E0-43E7-8972-6712914EDF9B}"/>
              </a:ext>
            </a:extLst>
          </p:cNvPr>
          <p:cNvSpPr>
            <a:spLocks xmlns:a="http://schemas.openxmlformats.org/drawingml/2006/main" noGrp="1"/>
          </p:cNvSpPr>
          <p:nvPr/>
        </p:nvSpPr>
        <p:spPr>
          <a:xfrm xmlns:a="http://schemas.openxmlformats.org/drawingml/2006/main">
            <a:off x="1009650" y="800100"/>
            <a:ext cx="13335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9" name="panel-A1-name-text">
            <a:extLst xmlns:a="http://schemas.openxmlformats.org/drawingml/2006/main">
              <a:ext uri="{FF2B5EF4-FFF2-40B4-BE49-F238E27FC236}">
                <a16:creationId xmlns:a16="http://schemas.microsoft.com/office/drawing/2014/main" id="{5A5D2BB2-48BC-4F38-ACCF-75B7F46BCC0E}"/>
              </a:ext>
            </a:extLst>
          </p:cNvPr>
          <p:cNvSpPr>
            <a:spLocks xmlns:a="http://schemas.openxmlformats.org/drawingml/2006/main" noGrp="1"/>
          </p:cNvSpPr>
          <p:nvPr/>
        </p:nvSpPr>
        <p:spPr>
          <a:xfrm xmlns:a="http://schemas.openxmlformats.org/drawingml/2006/main">
            <a:off x="1047750" y="800100"/>
            <a:ext cx="1257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A1</a:t>
            </a:r>
          </a:p>
        </p:txBody>
      </p:sp>
      <p:sp>
        <p:nvSpPr>
          <p:cNvPr id="10" name="panel-A1-sub">
            <a:extLst xmlns:a="http://schemas.openxmlformats.org/drawingml/2006/main">
              <a:ext uri="{FF2B5EF4-FFF2-40B4-BE49-F238E27FC236}">
                <a16:creationId xmlns:a16="http://schemas.microsoft.com/office/drawing/2014/main" id="{671DEE9A-1BF9-446D-BE5B-6FF179D2EAFA}"/>
              </a:ext>
            </a:extLst>
          </p:cNvPr>
          <p:cNvSpPr>
            <a:spLocks xmlns:a="http://schemas.openxmlformats.org/drawingml/2006/main" noGrp="1"/>
          </p:cNvSpPr>
          <p:nvPr/>
        </p:nvSpPr>
        <p:spPr>
          <a:xfrm xmlns:a="http://schemas.openxmlformats.org/drawingml/2006/main">
            <a:off x="304800" y="1219200"/>
            <a:ext cx="274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two-branch anchor</a:t>
            </a:r>
          </a:p>
        </p:txBody>
      </p:sp>
      <p:sp>
        <p:nvSpPr>
          <p:cNvPr id="11" name="slot-A1-0">
            <a:extLst xmlns:a="http://schemas.openxmlformats.org/drawingml/2006/main">
              <a:ext uri="{FF2B5EF4-FFF2-40B4-BE49-F238E27FC236}">
                <a16:creationId xmlns:a16="http://schemas.microsoft.com/office/drawing/2014/main" id="{A7A16CA5-05C2-4D1D-860B-242EBB427236}"/>
              </a:ext>
            </a:extLst>
          </p:cNvPr>
          <p:cNvSpPr>
            <a:spLocks xmlns:a="http://schemas.openxmlformats.org/drawingml/2006/main" noGrp="1"/>
          </p:cNvSpPr>
          <p:nvPr/>
        </p:nvSpPr>
        <p:spPr>
          <a:xfrm xmlns:a="http://schemas.openxmlformats.org/drawingml/2006/main">
            <a:off x="342900" y="1581150"/>
            <a:ext cx="26670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12" name="slot-A1-0-t">
            <a:extLst xmlns:a="http://schemas.openxmlformats.org/drawingml/2006/main">
              <a:ext uri="{FF2B5EF4-FFF2-40B4-BE49-F238E27FC236}">
                <a16:creationId xmlns:a16="http://schemas.microsoft.com/office/drawing/2014/main" id="{6FD3FACA-864C-449A-A4F0-C2825B612BA4}"/>
              </a:ext>
            </a:extLst>
          </p:cNvPr>
          <p:cNvSpPr>
            <a:spLocks xmlns:a="http://schemas.openxmlformats.org/drawingml/2006/main" noGrp="1"/>
          </p:cNvSpPr>
          <p:nvPr/>
        </p:nvSpPr>
        <p:spPr>
          <a:xfrm xmlns:a="http://schemas.openxmlformats.org/drawingml/2006/main">
            <a:off x="419100" y="1581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2E6F9E"/>
                </a:solidFill>
                <a:latin typeface="Times New Roman"/>
                <a:ea typeface="Times New Roman"/>
                <a:cs typeface="Times New Roman"/>
              </a:defRPr>
            </a:pPr>
            <a:r>
              <a:rPr sz="2250" b="0" i="1">
                <a:solidFill>
                  <a:srgbClr val="2E6F9E"/>
                </a:solidFill>
                <a:latin typeface="Times New Roman"/>
                <a:ea typeface="Times New Roman"/>
                <a:cs typeface="Times New Roman"/>
              </a:rPr>
              <a:t>B</a:t>
            </a:r>
            <a:r>
              <a:rPr sz="2250" b="0" i="0">
                <a:solidFill>
                  <a:srgbClr val="2E6F9E"/>
                </a:solidFill>
                <a:latin typeface="Times New Roman"/>
                <a:ea typeface="Times New Roman"/>
                <a:cs typeface="Times New Roman"/>
              </a:rPr>
              <a:t>  DINOv2-</a:t>
            </a:r>
            <a:r>
              <a:rPr sz="2250" b="0" i="1">
                <a:solidFill>
                  <a:srgbClr val="2E6F9E"/>
                </a:solidFill>
                <a:latin typeface="Times New Roman"/>
                <a:ea typeface="Times New Roman"/>
                <a:cs typeface="Times New Roman"/>
              </a:rPr>
              <a:t>B</a:t>
            </a:r>
          </a:p>
        </p:txBody>
      </p:sp>
      <p:sp>
        <p:nvSpPr>
          <p:cNvPr id="13" name="slot-A1-0-w">
            <a:extLst xmlns:a="http://schemas.openxmlformats.org/drawingml/2006/main">
              <a:ext uri="{FF2B5EF4-FFF2-40B4-BE49-F238E27FC236}">
                <a16:creationId xmlns:a16="http://schemas.microsoft.com/office/drawing/2014/main" id="{C2568D19-76F2-4642-AE95-C309398B6774}"/>
              </a:ext>
            </a:extLst>
          </p:cNvPr>
          <p:cNvSpPr>
            <a:spLocks xmlns:a="http://schemas.openxmlformats.org/drawingml/2006/main" noGrp="1"/>
          </p:cNvSpPr>
          <p:nvPr/>
        </p:nvSpPr>
        <p:spPr>
          <a:xfrm xmlns:a="http://schemas.openxmlformats.org/drawingml/2006/main">
            <a:off x="2514600" y="1581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1/2</a:t>
            </a:r>
          </a:p>
        </p:txBody>
      </p:sp>
      <p:sp>
        <p:nvSpPr>
          <p:cNvPr id="14" name="slot-A1-1">
            <a:extLst xmlns:a="http://schemas.openxmlformats.org/drawingml/2006/main">
              <a:ext uri="{FF2B5EF4-FFF2-40B4-BE49-F238E27FC236}">
                <a16:creationId xmlns:a16="http://schemas.microsoft.com/office/drawing/2014/main" id="{896B4EC7-8E35-4ECB-B668-809A1FC504B7}"/>
              </a:ext>
            </a:extLst>
          </p:cNvPr>
          <p:cNvSpPr>
            <a:spLocks xmlns:a="http://schemas.openxmlformats.org/drawingml/2006/main" noGrp="1"/>
          </p:cNvSpPr>
          <p:nvPr/>
        </p:nvSpPr>
        <p:spPr>
          <a:xfrm xmlns:a="http://schemas.openxmlformats.org/drawingml/2006/main">
            <a:off x="342900" y="1962150"/>
            <a:ext cx="26670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15" name="slot-A1-1-t">
            <a:extLst xmlns:a="http://schemas.openxmlformats.org/drawingml/2006/main">
              <a:ext uri="{FF2B5EF4-FFF2-40B4-BE49-F238E27FC236}">
                <a16:creationId xmlns:a16="http://schemas.microsoft.com/office/drawing/2014/main" id="{720BA3BD-0327-416D-B325-344729C52045}"/>
              </a:ext>
            </a:extLst>
          </p:cNvPr>
          <p:cNvSpPr>
            <a:spLocks xmlns:a="http://schemas.openxmlformats.org/drawingml/2006/main" noGrp="1"/>
          </p:cNvSpPr>
          <p:nvPr/>
        </p:nvSpPr>
        <p:spPr>
          <a:xfrm xmlns:a="http://schemas.openxmlformats.org/drawingml/2006/main">
            <a:off x="419100" y="1962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B27C20"/>
                </a:solidFill>
                <a:latin typeface="Times New Roman"/>
                <a:ea typeface="Times New Roman"/>
                <a:cs typeface="Times New Roman"/>
              </a:defRPr>
            </a:pPr>
            <a:r>
              <a:rPr sz="2250" b="0" i="1">
                <a:solidFill>
                  <a:srgbClr val="B27C20"/>
                </a:solidFill>
                <a:latin typeface="Times New Roman"/>
                <a:ea typeface="Times New Roman"/>
                <a:cs typeface="Times New Roman"/>
              </a:rPr>
              <a:t>C</a:t>
            </a:r>
            <a:r>
              <a:rPr sz="2250" b="0" i="0">
                <a:solidFill>
                  <a:srgbClr val="B27C20"/>
                </a:solidFill>
                <a:latin typeface="Times New Roman"/>
                <a:ea typeface="Times New Roman"/>
                <a:cs typeface="Times New Roman"/>
              </a:rPr>
              <a:t>  AnomalyCLIP</a:t>
            </a:r>
          </a:p>
        </p:txBody>
      </p:sp>
      <p:sp>
        <p:nvSpPr>
          <p:cNvPr id="16" name="slot-A1-1-w">
            <a:extLst xmlns:a="http://schemas.openxmlformats.org/drawingml/2006/main">
              <a:ext uri="{FF2B5EF4-FFF2-40B4-BE49-F238E27FC236}">
                <a16:creationId xmlns:a16="http://schemas.microsoft.com/office/drawing/2014/main" id="{6AF548D1-ED72-4964-9265-D0A23C9A6D45}"/>
              </a:ext>
            </a:extLst>
          </p:cNvPr>
          <p:cNvSpPr>
            <a:spLocks xmlns:a="http://schemas.openxmlformats.org/drawingml/2006/main" noGrp="1"/>
          </p:cNvSpPr>
          <p:nvPr/>
        </p:nvSpPr>
        <p:spPr>
          <a:xfrm xmlns:a="http://schemas.openxmlformats.org/drawingml/2006/main">
            <a:off x="2514600" y="1962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B27C20"/>
                </a:solidFill>
                <a:latin typeface="Times New Roman"/>
                <a:ea typeface="Times New Roman"/>
                <a:cs typeface="Times New Roman"/>
              </a:defRPr>
            </a:pPr>
            <a:r>
              <a:rPr sz="2250" b="0" i="0">
                <a:solidFill>
                  <a:srgbClr val="B27C20"/>
                </a:solidFill>
                <a:latin typeface="Times New Roman"/>
                <a:ea typeface="Times New Roman"/>
                <a:cs typeface="Times New Roman"/>
              </a:rPr>
              <a:t>1/2</a:t>
            </a:r>
          </a:p>
        </p:txBody>
      </p:sp>
      <p:sp>
        <p:nvSpPr>
          <p:cNvPr id="17" name="panel-A1-note">
            <a:extLst xmlns:a="http://schemas.openxmlformats.org/drawingml/2006/main">
              <a:ext uri="{FF2B5EF4-FFF2-40B4-BE49-F238E27FC236}">
                <a16:creationId xmlns:a16="http://schemas.microsoft.com/office/drawing/2014/main" id="{F7A5AD26-877A-45A2-87C4-F1593B505110}"/>
              </a:ext>
            </a:extLst>
          </p:cNvPr>
          <p:cNvSpPr>
            <a:spLocks xmlns:a="http://schemas.openxmlformats.org/drawingml/2006/main" noGrp="1"/>
          </p:cNvSpPr>
          <p:nvPr/>
        </p:nvSpPr>
        <p:spPr>
          <a:xfrm xmlns:a="http://schemas.openxmlformats.org/drawingml/2006/main">
            <a:off x="304800" y="2762250"/>
            <a:ext cx="2743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the existing anchor:</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two equal branches</a:t>
            </a:r>
          </a:p>
        </p:txBody>
      </p:sp>
      <p:sp>
        <p:nvSpPr>
          <p:cNvPr id="18" name="anchor-20">
            <a:extLst xmlns:a="http://schemas.openxmlformats.org/drawingml/2006/main">
              <a:ext uri="{FF2B5EF4-FFF2-40B4-BE49-F238E27FC236}">
                <a16:creationId xmlns:a16="http://schemas.microsoft.com/office/drawing/2014/main" id="{10F38580-6850-4452-9AE6-1C40B0FBDC93}"/>
              </a:ext>
            </a:extLst>
          </p:cNvPr>
          <p:cNvSpPr>
            <a:spLocks xmlns:a="http://schemas.openxmlformats.org/drawingml/2006/main" noGrp="1"/>
          </p:cNvSpPr>
          <p:nvPr/>
        </p:nvSpPr>
        <p:spPr>
          <a:xfrm xmlns:a="http://schemas.openxmlformats.org/drawingml/2006/main">
            <a:off x="3128963" y="157638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9" name="anchor-21">
            <a:extLst xmlns:a="http://schemas.openxmlformats.org/drawingml/2006/main">
              <a:ext uri="{FF2B5EF4-FFF2-40B4-BE49-F238E27FC236}">
                <a16:creationId xmlns:a16="http://schemas.microsoft.com/office/drawing/2014/main" id="{7216F51A-0460-4033-B661-8DB7369301E0}"/>
              </a:ext>
            </a:extLst>
          </p:cNvPr>
          <p:cNvSpPr>
            <a:spLocks xmlns:a="http://schemas.openxmlformats.org/drawingml/2006/main" noGrp="1"/>
          </p:cNvSpPr>
          <p:nvPr/>
        </p:nvSpPr>
        <p:spPr>
          <a:xfrm xmlns:a="http://schemas.openxmlformats.org/drawingml/2006/main">
            <a:off x="3186113" y="157638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14" name=""/>
          <p:cNvCxnSpPr>
            <a:stCxn xmlns:a="http://schemas.openxmlformats.org/drawingml/2006/main" id="18" idx="3"/>
            <a:endCxn xmlns:a="http://schemas.openxmlformats.org/drawingml/2006/main" id="19" idx="1"/>
          </p:cNvCxnSpPr>
          <p:nvPr/>
        </p:nvCxnSpPr>
        <p:spPr>
          <a:xfrm xmlns:a="http://schemas.openxmlformats.org/drawingml/2006/main">
            <a:off x="3138488" y="1581151"/>
            <a:ext cx="47625" cy="0"/>
          </a:xfrm>
          <a:prstGeom xmlns:a="http://schemas.openxmlformats.org/drawingml/2006/main" prst="straightConnector1">
            <a:avLst/>
          </a:prstGeom>
          <a:ln xmlns:a="http://schemas.openxmlformats.org/drawingml/2006/main" w="24765">
            <a:solidFill>
              <a:srgbClr val="1E2E38"/>
            </a:solidFill>
            <a:prstDash val="solid"/>
            <a:headEnd type="triangle" w="med" len="med"/>
          </a:ln>
        </p:spPr>
      </p:cxnSp>
      <p:sp>
        <p:nvSpPr>
          <p:cNvPr id="21" name="panel-DUP">
            <a:extLst xmlns:a="http://schemas.openxmlformats.org/drawingml/2006/main">
              <a:ext uri="{FF2B5EF4-FFF2-40B4-BE49-F238E27FC236}">
                <a16:creationId xmlns:a16="http://schemas.microsoft.com/office/drawing/2014/main" id="{9472DB90-3ECF-4488-8F08-A86C542B6ACE}"/>
              </a:ext>
            </a:extLst>
          </p:cNvPr>
          <p:cNvSpPr>
            <a:spLocks xmlns:a="http://schemas.openxmlformats.org/drawingml/2006/main" noGrp="1"/>
          </p:cNvSpPr>
          <p:nvPr/>
        </p:nvSpPr>
        <p:spPr>
          <a:xfrm xmlns:a="http://schemas.openxmlformats.org/drawingml/2006/main">
            <a:off x="3200400" y="723900"/>
            <a:ext cx="2895600" cy="26670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5240">
            <a:solidFill>
              <a:srgbClr val="CBD6DC"/>
            </a:solidFill>
            <a:prstDash val="solid"/>
          </a:ln>
        </p:spPr>
      </p:sp>
      <p:sp>
        <p:nvSpPr>
          <p:cNvPr id="22" name="panel-DUP-name">
            <a:extLst xmlns:a="http://schemas.openxmlformats.org/drawingml/2006/main">
              <a:ext uri="{FF2B5EF4-FFF2-40B4-BE49-F238E27FC236}">
                <a16:creationId xmlns:a16="http://schemas.microsoft.com/office/drawing/2014/main" id="{227E6D2B-BA90-4005-9582-02DD9A3038A9}"/>
              </a:ext>
            </a:extLst>
          </p:cNvPr>
          <p:cNvSpPr>
            <a:spLocks xmlns:a="http://schemas.openxmlformats.org/drawingml/2006/main" noGrp="1"/>
          </p:cNvSpPr>
          <p:nvPr/>
        </p:nvSpPr>
        <p:spPr>
          <a:xfrm xmlns:a="http://schemas.openxmlformats.org/drawingml/2006/main">
            <a:off x="3981450" y="800100"/>
            <a:ext cx="13335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23" name="panel-DUP-name-text">
            <a:extLst xmlns:a="http://schemas.openxmlformats.org/drawingml/2006/main">
              <a:ext uri="{FF2B5EF4-FFF2-40B4-BE49-F238E27FC236}">
                <a16:creationId xmlns:a16="http://schemas.microsoft.com/office/drawing/2014/main" id="{E767C496-0651-400A-A705-9FE12FDEF2B1}"/>
              </a:ext>
            </a:extLst>
          </p:cNvPr>
          <p:cNvSpPr>
            <a:spLocks xmlns:a="http://schemas.openxmlformats.org/drawingml/2006/main" noGrp="1"/>
          </p:cNvSpPr>
          <p:nvPr/>
        </p:nvSpPr>
        <p:spPr>
          <a:xfrm xmlns:a="http://schemas.openxmlformats.org/drawingml/2006/main">
            <a:off x="4019550" y="800100"/>
            <a:ext cx="1257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DUP</a:t>
            </a:r>
          </a:p>
        </p:txBody>
      </p:sp>
      <p:sp>
        <p:nvSpPr>
          <p:cNvPr id="24" name="panel-DUP-sub">
            <a:extLst xmlns:a="http://schemas.openxmlformats.org/drawingml/2006/main">
              <a:ext uri="{FF2B5EF4-FFF2-40B4-BE49-F238E27FC236}">
                <a16:creationId xmlns:a16="http://schemas.microsoft.com/office/drawing/2014/main" id="{46F3E96D-294A-4FED-886C-0B71DBAC50A7}"/>
              </a:ext>
            </a:extLst>
          </p:cNvPr>
          <p:cNvSpPr>
            <a:spLocks xmlns:a="http://schemas.openxmlformats.org/drawingml/2006/main" noGrp="1"/>
          </p:cNvSpPr>
          <p:nvPr/>
        </p:nvSpPr>
        <p:spPr>
          <a:xfrm xmlns:a="http://schemas.openxmlformats.org/drawingml/2006/main">
            <a:off x="3276600" y="1219200"/>
            <a:ext cx="274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duplicate </a:t>
            </a:r>
            <a:r>
              <a:rPr sz="2250" b="0" i="1">
                <a:solidFill>
                  <a:srgbClr val="5E717C"/>
                </a:solidFill>
                <a:latin typeface="Times New Roman"/>
                <a:ea typeface="Times New Roman"/>
                <a:cs typeface="Times New Roman"/>
              </a:rPr>
              <a:t>B</a:t>
            </a:r>
          </a:p>
        </p:txBody>
      </p:sp>
      <p:sp>
        <p:nvSpPr>
          <p:cNvPr id="25" name="slot-DUP-0">
            <a:extLst xmlns:a="http://schemas.openxmlformats.org/drawingml/2006/main">
              <a:ext uri="{FF2B5EF4-FFF2-40B4-BE49-F238E27FC236}">
                <a16:creationId xmlns:a16="http://schemas.microsoft.com/office/drawing/2014/main" id="{13997C12-C4D6-4D8B-969C-66A43A203A79}"/>
              </a:ext>
            </a:extLst>
          </p:cNvPr>
          <p:cNvSpPr>
            <a:spLocks xmlns:a="http://schemas.openxmlformats.org/drawingml/2006/main" noGrp="1"/>
          </p:cNvSpPr>
          <p:nvPr/>
        </p:nvSpPr>
        <p:spPr>
          <a:xfrm xmlns:a="http://schemas.openxmlformats.org/drawingml/2006/main">
            <a:off x="3314700" y="1581150"/>
            <a:ext cx="26670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26" name="slot-DUP-0-t">
            <a:extLst xmlns:a="http://schemas.openxmlformats.org/drawingml/2006/main">
              <a:ext uri="{FF2B5EF4-FFF2-40B4-BE49-F238E27FC236}">
                <a16:creationId xmlns:a16="http://schemas.microsoft.com/office/drawing/2014/main" id="{49BB4DAE-FA0E-48AE-89B8-0A9A85FFB795}"/>
              </a:ext>
            </a:extLst>
          </p:cNvPr>
          <p:cNvSpPr>
            <a:spLocks xmlns:a="http://schemas.openxmlformats.org/drawingml/2006/main" noGrp="1"/>
          </p:cNvSpPr>
          <p:nvPr/>
        </p:nvSpPr>
        <p:spPr>
          <a:xfrm xmlns:a="http://schemas.openxmlformats.org/drawingml/2006/main">
            <a:off x="3390900" y="1581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2E6F9E"/>
                </a:solidFill>
                <a:latin typeface="Times New Roman"/>
                <a:ea typeface="Times New Roman"/>
                <a:cs typeface="Times New Roman"/>
              </a:defRPr>
            </a:pPr>
            <a:r>
              <a:rPr sz="2250" b="0" i="1">
                <a:solidFill>
                  <a:srgbClr val="2E6F9E"/>
                </a:solidFill>
                <a:latin typeface="Times New Roman"/>
                <a:ea typeface="Times New Roman"/>
                <a:cs typeface="Times New Roman"/>
              </a:rPr>
              <a:t>B</a:t>
            </a:r>
            <a:r>
              <a:rPr sz="2250" b="0" i="0">
                <a:solidFill>
                  <a:srgbClr val="2E6F9E"/>
                </a:solidFill>
                <a:latin typeface="Times New Roman"/>
                <a:ea typeface="Times New Roman"/>
                <a:cs typeface="Times New Roman"/>
              </a:rPr>
              <a:t>  DINOv2-</a:t>
            </a:r>
            <a:r>
              <a:rPr sz="2250" b="0" i="1">
                <a:solidFill>
                  <a:srgbClr val="2E6F9E"/>
                </a:solidFill>
                <a:latin typeface="Times New Roman"/>
                <a:ea typeface="Times New Roman"/>
                <a:cs typeface="Times New Roman"/>
              </a:rPr>
              <a:t>B</a:t>
            </a:r>
          </a:p>
        </p:txBody>
      </p:sp>
      <p:sp>
        <p:nvSpPr>
          <p:cNvPr id="27" name="slot-DUP-0-w">
            <a:extLst xmlns:a="http://schemas.openxmlformats.org/drawingml/2006/main">
              <a:ext uri="{FF2B5EF4-FFF2-40B4-BE49-F238E27FC236}">
                <a16:creationId xmlns:a16="http://schemas.microsoft.com/office/drawing/2014/main" id="{6834D64C-C520-4E4B-BFEE-2A58A4433708}"/>
              </a:ext>
            </a:extLst>
          </p:cNvPr>
          <p:cNvSpPr>
            <a:spLocks xmlns:a="http://schemas.openxmlformats.org/drawingml/2006/main" noGrp="1"/>
          </p:cNvSpPr>
          <p:nvPr/>
        </p:nvSpPr>
        <p:spPr>
          <a:xfrm xmlns:a="http://schemas.openxmlformats.org/drawingml/2006/main">
            <a:off x="5486400" y="1581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1/3</a:t>
            </a:r>
          </a:p>
        </p:txBody>
      </p:sp>
      <p:sp>
        <p:nvSpPr>
          <p:cNvPr id="28" name="slot-DUP-1">
            <a:extLst xmlns:a="http://schemas.openxmlformats.org/drawingml/2006/main">
              <a:ext uri="{FF2B5EF4-FFF2-40B4-BE49-F238E27FC236}">
                <a16:creationId xmlns:a16="http://schemas.microsoft.com/office/drawing/2014/main" id="{F2AE35A4-72C5-4212-82C9-755E71BAFC31}"/>
              </a:ext>
            </a:extLst>
          </p:cNvPr>
          <p:cNvSpPr>
            <a:spLocks xmlns:a="http://schemas.openxmlformats.org/drawingml/2006/main" noGrp="1"/>
          </p:cNvSpPr>
          <p:nvPr/>
        </p:nvSpPr>
        <p:spPr>
          <a:xfrm xmlns:a="http://schemas.openxmlformats.org/drawingml/2006/main">
            <a:off x="3314700" y="1962150"/>
            <a:ext cx="2667000" cy="361950"/>
          </a:xfrm>
          <a:prstGeom xmlns:a="http://schemas.openxmlformats.org/drawingml/2006/main" prst="roundRect">
            <a:avLst>
              <a:gd name="adj" fmla="val 15789"/>
            </a:avLst>
          </a:prstGeom>
          <a:solidFill xmlns:a="http://schemas.openxmlformats.org/drawingml/2006/main">
            <a:srgbClr val="EEF5FA"/>
          </a:solidFill>
          <a:ln xmlns:a="http://schemas.openxmlformats.org/drawingml/2006/main" w="15240">
            <a:solidFill>
              <a:srgbClr val="2E6F9E"/>
            </a:solidFill>
            <a:prstDash val="solid"/>
          </a:ln>
        </p:spPr>
      </p:sp>
      <p:sp>
        <p:nvSpPr>
          <p:cNvPr id="29" name="slot-DUP-1-t">
            <a:extLst xmlns:a="http://schemas.openxmlformats.org/drawingml/2006/main">
              <a:ext uri="{FF2B5EF4-FFF2-40B4-BE49-F238E27FC236}">
                <a16:creationId xmlns:a16="http://schemas.microsoft.com/office/drawing/2014/main" id="{D073B8CB-1A96-46EF-BC35-1BF9BB0EF5F9}"/>
              </a:ext>
            </a:extLst>
          </p:cNvPr>
          <p:cNvSpPr>
            <a:spLocks xmlns:a="http://schemas.openxmlformats.org/drawingml/2006/main" noGrp="1"/>
          </p:cNvSpPr>
          <p:nvPr/>
        </p:nvSpPr>
        <p:spPr>
          <a:xfrm xmlns:a="http://schemas.openxmlformats.org/drawingml/2006/main">
            <a:off x="3390900" y="1962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Bcopy  same </a:t>
            </a:r>
            <a:r>
              <a:rPr sz="2250" b="0" i="1">
                <a:solidFill>
                  <a:srgbClr val="2E6F9E"/>
                </a:solidFill>
                <a:latin typeface="Times New Roman"/>
                <a:ea typeface="Times New Roman"/>
                <a:cs typeface="Times New Roman"/>
              </a:rPr>
              <a:t>B</a:t>
            </a:r>
          </a:p>
        </p:txBody>
      </p:sp>
      <p:sp>
        <p:nvSpPr>
          <p:cNvPr id="30" name="slot-DUP-1-w">
            <a:extLst xmlns:a="http://schemas.openxmlformats.org/drawingml/2006/main">
              <a:ext uri="{FF2B5EF4-FFF2-40B4-BE49-F238E27FC236}">
                <a16:creationId xmlns:a16="http://schemas.microsoft.com/office/drawing/2014/main" id="{D3F3BF06-E6B5-4002-995A-A88C8351F85D}"/>
              </a:ext>
            </a:extLst>
          </p:cNvPr>
          <p:cNvSpPr>
            <a:spLocks xmlns:a="http://schemas.openxmlformats.org/drawingml/2006/main" noGrp="1"/>
          </p:cNvSpPr>
          <p:nvPr/>
        </p:nvSpPr>
        <p:spPr>
          <a:xfrm xmlns:a="http://schemas.openxmlformats.org/drawingml/2006/main">
            <a:off x="5486400" y="1962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1/3</a:t>
            </a:r>
          </a:p>
        </p:txBody>
      </p:sp>
      <p:sp>
        <p:nvSpPr>
          <p:cNvPr id="31" name="slot-DUP-2">
            <a:extLst xmlns:a="http://schemas.openxmlformats.org/drawingml/2006/main">
              <a:ext uri="{FF2B5EF4-FFF2-40B4-BE49-F238E27FC236}">
                <a16:creationId xmlns:a16="http://schemas.microsoft.com/office/drawing/2014/main" id="{2EE53729-4CCC-40DF-A31B-AC7E72D6398C}"/>
              </a:ext>
            </a:extLst>
          </p:cNvPr>
          <p:cNvSpPr>
            <a:spLocks xmlns:a="http://schemas.openxmlformats.org/drawingml/2006/main" noGrp="1"/>
          </p:cNvSpPr>
          <p:nvPr/>
        </p:nvSpPr>
        <p:spPr>
          <a:xfrm xmlns:a="http://schemas.openxmlformats.org/drawingml/2006/main">
            <a:off x="3314700" y="2343150"/>
            <a:ext cx="26670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32" name="slot-DUP-2-t">
            <a:extLst xmlns:a="http://schemas.openxmlformats.org/drawingml/2006/main">
              <a:ext uri="{FF2B5EF4-FFF2-40B4-BE49-F238E27FC236}">
                <a16:creationId xmlns:a16="http://schemas.microsoft.com/office/drawing/2014/main" id="{D84F63FD-8B0A-491E-AE79-CBF211B979FA}"/>
              </a:ext>
            </a:extLst>
          </p:cNvPr>
          <p:cNvSpPr>
            <a:spLocks xmlns:a="http://schemas.openxmlformats.org/drawingml/2006/main" noGrp="1"/>
          </p:cNvSpPr>
          <p:nvPr/>
        </p:nvSpPr>
        <p:spPr>
          <a:xfrm xmlns:a="http://schemas.openxmlformats.org/drawingml/2006/main">
            <a:off x="3390900" y="2343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B27C20"/>
                </a:solidFill>
                <a:latin typeface="Times New Roman"/>
                <a:ea typeface="Times New Roman"/>
                <a:cs typeface="Times New Roman"/>
              </a:defRPr>
            </a:pPr>
            <a:r>
              <a:rPr sz="2250" b="0" i="1">
                <a:solidFill>
                  <a:srgbClr val="B27C20"/>
                </a:solidFill>
                <a:latin typeface="Times New Roman"/>
                <a:ea typeface="Times New Roman"/>
                <a:cs typeface="Times New Roman"/>
              </a:rPr>
              <a:t>C</a:t>
            </a:r>
            <a:r>
              <a:rPr sz="2250" b="0" i="0">
                <a:solidFill>
                  <a:srgbClr val="B27C20"/>
                </a:solidFill>
                <a:latin typeface="Times New Roman"/>
                <a:ea typeface="Times New Roman"/>
                <a:cs typeface="Times New Roman"/>
              </a:rPr>
              <a:t>  AnomalyCLIP</a:t>
            </a:r>
          </a:p>
        </p:txBody>
      </p:sp>
      <p:sp>
        <p:nvSpPr>
          <p:cNvPr id="33" name="slot-DUP-2-w">
            <a:extLst xmlns:a="http://schemas.openxmlformats.org/drawingml/2006/main">
              <a:ext uri="{FF2B5EF4-FFF2-40B4-BE49-F238E27FC236}">
                <a16:creationId xmlns:a16="http://schemas.microsoft.com/office/drawing/2014/main" id="{34CD4BB3-C98A-4180-AD98-9168E63CA0F3}"/>
              </a:ext>
            </a:extLst>
          </p:cNvPr>
          <p:cNvSpPr>
            <a:spLocks xmlns:a="http://schemas.openxmlformats.org/drawingml/2006/main" noGrp="1"/>
          </p:cNvSpPr>
          <p:nvPr/>
        </p:nvSpPr>
        <p:spPr>
          <a:xfrm xmlns:a="http://schemas.openxmlformats.org/drawingml/2006/main">
            <a:off x="5486400" y="2343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B27C20"/>
                </a:solidFill>
                <a:latin typeface="Times New Roman"/>
                <a:ea typeface="Times New Roman"/>
                <a:cs typeface="Times New Roman"/>
              </a:defRPr>
            </a:pPr>
            <a:r>
              <a:rPr sz="2250" b="0" i="0">
                <a:solidFill>
                  <a:srgbClr val="B27C20"/>
                </a:solidFill>
                <a:latin typeface="Times New Roman"/>
                <a:ea typeface="Times New Roman"/>
                <a:cs typeface="Times New Roman"/>
              </a:rPr>
              <a:t>1/3</a:t>
            </a:r>
          </a:p>
        </p:txBody>
      </p:sp>
      <p:sp>
        <p:nvSpPr>
          <p:cNvPr id="34" name="panel-DUP-note">
            <a:extLst xmlns:a="http://schemas.openxmlformats.org/drawingml/2006/main">
              <a:ext uri="{FF2B5EF4-FFF2-40B4-BE49-F238E27FC236}">
                <a16:creationId xmlns:a16="http://schemas.microsoft.com/office/drawing/2014/main" id="{BBF303B0-EAAE-422C-ADEE-7187D77C2593}"/>
              </a:ext>
            </a:extLst>
          </p:cNvPr>
          <p:cNvSpPr>
            <a:spLocks xmlns:a="http://schemas.openxmlformats.org/drawingml/2006/main" noGrp="1"/>
          </p:cNvSpPr>
          <p:nvPr/>
        </p:nvSpPr>
        <p:spPr>
          <a:xfrm xmlns:a="http://schemas.openxmlformats.org/drawingml/2006/main">
            <a:off x="3276600" y="2762250"/>
            <a:ext cx="2743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no new information;</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B</a:t>
            </a:r>
            <a:r>
              <a:rPr sz="2250" b="0" i="0">
                <a:solidFill>
                  <a:srgbClr val="1E2E38"/>
                </a:solidFill>
                <a:latin typeface="Times New Roman"/>
                <a:ea typeface="Times New Roman"/>
                <a:cs typeface="Times New Roman"/>
              </a:rPr>
              <a:t> reaches 2/3</a:t>
            </a:r>
          </a:p>
        </p:txBody>
      </p:sp>
      <p:sp>
        <p:nvSpPr>
          <p:cNvPr id="35" name="anchor-22">
            <a:extLst xmlns:a="http://schemas.openxmlformats.org/drawingml/2006/main">
              <a:ext uri="{FF2B5EF4-FFF2-40B4-BE49-F238E27FC236}">
                <a16:creationId xmlns:a16="http://schemas.microsoft.com/office/drawing/2014/main" id="{72B5FAA3-26D9-4814-A76E-DCF7B4D43CC6}"/>
              </a:ext>
            </a:extLst>
          </p:cNvPr>
          <p:cNvSpPr>
            <a:spLocks xmlns:a="http://schemas.openxmlformats.org/drawingml/2006/main" noGrp="1"/>
          </p:cNvSpPr>
          <p:nvPr/>
        </p:nvSpPr>
        <p:spPr>
          <a:xfrm xmlns:a="http://schemas.openxmlformats.org/drawingml/2006/main">
            <a:off x="6100763" y="157638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36" name="anchor-23">
            <a:extLst xmlns:a="http://schemas.openxmlformats.org/drawingml/2006/main">
              <a:ext uri="{FF2B5EF4-FFF2-40B4-BE49-F238E27FC236}">
                <a16:creationId xmlns:a16="http://schemas.microsoft.com/office/drawing/2014/main" id="{B3F5D038-8934-4D3C-86FB-84747879A126}"/>
              </a:ext>
            </a:extLst>
          </p:cNvPr>
          <p:cNvSpPr>
            <a:spLocks xmlns:a="http://schemas.openxmlformats.org/drawingml/2006/main" noGrp="1"/>
          </p:cNvSpPr>
          <p:nvPr/>
        </p:nvSpPr>
        <p:spPr>
          <a:xfrm xmlns:a="http://schemas.openxmlformats.org/drawingml/2006/main">
            <a:off x="6157913" y="157638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31" name=""/>
          <p:cNvCxnSpPr>
            <a:stCxn xmlns:a="http://schemas.openxmlformats.org/drawingml/2006/main" id="35" idx="3"/>
            <a:endCxn xmlns:a="http://schemas.openxmlformats.org/drawingml/2006/main" id="36" idx="1"/>
          </p:cNvCxnSpPr>
          <p:nvPr/>
        </p:nvCxnSpPr>
        <p:spPr>
          <a:xfrm xmlns:a="http://schemas.openxmlformats.org/drawingml/2006/main">
            <a:off x="6110288" y="1581151"/>
            <a:ext cx="47625" cy="0"/>
          </a:xfrm>
          <a:prstGeom xmlns:a="http://schemas.openxmlformats.org/drawingml/2006/main" prst="straightConnector1">
            <a:avLst/>
          </a:prstGeom>
          <a:ln xmlns:a="http://schemas.openxmlformats.org/drawingml/2006/main" w="24765">
            <a:solidFill>
              <a:srgbClr val="1E2E38"/>
            </a:solidFill>
            <a:prstDash val="solid"/>
            <a:headEnd type="triangle" w="med" len="med"/>
          </a:ln>
        </p:spPr>
      </p:cxnSp>
      <p:sp>
        <p:nvSpPr>
          <p:cNvPr id="38" name="panel-TRI">
            <a:extLst xmlns:a="http://schemas.openxmlformats.org/drawingml/2006/main">
              <a:ext uri="{FF2B5EF4-FFF2-40B4-BE49-F238E27FC236}">
                <a16:creationId xmlns:a16="http://schemas.microsoft.com/office/drawing/2014/main" id="{F0E9A92D-AC17-4CEA-A9CE-D4EA50D2BD1F}"/>
              </a:ext>
            </a:extLst>
          </p:cNvPr>
          <p:cNvSpPr>
            <a:spLocks xmlns:a="http://schemas.openxmlformats.org/drawingml/2006/main" noGrp="1"/>
          </p:cNvSpPr>
          <p:nvPr/>
        </p:nvSpPr>
        <p:spPr>
          <a:xfrm xmlns:a="http://schemas.openxmlformats.org/drawingml/2006/main">
            <a:off x="6172200" y="723900"/>
            <a:ext cx="2895600" cy="26670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5240">
            <a:solidFill>
              <a:srgbClr val="CBD6DC"/>
            </a:solidFill>
            <a:prstDash val="solid"/>
          </a:ln>
        </p:spPr>
      </p:sp>
      <p:sp>
        <p:nvSpPr>
          <p:cNvPr id="39" name="panel-TRI-name">
            <a:extLst xmlns:a="http://schemas.openxmlformats.org/drawingml/2006/main">
              <a:ext uri="{FF2B5EF4-FFF2-40B4-BE49-F238E27FC236}">
                <a16:creationId xmlns:a16="http://schemas.microsoft.com/office/drawing/2014/main" id="{D422D555-37FD-46A4-A137-585C717041AB}"/>
              </a:ext>
            </a:extLst>
          </p:cNvPr>
          <p:cNvSpPr>
            <a:spLocks xmlns:a="http://schemas.openxmlformats.org/drawingml/2006/main" noGrp="1"/>
          </p:cNvSpPr>
          <p:nvPr/>
        </p:nvSpPr>
        <p:spPr>
          <a:xfrm xmlns:a="http://schemas.openxmlformats.org/drawingml/2006/main">
            <a:off x="6953250" y="800100"/>
            <a:ext cx="13335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40" name="panel-TRI-name-text">
            <a:extLst xmlns:a="http://schemas.openxmlformats.org/drawingml/2006/main">
              <a:ext uri="{FF2B5EF4-FFF2-40B4-BE49-F238E27FC236}">
                <a16:creationId xmlns:a16="http://schemas.microsoft.com/office/drawing/2014/main" id="{B126403C-8A89-4F35-A3F1-58C6880968A1}"/>
              </a:ext>
            </a:extLst>
          </p:cNvPr>
          <p:cNvSpPr>
            <a:spLocks xmlns:a="http://schemas.openxmlformats.org/drawingml/2006/main" noGrp="1"/>
          </p:cNvSpPr>
          <p:nvPr/>
        </p:nvSpPr>
        <p:spPr>
          <a:xfrm xmlns:a="http://schemas.openxmlformats.org/drawingml/2006/main">
            <a:off x="6991350" y="800100"/>
            <a:ext cx="1257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TRI</a:t>
            </a:r>
          </a:p>
        </p:txBody>
      </p:sp>
      <p:sp>
        <p:nvSpPr>
          <p:cNvPr id="41" name="panel-TRI-sub">
            <a:extLst xmlns:a="http://schemas.openxmlformats.org/drawingml/2006/main">
              <a:ext uri="{FF2B5EF4-FFF2-40B4-BE49-F238E27FC236}">
                <a16:creationId xmlns:a16="http://schemas.microsoft.com/office/drawing/2014/main" id="{6E42A29F-0D10-4C64-B379-2097AB4A2EE5}"/>
              </a:ext>
            </a:extLst>
          </p:cNvPr>
          <p:cNvSpPr>
            <a:spLocks xmlns:a="http://schemas.openxmlformats.org/drawingml/2006/main" noGrp="1"/>
          </p:cNvSpPr>
          <p:nvPr/>
        </p:nvSpPr>
        <p:spPr>
          <a:xfrm xmlns:a="http://schemas.openxmlformats.org/drawingml/2006/main">
            <a:off x="6248400" y="1219200"/>
            <a:ext cx="274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real encoder in the slot</a:t>
            </a:r>
          </a:p>
        </p:txBody>
      </p:sp>
      <p:sp>
        <p:nvSpPr>
          <p:cNvPr id="42" name="slot-TRI-0">
            <a:extLst xmlns:a="http://schemas.openxmlformats.org/drawingml/2006/main">
              <a:ext uri="{FF2B5EF4-FFF2-40B4-BE49-F238E27FC236}">
                <a16:creationId xmlns:a16="http://schemas.microsoft.com/office/drawing/2014/main" id="{087F42BD-09D7-4205-B768-E41D7EDCBED2}"/>
              </a:ext>
            </a:extLst>
          </p:cNvPr>
          <p:cNvSpPr>
            <a:spLocks xmlns:a="http://schemas.openxmlformats.org/drawingml/2006/main" noGrp="1"/>
          </p:cNvSpPr>
          <p:nvPr/>
        </p:nvSpPr>
        <p:spPr>
          <a:xfrm xmlns:a="http://schemas.openxmlformats.org/drawingml/2006/main">
            <a:off x="6286500" y="1581150"/>
            <a:ext cx="26670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43" name="slot-TRI-0-t">
            <a:extLst xmlns:a="http://schemas.openxmlformats.org/drawingml/2006/main">
              <a:ext uri="{FF2B5EF4-FFF2-40B4-BE49-F238E27FC236}">
                <a16:creationId xmlns:a16="http://schemas.microsoft.com/office/drawing/2014/main" id="{0A5B581A-B09E-4EDF-BBA7-FA3DE8E21509}"/>
              </a:ext>
            </a:extLst>
          </p:cNvPr>
          <p:cNvSpPr>
            <a:spLocks xmlns:a="http://schemas.openxmlformats.org/drawingml/2006/main" noGrp="1"/>
          </p:cNvSpPr>
          <p:nvPr/>
        </p:nvSpPr>
        <p:spPr>
          <a:xfrm xmlns:a="http://schemas.openxmlformats.org/drawingml/2006/main">
            <a:off x="6362700" y="1581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2E6F9E"/>
                </a:solidFill>
                <a:latin typeface="Times New Roman"/>
                <a:ea typeface="Times New Roman"/>
                <a:cs typeface="Times New Roman"/>
              </a:defRPr>
            </a:pPr>
            <a:r>
              <a:rPr sz="2250" b="0" i="1">
                <a:solidFill>
                  <a:srgbClr val="2E6F9E"/>
                </a:solidFill>
                <a:latin typeface="Times New Roman"/>
                <a:ea typeface="Times New Roman"/>
                <a:cs typeface="Times New Roman"/>
              </a:rPr>
              <a:t>B</a:t>
            </a:r>
            <a:r>
              <a:rPr sz="2250" b="0" i="0">
                <a:solidFill>
                  <a:srgbClr val="2E6F9E"/>
                </a:solidFill>
                <a:latin typeface="Times New Roman"/>
                <a:ea typeface="Times New Roman"/>
                <a:cs typeface="Times New Roman"/>
              </a:rPr>
              <a:t>  DINOv2-</a:t>
            </a:r>
            <a:r>
              <a:rPr sz="2250" b="0" i="1">
                <a:solidFill>
                  <a:srgbClr val="2E6F9E"/>
                </a:solidFill>
                <a:latin typeface="Times New Roman"/>
                <a:ea typeface="Times New Roman"/>
                <a:cs typeface="Times New Roman"/>
              </a:rPr>
              <a:t>B</a:t>
            </a:r>
          </a:p>
        </p:txBody>
      </p:sp>
      <p:sp>
        <p:nvSpPr>
          <p:cNvPr id="44" name="slot-TRI-0-w">
            <a:extLst xmlns:a="http://schemas.openxmlformats.org/drawingml/2006/main">
              <a:ext uri="{FF2B5EF4-FFF2-40B4-BE49-F238E27FC236}">
                <a16:creationId xmlns:a16="http://schemas.microsoft.com/office/drawing/2014/main" id="{782AEEBC-EABF-4176-BB1D-980AEEA471B4}"/>
              </a:ext>
            </a:extLst>
          </p:cNvPr>
          <p:cNvSpPr>
            <a:spLocks xmlns:a="http://schemas.openxmlformats.org/drawingml/2006/main" noGrp="1"/>
          </p:cNvSpPr>
          <p:nvPr/>
        </p:nvSpPr>
        <p:spPr>
          <a:xfrm xmlns:a="http://schemas.openxmlformats.org/drawingml/2006/main">
            <a:off x="8458200" y="1581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1/3</a:t>
            </a:r>
          </a:p>
        </p:txBody>
      </p:sp>
      <p:sp>
        <p:nvSpPr>
          <p:cNvPr id="45" name="slot-TRI-1">
            <a:extLst xmlns:a="http://schemas.openxmlformats.org/drawingml/2006/main">
              <a:ext uri="{FF2B5EF4-FFF2-40B4-BE49-F238E27FC236}">
                <a16:creationId xmlns:a16="http://schemas.microsoft.com/office/drawing/2014/main" id="{96271F72-C811-4D89-81BC-BCF5E15111E5}"/>
              </a:ext>
            </a:extLst>
          </p:cNvPr>
          <p:cNvSpPr>
            <a:spLocks xmlns:a="http://schemas.openxmlformats.org/drawingml/2006/main" noGrp="1"/>
          </p:cNvSpPr>
          <p:nvPr/>
        </p:nvSpPr>
        <p:spPr>
          <a:xfrm xmlns:a="http://schemas.openxmlformats.org/drawingml/2006/main">
            <a:off x="6286500" y="1962150"/>
            <a:ext cx="26670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46" name="slot-TRI-1-t">
            <a:extLst xmlns:a="http://schemas.openxmlformats.org/drawingml/2006/main">
              <a:ext uri="{FF2B5EF4-FFF2-40B4-BE49-F238E27FC236}">
                <a16:creationId xmlns:a16="http://schemas.microsoft.com/office/drawing/2014/main" id="{6D912E18-9FF4-4530-BB2E-835541DD86F0}"/>
              </a:ext>
            </a:extLst>
          </p:cNvPr>
          <p:cNvSpPr>
            <a:spLocks xmlns:a="http://schemas.openxmlformats.org/drawingml/2006/main" noGrp="1"/>
          </p:cNvSpPr>
          <p:nvPr/>
        </p:nvSpPr>
        <p:spPr>
          <a:xfrm xmlns:a="http://schemas.openxmlformats.org/drawingml/2006/main">
            <a:off x="6362700" y="1962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3F7C5E"/>
                </a:solidFill>
                <a:latin typeface="Times New Roman"/>
                <a:ea typeface="Times New Roman"/>
                <a:cs typeface="Times New Roman"/>
              </a:defRPr>
            </a:pPr>
            <a:r>
              <a:rPr sz="2250" b="0" i="1">
                <a:solidFill>
                  <a:srgbClr val="3F7C5E"/>
                </a:solidFill>
                <a:latin typeface="Times New Roman"/>
                <a:ea typeface="Times New Roman"/>
                <a:cs typeface="Times New Roman"/>
              </a:rPr>
              <a:t>X</a:t>
            </a:r>
            <a:r>
              <a:rPr sz="2250" b="0" i="0">
                <a:solidFill>
                  <a:srgbClr val="3F7C5E"/>
                </a:solidFill>
                <a:latin typeface="Times New Roman"/>
                <a:ea typeface="Times New Roman"/>
                <a:cs typeface="Times New Roman"/>
              </a:rPr>
              <a:t>  extra encoder</a:t>
            </a:r>
          </a:p>
        </p:txBody>
      </p:sp>
      <p:sp>
        <p:nvSpPr>
          <p:cNvPr id="47" name="slot-TRI-1-w">
            <a:extLst xmlns:a="http://schemas.openxmlformats.org/drawingml/2006/main">
              <a:ext uri="{FF2B5EF4-FFF2-40B4-BE49-F238E27FC236}">
                <a16:creationId xmlns:a16="http://schemas.microsoft.com/office/drawing/2014/main" id="{1110DC45-AE5B-432B-9456-FC9912469841}"/>
              </a:ext>
            </a:extLst>
          </p:cNvPr>
          <p:cNvSpPr>
            <a:spLocks xmlns:a="http://schemas.openxmlformats.org/drawingml/2006/main" noGrp="1"/>
          </p:cNvSpPr>
          <p:nvPr/>
        </p:nvSpPr>
        <p:spPr>
          <a:xfrm xmlns:a="http://schemas.openxmlformats.org/drawingml/2006/main">
            <a:off x="8458200" y="1962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3F7C5E"/>
                </a:solidFill>
                <a:latin typeface="Times New Roman"/>
                <a:ea typeface="Times New Roman"/>
                <a:cs typeface="Times New Roman"/>
              </a:defRPr>
            </a:pPr>
            <a:r>
              <a:rPr sz="2250" b="0" i="0">
                <a:solidFill>
                  <a:srgbClr val="3F7C5E"/>
                </a:solidFill>
                <a:latin typeface="Times New Roman"/>
                <a:ea typeface="Times New Roman"/>
                <a:cs typeface="Times New Roman"/>
              </a:rPr>
              <a:t>1/3</a:t>
            </a:r>
          </a:p>
        </p:txBody>
      </p:sp>
      <p:sp>
        <p:nvSpPr>
          <p:cNvPr id="48" name="slot-TRI-2">
            <a:extLst xmlns:a="http://schemas.openxmlformats.org/drawingml/2006/main">
              <a:ext uri="{FF2B5EF4-FFF2-40B4-BE49-F238E27FC236}">
                <a16:creationId xmlns:a16="http://schemas.microsoft.com/office/drawing/2014/main" id="{B6BC511D-8C13-42EF-9521-82AD85021790}"/>
              </a:ext>
            </a:extLst>
          </p:cNvPr>
          <p:cNvSpPr>
            <a:spLocks xmlns:a="http://schemas.openxmlformats.org/drawingml/2006/main" noGrp="1"/>
          </p:cNvSpPr>
          <p:nvPr/>
        </p:nvSpPr>
        <p:spPr>
          <a:xfrm xmlns:a="http://schemas.openxmlformats.org/drawingml/2006/main">
            <a:off x="6286500" y="2343150"/>
            <a:ext cx="26670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49" name="slot-TRI-2-t">
            <a:extLst xmlns:a="http://schemas.openxmlformats.org/drawingml/2006/main">
              <a:ext uri="{FF2B5EF4-FFF2-40B4-BE49-F238E27FC236}">
                <a16:creationId xmlns:a16="http://schemas.microsoft.com/office/drawing/2014/main" id="{D693C8A9-92AB-4357-9FA1-B0A5C4D40A8A}"/>
              </a:ext>
            </a:extLst>
          </p:cNvPr>
          <p:cNvSpPr>
            <a:spLocks xmlns:a="http://schemas.openxmlformats.org/drawingml/2006/main" noGrp="1"/>
          </p:cNvSpPr>
          <p:nvPr/>
        </p:nvSpPr>
        <p:spPr>
          <a:xfrm xmlns:a="http://schemas.openxmlformats.org/drawingml/2006/main">
            <a:off x="6362700" y="2343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B27C20"/>
                </a:solidFill>
                <a:latin typeface="Times New Roman"/>
                <a:ea typeface="Times New Roman"/>
                <a:cs typeface="Times New Roman"/>
              </a:defRPr>
            </a:pPr>
            <a:r>
              <a:rPr sz="2250" b="0" i="1">
                <a:solidFill>
                  <a:srgbClr val="B27C20"/>
                </a:solidFill>
                <a:latin typeface="Times New Roman"/>
                <a:ea typeface="Times New Roman"/>
                <a:cs typeface="Times New Roman"/>
              </a:rPr>
              <a:t>C</a:t>
            </a:r>
            <a:r>
              <a:rPr sz="2250" b="0" i="0">
                <a:solidFill>
                  <a:srgbClr val="B27C20"/>
                </a:solidFill>
                <a:latin typeface="Times New Roman"/>
                <a:ea typeface="Times New Roman"/>
                <a:cs typeface="Times New Roman"/>
              </a:rPr>
              <a:t>  AnomalyCLIP</a:t>
            </a:r>
          </a:p>
        </p:txBody>
      </p:sp>
      <p:sp>
        <p:nvSpPr>
          <p:cNvPr id="50" name="slot-TRI-2-w">
            <a:extLst xmlns:a="http://schemas.openxmlformats.org/drawingml/2006/main">
              <a:ext uri="{FF2B5EF4-FFF2-40B4-BE49-F238E27FC236}">
                <a16:creationId xmlns:a16="http://schemas.microsoft.com/office/drawing/2014/main" id="{A64A9D0F-E76B-4D8F-8228-ACFC12D2D539}"/>
              </a:ext>
            </a:extLst>
          </p:cNvPr>
          <p:cNvSpPr>
            <a:spLocks xmlns:a="http://schemas.openxmlformats.org/drawingml/2006/main" noGrp="1"/>
          </p:cNvSpPr>
          <p:nvPr/>
        </p:nvSpPr>
        <p:spPr>
          <a:xfrm xmlns:a="http://schemas.openxmlformats.org/drawingml/2006/main">
            <a:off x="8458200" y="2343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B27C20"/>
                </a:solidFill>
                <a:latin typeface="Times New Roman"/>
                <a:ea typeface="Times New Roman"/>
                <a:cs typeface="Times New Roman"/>
              </a:defRPr>
            </a:pPr>
            <a:r>
              <a:rPr sz="2250" b="0" i="0">
                <a:solidFill>
                  <a:srgbClr val="B27C20"/>
                </a:solidFill>
                <a:latin typeface="Times New Roman"/>
                <a:ea typeface="Times New Roman"/>
                <a:cs typeface="Times New Roman"/>
              </a:rPr>
              <a:t>1/3</a:t>
            </a:r>
          </a:p>
        </p:txBody>
      </p:sp>
      <p:sp>
        <p:nvSpPr>
          <p:cNvPr id="51" name="panel-TRI-note">
            <a:extLst xmlns:a="http://schemas.openxmlformats.org/drawingml/2006/main">
              <a:ext uri="{FF2B5EF4-FFF2-40B4-BE49-F238E27FC236}">
                <a16:creationId xmlns:a16="http://schemas.microsoft.com/office/drawing/2014/main" id="{FB95DE56-D89B-48CB-AC0C-D96BF4F788FD}"/>
              </a:ext>
            </a:extLst>
          </p:cNvPr>
          <p:cNvSpPr>
            <a:spLocks xmlns:a="http://schemas.openxmlformats.org/drawingml/2006/main" noGrp="1"/>
          </p:cNvSpPr>
          <p:nvPr/>
        </p:nvSpPr>
        <p:spPr>
          <a:xfrm xmlns:a="http://schemas.openxmlformats.org/drawingml/2006/main">
            <a:off x="6248400" y="2762250"/>
            <a:ext cx="2743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 real encoder in the</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slot, same weight</a:t>
            </a:r>
          </a:p>
        </p:txBody>
      </p:sp>
      <p:sp>
        <p:nvSpPr>
          <p:cNvPr id="52" name="anchor-24">
            <a:extLst xmlns:a="http://schemas.openxmlformats.org/drawingml/2006/main">
              <a:ext uri="{FF2B5EF4-FFF2-40B4-BE49-F238E27FC236}">
                <a16:creationId xmlns:a16="http://schemas.microsoft.com/office/drawing/2014/main" id="{E0FE9858-E55F-4C45-A125-FFD2A0784577}"/>
              </a:ext>
            </a:extLst>
          </p:cNvPr>
          <p:cNvSpPr>
            <a:spLocks xmlns:a="http://schemas.openxmlformats.org/drawingml/2006/main" noGrp="1"/>
          </p:cNvSpPr>
          <p:nvPr/>
        </p:nvSpPr>
        <p:spPr>
          <a:xfrm xmlns:a="http://schemas.openxmlformats.org/drawingml/2006/main">
            <a:off x="9072563" y="157638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53" name="anchor-25">
            <a:extLst xmlns:a="http://schemas.openxmlformats.org/drawingml/2006/main">
              <a:ext uri="{FF2B5EF4-FFF2-40B4-BE49-F238E27FC236}">
                <a16:creationId xmlns:a16="http://schemas.microsoft.com/office/drawing/2014/main" id="{292D81C9-AF48-49A9-B003-FCCCAEF7CCA0}"/>
              </a:ext>
            </a:extLst>
          </p:cNvPr>
          <p:cNvSpPr>
            <a:spLocks xmlns:a="http://schemas.openxmlformats.org/drawingml/2006/main" noGrp="1"/>
          </p:cNvSpPr>
          <p:nvPr/>
        </p:nvSpPr>
        <p:spPr>
          <a:xfrm xmlns:a="http://schemas.openxmlformats.org/drawingml/2006/main">
            <a:off x="9129713" y="157638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48" name=""/>
          <p:cNvCxnSpPr>
            <a:stCxn xmlns:a="http://schemas.openxmlformats.org/drawingml/2006/main" id="52" idx="3"/>
            <a:endCxn xmlns:a="http://schemas.openxmlformats.org/drawingml/2006/main" id="53" idx="1"/>
          </p:cNvCxnSpPr>
          <p:nvPr/>
        </p:nvCxnSpPr>
        <p:spPr>
          <a:xfrm xmlns:a="http://schemas.openxmlformats.org/drawingml/2006/main">
            <a:off x="9082088" y="1581151"/>
            <a:ext cx="47625" cy="0"/>
          </a:xfrm>
          <a:prstGeom xmlns:a="http://schemas.openxmlformats.org/drawingml/2006/main" prst="straightConnector1">
            <a:avLst/>
          </a:prstGeom>
          <a:ln xmlns:a="http://schemas.openxmlformats.org/drawingml/2006/main" w="24765">
            <a:solidFill>
              <a:srgbClr val="1E2E38"/>
            </a:solidFill>
            <a:prstDash val="solid"/>
            <a:headEnd type="triangle" w="med" len="med"/>
          </a:ln>
        </p:spPr>
      </p:cxnSp>
      <p:sp>
        <p:nvSpPr>
          <p:cNvPr id="55" name="panel-BAL">
            <a:extLst xmlns:a="http://schemas.openxmlformats.org/drawingml/2006/main">
              <a:ext uri="{FF2B5EF4-FFF2-40B4-BE49-F238E27FC236}">
                <a16:creationId xmlns:a16="http://schemas.microsoft.com/office/drawing/2014/main" id="{7FCDA84F-DA8A-4387-9EB7-5BC389AFED2D}"/>
              </a:ext>
            </a:extLst>
          </p:cNvPr>
          <p:cNvSpPr>
            <a:spLocks xmlns:a="http://schemas.openxmlformats.org/drawingml/2006/main" noGrp="1"/>
          </p:cNvSpPr>
          <p:nvPr/>
        </p:nvSpPr>
        <p:spPr>
          <a:xfrm xmlns:a="http://schemas.openxmlformats.org/drawingml/2006/main">
            <a:off x="9144000" y="723900"/>
            <a:ext cx="2895600" cy="2667000"/>
          </a:xfrm>
          <a:prstGeom xmlns:a="http://schemas.openxmlformats.org/drawingml/2006/main" prst="roundRect">
            <a:avLst>
              <a:gd name="adj" fmla="val 2857"/>
            </a:avLst>
          </a:prstGeom>
          <a:solidFill xmlns:a="http://schemas.openxmlformats.org/drawingml/2006/main">
            <a:srgbClr val="FFFFFF"/>
          </a:solidFill>
          <a:ln xmlns:a="http://schemas.openxmlformats.org/drawingml/2006/main" w="15240">
            <a:solidFill>
              <a:srgbClr val="CBD6DC"/>
            </a:solidFill>
            <a:prstDash val="solid"/>
          </a:ln>
        </p:spPr>
      </p:sp>
      <p:sp>
        <p:nvSpPr>
          <p:cNvPr id="56" name="panel-BAL-name">
            <a:extLst xmlns:a="http://schemas.openxmlformats.org/drawingml/2006/main">
              <a:ext uri="{FF2B5EF4-FFF2-40B4-BE49-F238E27FC236}">
                <a16:creationId xmlns:a16="http://schemas.microsoft.com/office/drawing/2014/main" id="{B50EA735-F770-4804-8AE0-92F53F86DCC2}"/>
              </a:ext>
            </a:extLst>
          </p:cNvPr>
          <p:cNvSpPr>
            <a:spLocks xmlns:a="http://schemas.openxmlformats.org/drawingml/2006/main" noGrp="1"/>
          </p:cNvSpPr>
          <p:nvPr/>
        </p:nvSpPr>
        <p:spPr>
          <a:xfrm xmlns:a="http://schemas.openxmlformats.org/drawingml/2006/main">
            <a:off x="9925050" y="800100"/>
            <a:ext cx="13335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57" name="panel-BAL-name-text">
            <a:extLst xmlns:a="http://schemas.openxmlformats.org/drawingml/2006/main">
              <a:ext uri="{FF2B5EF4-FFF2-40B4-BE49-F238E27FC236}">
                <a16:creationId xmlns:a16="http://schemas.microsoft.com/office/drawing/2014/main" id="{3D126B05-B8F4-4B6B-87C5-768147D45F37}"/>
              </a:ext>
            </a:extLst>
          </p:cNvPr>
          <p:cNvSpPr>
            <a:spLocks xmlns:a="http://schemas.openxmlformats.org/drawingml/2006/main" noGrp="1"/>
          </p:cNvSpPr>
          <p:nvPr/>
        </p:nvSpPr>
        <p:spPr>
          <a:xfrm xmlns:a="http://schemas.openxmlformats.org/drawingml/2006/main">
            <a:off x="9963150" y="800100"/>
            <a:ext cx="1257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BAL</a:t>
            </a:r>
          </a:p>
        </p:txBody>
      </p:sp>
      <p:sp>
        <p:nvSpPr>
          <p:cNvPr id="58" name="panel-BAL-sub">
            <a:extLst xmlns:a="http://schemas.openxmlformats.org/drawingml/2006/main">
              <a:ext uri="{FF2B5EF4-FFF2-40B4-BE49-F238E27FC236}">
                <a16:creationId xmlns:a16="http://schemas.microsoft.com/office/drawing/2014/main" id="{EF8E9AD3-6C52-4383-933A-9446D549E492}"/>
              </a:ext>
            </a:extLst>
          </p:cNvPr>
          <p:cNvSpPr>
            <a:spLocks xmlns:a="http://schemas.openxmlformats.org/drawingml/2006/main" noGrp="1"/>
          </p:cNvSpPr>
          <p:nvPr/>
        </p:nvSpPr>
        <p:spPr>
          <a:xfrm xmlns:a="http://schemas.openxmlformats.org/drawingml/2006/main">
            <a:off x="9220200" y="1219200"/>
            <a:ext cx="274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family weight kept</a:t>
            </a:r>
          </a:p>
        </p:txBody>
      </p:sp>
      <p:sp>
        <p:nvSpPr>
          <p:cNvPr id="59" name="slot-BAL-0">
            <a:extLst xmlns:a="http://schemas.openxmlformats.org/drawingml/2006/main">
              <a:ext uri="{FF2B5EF4-FFF2-40B4-BE49-F238E27FC236}">
                <a16:creationId xmlns:a16="http://schemas.microsoft.com/office/drawing/2014/main" id="{9AE510B5-5CD6-4F2A-8166-EFDF0CA532AC}"/>
              </a:ext>
            </a:extLst>
          </p:cNvPr>
          <p:cNvSpPr>
            <a:spLocks xmlns:a="http://schemas.openxmlformats.org/drawingml/2006/main" noGrp="1"/>
          </p:cNvSpPr>
          <p:nvPr/>
        </p:nvSpPr>
        <p:spPr>
          <a:xfrm xmlns:a="http://schemas.openxmlformats.org/drawingml/2006/main">
            <a:off x="9258300" y="1581150"/>
            <a:ext cx="26670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60" name="slot-BAL-0-t">
            <a:extLst xmlns:a="http://schemas.openxmlformats.org/drawingml/2006/main">
              <a:ext uri="{FF2B5EF4-FFF2-40B4-BE49-F238E27FC236}">
                <a16:creationId xmlns:a16="http://schemas.microsoft.com/office/drawing/2014/main" id="{E629398C-EF1F-4260-85F7-F2E9CCC7FE45}"/>
              </a:ext>
            </a:extLst>
          </p:cNvPr>
          <p:cNvSpPr>
            <a:spLocks xmlns:a="http://schemas.openxmlformats.org/drawingml/2006/main" noGrp="1"/>
          </p:cNvSpPr>
          <p:nvPr/>
        </p:nvSpPr>
        <p:spPr>
          <a:xfrm xmlns:a="http://schemas.openxmlformats.org/drawingml/2006/main">
            <a:off x="9334500" y="1581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2E6F9E"/>
                </a:solidFill>
                <a:latin typeface="Times New Roman"/>
                <a:ea typeface="Times New Roman"/>
                <a:cs typeface="Times New Roman"/>
              </a:defRPr>
            </a:pPr>
            <a:r>
              <a:rPr sz="2250" b="0" i="1">
                <a:solidFill>
                  <a:srgbClr val="2E6F9E"/>
                </a:solidFill>
                <a:latin typeface="Times New Roman"/>
                <a:ea typeface="Times New Roman"/>
                <a:cs typeface="Times New Roman"/>
              </a:rPr>
              <a:t>B</a:t>
            </a:r>
            <a:r>
              <a:rPr sz="2250" b="0" i="0">
                <a:solidFill>
                  <a:srgbClr val="2E6F9E"/>
                </a:solidFill>
                <a:latin typeface="Times New Roman"/>
                <a:ea typeface="Times New Roman"/>
                <a:cs typeface="Times New Roman"/>
              </a:rPr>
              <a:t>  DINOv2-</a:t>
            </a:r>
            <a:r>
              <a:rPr sz="2250" b="0" i="1">
                <a:solidFill>
                  <a:srgbClr val="2E6F9E"/>
                </a:solidFill>
                <a:latin typeface="Times New Roman"/>
                <a:ea typeface="Times New Roman"/>
                <a:cs typeface="Times New Roman"/>
              </a:rPr>
              <a:t>B</a:t>
            </a:r>
          </a:p>
        </p:txBody>
      </p:sp>
      <p:sp>
        <p:nvSpPr>
          <p:cNvPr id="61" name="slot-BAL-0-w">
            <a:extLst xmlns:a="http://schemas.openxmlformats.org/drawingml/2006/main">
              <a:ext uri="{FF2B5EF4-FFF2-40B4-BE49-F238E27FC236}">
                <a16:creationId xmlns:a16="http://schemas.microsoft.com/office/drawing/2014/main" id="{CC0CCB3D-1EFB-4399-9F54-9781DBF08556}"/>
              </a:ext>
            </a:extLst>
          </p:cNvPr>
          <p:cNvSpPr>
            <a:spLocks xmlns:a="http://schemas.openxmlformats.org/drawingml/2006/main" noGrp="1"/>
          </p:cNvSpPr>
          <p:nvPr/>
        </p:nvSpPr>
        <p:spPr>
          <a:xfrm xmlns:a="http://schemas.openxmlformats.org/drawingml/2006/main">
            <a:off x="11430000" y="1581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2E6F9E"/>
                </a:solidFill>
                <a:latin typeface="Times New Roman"/>
                <a:ea typeface="Times New Roman"/>
                <a:cs typeface="Times New Roman"/>
              </a:defRPr>
            </a:pPr>
            <a:r>
              <a:rPr sz="2250" b="0" i="0">
                <a:solidFill>
                  <a:srgbClr val="2E6F9E"/>
                </a:solidFill>
                <a:latin typeface="Times New Roman"/>
                <a:ea typeface="Times New Roman"/>
                <a:cs typeface="Times New Roman"/>
              </a:rPr>
              <a:t>1/4</a:t>
            </a:r>
          </a:p>
        </p:txBody>
      </p:sp>
      <p:sp>
        <p:nvSpPr>
          <p:cNvPr id="62" name="slot-BAL-1">
            <a:extLst xmlns:a="http://schemas.openxmlformats.org/drawingml/2006/main">
              <a:ext uri="{FF2B5EF4-FFF2-40B4-BE49-F238E27FC236}">
                <a16:creationId xmlns:a16="http://schemas.microsoft.com/office/drawing/2014/main" id="{BDF76B6F-021A-42D6-8699-4D4D614D560C}"/>
              </a:ext>
            </a:extLst>
          </p:cNvPr>
          <p:cNvSpPr>
            <a:spLocks xmlns:a="http://schemas.openxmlformats.org/drawingml/2006/main" noGrp="1"/>
          </p:cNvSpPr>
          <p:nvPr/>
        </p:nvSpPr>
        <p:spPr>
          <a:xfrm xmlns:a="http://schemas.openxmlformats.org/drawingml/2006/main">
            <a:off x="9258300" y="1962150"/>
            <a:ext cx="26670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63" name="slot-BAL-1-t">
            <a:extLst xmlns:a="http://schemas.openxmlformats.org/drawingml/2006/main">
              <a:ext uri="{FF2B5EF4-FFF2-40B4-BE49-F238E27FC236}">
                <a16:creationId xmlns:a16="http://schemas.microsoft.com/office/drawing/2014/main" id="{B0A79527-BDB4-4030-9366-97E887061954}"/>
              </a:ext>
            </a:extLst>
          </p:cNvPr>
          <p:cNvSpPr>
            <a:spLocks xmlns:a="http://schemas.openxmlformats.org/drawingml/2006/main" noGrp="1"/>
          </p:cNvSpPr>
          <p:nvPr/>
        </p:nvSpPr>
        <p:spPr>
          <a:xfrm xmlns:a="http://schemas.openxmlformats.org/drawingml/2006/main">
            <a:off x="9334500" y="1962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3F7C5E"/>
                </a:solidFill>
                <a:latin typeface="Times New Roman"/>
                <a:ea typeface="Times New Roman"/>
                <a:cs typeface="Times New Roman"/>
              </a:defRPr>
            </a:pPr>
            <a:r>
              <a:rPr sz="2250" b="0" i="1">
                <a:solidFill>
                  <a:srgbClr val="3F7C5E"/>
                </a:solidFill>
                <a:latin typeface="Times New Roman"/>
                <a:ea typeface="Times New Roman"/>
                <a:cs typeface="Times New Roman"/>
              </a:rPr>
              <a:t>X</a:t>
            </a:r>
            <a:r>
              <a:rPr sz="2250" b="0" i="0">
                <a:solidFill>
                  <a:srgbClr val="3F7C5E"/>
                </a:solidFill>
                <a:latin typeface="Times New Roman"/>
                <a:ea typeface="Times New Roman"/>
                <a:cs typeface="Times New Roman"/>
              </a:rPr>
              <a:t>  extra encoder</a:t>
            </a:r>
          </a:p>
        </p:txBody>
      </p:sp>
      <p:sp>
        <p:nvSpPr>
          <p:cNvPr id="64" name="slot-BAL-1-w">
            <a:extLst xmlns:a="http://schemas.openxmlformats.org/drawingml/2006/main">
              <a:ext uri="{FF2B5EF4-FFF2-40B4-BE49-F238E27FC236}">
                <a16:creationId xmlns:a16="http://schemas.microsoft.com/office/drawing/2014/main" id="{7CEB4965-0EF6-429C-8BFF-39135FCB901B}"/>
              </a:ext>
            </a:extLst>
          </p:cNvPr>
          <p:cNvSpPr>
            <a:spLocks xmlns:a="http://schemas.openxmlformats.org/drawingml/2006/main" noGrp="1"/>
          </p:cNvSpPr>
          <p:nvPr/>
        </p:nvSpPr>
        <p:spPr>
          <a:xfrm xmlns:a="http://schemas.openxmlformats.org/drawingml/2006/main">
            <a:off x="11430000" y="1962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3F7C5E"/>
                </a:solidFill>
                <a:latin typeface="Times New Roman"/>
                <a:ea typeface="Times New Roman"/>
                <a:cs typeface="Times New Roman"/>
              </a:defRPr>
            </a:pPr>
            <a:r>
              <a:rPr sz="2250" b="0" i="0">
                <a:solidFill>
                  <a:srgbClr val="3F7C5E"/>
                </a:solidFill>
                <a:latin typeface="Times New Roman"/>
                <a:ea typeface="Times New Roman"/>
                <a:cs typeface="Times New Roman"/>
              </a:rPr>
              <a:t>1/4</a:t>
            </a:r>
          </a:p>
        </p:txBody>
      </p:sp>
      <p:sp>
        <p:nvSpPr>
          <p:cNvPr id="65" name="slot-BAL-2">
            <a:extLst xmlns:a="http://schemas.openxmlformats.org/drawingml/2006/main">
              <a:ext uri="{FF2B5EF4-FFF2-40B4-BE49-F238E27FC236}">
                <a16:creationId xmlns:a16="http://schemas.microsoft.com/office/drawing/2014/main" id="{28550CC4-08D6-4150-A069-342517707B81}"/>
              </a:ext>
            </a:extLst>
          </p:cNvPr>
          <p:cNvSpPr>
            <a:spLocks xmlns:a="http://schemas.openxmlformats.org/drawingml/2006/main" noGrp="1"/>
          </p:cNvSpPr>
          <p:nvPr/>
        </p:nvSpPr>
        <p:spPr>
          <a:xfrm xmlns:a="http://schemas.openxmlformats.org/drawingml/2006/main">
            <a:off x="9258300" y="2343150"/>
            <a:ext cx="26670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66" name="slot-BAL-2-t">
            <a:extLst xmlns:a="http://schemas.openxmlformats.org/drawingml/2006/main">
              <a:ext uri="{FF2B5EF4-FFF2-40B4-BE49-F238E27FC236}">
                <a16:creationId xmlns:a16="http://schemas.microsoft.com/office/drawing/2014/main" id="{8DAB7194-0990-449C-9CF6-3257F3100AFE}"/>
              </a:ext>
            </a:extLst>
          </p:cNvPr>
          <p:cNvSpPr>
            <a:spLocks xmlns:a="http://schemas.openxmlformats.org/drawingml/2006/main" noGrp="1"/>
          </p:cNvSpPr>
          <p:nvPr/>
        </p:nvSpPr>
        <p:spPr>
          <a:xfrm xmlns:a="http://schemas.openxmlformats.org/drawingml/2006/main">
            <a:off x="9334500" y="2343150"/>
            <a:ext cx="2057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B27C20"/>
                </a:solidFill>
                <a:latin typeface="Times New Roman"/>
                <a:ea typeface="Times New Roman"/>
                <a:cs typeface="Times New Roman"/>
              </a:defRPr>
            </a:pPr>
            <a:r>
              <a:rPr sz="2250" b="0" i="1">
                <a:solidFill>
                  <a:srgbClr val="B27C20"/>
                </a:solidFill>
                <a:latin typeface="Times New Roman"/>
                <a:ea typeface="Times New Roman"/>
                <a:cs typeface="Times New Roman"/>
              </a:rPr>
              <a:t>C</a:t>
            </a:r>
            <a:r>
              <a:rPr sz="2250" b="0" i="0">
                <a:solidFill>
                  <a:srgbClr val="B27C20"/>
                </a:solidFill>
                <a:latin typeface="Times New Roman"/>
                <a:ea typeface="Times New Roman"/>
                <a:cs typeface="Times New Roman"/>
              </a:rPr>
              <a:t>  AnomalyCLIP</a:t>
            </a:r>
          </a:p>
        </p:txBody>
      </p:sp>
      <p:sp>
        <p:nvSpPr>
          <p:cNvPr id="67" name="slot-BAL-2-w">
            <a:extLst xmlns:a="http://schemas.openxmlformats.org/drawingml/2006/main">
              <a:ext uri="{FF2B5EF4-FFF2-40B4-BE49-F238E27FC236}">
                <a16:creationId xmlns:a16="http://schemas.microsoft.com/office/drawing/2014/main" id="{7FBB35F4-B577-4C47-8F69-C1AAAFD2096C}"/>
              </a:ext>
            </a:extLst>
          </p:cNvPr>
          <p:cNvSpPr>
            <a:spLocks xmlns:a="http://schemas.openxmlformats.org/drawingml/2006/main" noGrp="1"/>
          </p:cNvSpPr>
          <p:nvPr/>
        </p:nvSpPr>
        <p:spPr>
          <a:xfrm xmlns:a="http://schemas.openxmlformats.org/drawingml/2006/main">
            <a:off x="11430000" y="23431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lnSpc>
                <a:spcPct val="92000"/>
              </a:lnSpc>
              <a:buNone/>
              <a:defRPr sz="2250">
                <a:solidFill>
                  <a:srgbClr val="B27C20"/>
                </a:solidFill>
                <a:latin typeface="Times New Roman"/>
                <a:ea typeface="Times New Roman"/>
                <a:cs typeface="Times New Roman"/>
              </a:defRPr>
            </a:pPr>
            <a:r>
              <a:rPr sz="2250" b="0" i="0">
                <a:solidFill>
                  <a:srgbClr val="B27C20"/>
                </a:solidFill>
                <a:latin typeface="Times New Roman"/>
                <a:ea typeface="Times New Roman"/>
                <a:cs typeface="Times New Roman"/>
              </a:rPr>
              <a:t>1/2</a:t>
            </a:r>
          </a:p>
        </p:txBody>
      </p:sp>
      <p:sp>
        <p:nvSpPr>
          <p:cNvPr id="68" name="panel-BAL-note">
            <a:extLst xmlns:a="http://schemas.openxmlformats.org/drawingml/2006/main">
              <a:ext uri="{FF2B5EF4-FFF2-40B4-BE49-F238E27FC236}">
                <a16:creationId xmlns:a16="http://schemas.microsoft.com/office/drawing/2014/main" id="{2060EFEA-8DAE-409A-93A9-27BCC3A7F852}"/>
              </a:ext>
            </a:extLst>
          </p:cNvPr>
          <p:cNvSpPr>
            <a:spLocks xmlns:a="http://schemas.openxmlformats.org/drawingml/2006/main" noGrp="1"/>
          </p:cNvSpPr>
          <p:nvPr/>
        </p:nvSpPr>
        <p:spPr>
          <a:xfrm xmlns:a="http://schemas.openxmlformats.org/drawingml/2006/main">
            <a:off x="9220200" y="2762250"/>
            <a:ext cx="2743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the family totals</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stay equal</a:t>
            </a:r>
          </a:p>
        </p:txBody>
      </p:sp>
      <p:sp>
        <p:nvSpPr>
          <p:cNvPr id="69" name="sec-b-chip">
            <a:extLst xmlns:a="http://schemas.openxmlformats.org/drawingml/2006/main">
              <a:ext uri="{FF2B5EF4-FFF2-40B4-BE49-F238E27FC236}">
                <a16:creationId xmlns:a16="http://schemas.microsoft.com/office/drawing/2014/main" id="{855CD80F-36B7-43C6-B0FA-082C1BB9823C}"/>
              </a:ext>
            </a:extLst>
          </p:cNvPr>
          <p:cNvSpPr>
            <a:spLocks xmlns:a="http://schemas.openxmlformats.org/drawingml/2006/main" noGrp="1"/>
          </p:cNvSpPr>
          <p:nvPr/>
        </p:nvSpPr>
        <p:spPr>
          <a:xfrm xmlns:a="http://schemas.openxmlformats.org/drawingml/2006/main">
            <a:off x="304800" y="36385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70" name="sec-b-chip-text">
            <a:extLst xmlns:a="http://schemas.openxmlformats.org/drawingml/2006/main">
              <a:ext uri="{FF2B5EF4-FFF2-40B4-BE49-F238E27FC236}">
                <a16:creationId xmlns:a16="http://schemas.microsoft.com/office/drawing/2014/main" id="{7AA4ED43-2E55-429F-B5F2-938A12529647}"/>
              </a:ext>
            </a:extLst>
          </p:cNvPr>
          <p:cNvSpPr>
            <a:spLocks xmlns:a="http://schemas.openxmlformats.org/drawingml/2006/main" noGrp="1"/>
          </p:cNvSpPr>
          <p:nvPr/>
        </p:nvSpPr>
        <p:spPr>
          <a:xfrm xmlns:a="http://schemas.openxmlformats.org/drawingml/2006/main">
            <a:off x="323850" y="36385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71" name="sec-b">
            <a:extLst xmlns:a="http://schemas.openxmlformats.org/drawingml/2006/main">
              <a:ext uri="{FF2B5EF4-FFF2-40B4-BE49-F238E27FC236}">
                <a16:creationId xmlns:a16="http://schemas.microsoft.com/office/drawing/2014/main" id="{FF0D7F12-1949-4EA4-85C5-2F57F87052CE}"/>
              </a:ext>
            </a:extLst>
          </p:cNvPr>
          <p:cNvSpPr>
            <a:spLocks xmlns:a="http://schemas.openxmlformats.org/drawingml/2006/main" noGrp="1"/>
          </p:cNvSpPr>
          <p:nvPr/>
        </p:nvSpPr>
        <p:spPr>
          <a:xfrm xmlns:a="http://schemas.openxmlformats.org/drawingml/2006/main">
            <a:off x="876300" y="3600450"/>
            <a:ext cx="666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What each step isolates</a:t>
            </a:r>
          </a:p>
        </p:txBody>
      </p:sp>
      <p:sp>
        <p:nvSpPr>
          <p:cNvPr id="72" name="step-0">
            <a:extLst xmlns:a="http://schemas.openxmlformats.org/drawingml/2006/main">
              <a:ext uri="{FF2B5EF4-FFF2-40B4-BE49-F238E27FC236}">
                <a16:creationId xmlns:a16="http://schemas.microsoft.com/office/drawing/2014/main" id="{7D580AC0-EBF1-4A32-87FC-5185A76CF41C}"/>
              </a:ext>
            </a:extLst>
          </p:cNvPr>
          <p:cNvSpPr>
            <a:spLocks xmlns:a="http://schemas.openxmlformats.org/drawingml/2006/main" noGrp="1"/>
          </p:cNvSpPr>
          <p:nvPr/>
        </p:nvSpPr>
        <p:spPr>
          <a:xfrm xmlns:a="http://schemas.openxmlformats.org/drawingml/2006/main">
            <a:off x="228600" y="41529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73" name="step-0-t">
            <a:extLst xmlns:a="http://schemas.openxmlformats.org/drawingml/2006/main">
              <a:ext uri="{FF2B5EF4-FFF2-40B4-BE49-F238E27FC236}">
                <a16:creationId xmlns:a16="http://schemas.microsoft.com/office/drawing/2014/main" id="{A3A0F20D-9952-4044-8907-3501B31F9B0F}"/>
              </a:ext>
            </a:extLst>
          </p:cNvPr>
          <p:cNvSpPr>
            <a:spLocks xmlns:a="http://schemas.openxmlformats.org/drawingml/2006/main" noGrp="1"/>
          </p:cNvSpPr>
          <p:nvPr/>
        </p:nvSpPr>
        <p:spPr>
          <a:xfrm xmlns:a="http://schemas.openxmlformats.org/drawingml/2006/main">
            <a:off x="285750" y="4152900"/>
            <a:ext cx="2781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A1</a:t>
            </a:r>
            <a:r>
              <a:rPr sz="2250" b="0" i="0">
                <a:solidFill>
                  <a:srgbClr val="1E2E38"/>
                </a:solidFill>
                <a:latin typeface="Times New Roman"/>
                <a:ea typeface="Times New Roman"/>
                <a:cs typeface="Times New Roman"/>
              </a:rPr>
              <a:t> → </a:t>
            </a:r>
            <a:r>
              <a:rPr sz="2250" b="0" i="1">
                <a:solidFill>
                  <a:srgbClr val="1E2E38"/>
                </a:solidFill>
                <a:latin typeface="Times New Roman"/>
                <a:ea typeface="Times New Roman"/>
                <a:cs typeface="Times New Roman"/>
              </a:rPr>
              <a:t>DUP</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duplicate a branch</a:t>
            </a:r>
          </a:p>
        </p:txBody>
      </p:sp>
      <p:sp>
        <p:nvSpPr>
          <p:cNvPr id="74" name="step-1">
            <a:extLst xmlns:a="http://schemas.openxmlformats.org/drawingml/2006/main">
              <a:ext uri="{FF2B5EF4-FFF2-40B4-BE49-F238E27FC236}">
                <a16:creationId xmlns:a16="http://schemas.microsoft.com/office/drawing/2014/main" id="{9C6E9B27-CF83-4B0D-953D-D50D0329017F}"/>
              </a:ext>
            </a:extLst>
          </p:cNvPr>
          <p:cNvSpPr>
            <a:spLocks xmlns:a="http://schemas.openxmlformats.org/drawingml/2006/main" noGrp="1"/>
          </p:cNvSpPr>
          <p:nvPr/>
        </p:nvSpPr>
        <p:spPr>
          <a:xfrm xmlns:a="http://schemas.openxmlformats.org/drawingml/2006/main">
            <a:off x="3200400" y="41529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75" name="step-1-t">
            <a:extLst xmlns:a="http://schemas.openxmlformats.org/drawingml/2006/main">
              <a:ext uri="{FF2B5EF4-FFF2-40B4-BE49-F238E27FC236}">
                <a16:creationId xmlns:a16="http://schemas.microsoft.com/office/drawing/2014/main" id="{8E6248B0-7D16-49DC-9E9B-7153C53ABB95}"/>
              </a:ext>
            </a:extLst>
          </p:cNvPr>
          <p:cNvSpPr>
            <a:spLocks xmlns:a="http://schemas.openxmlformats.org/drawingml/2006/main" noGrp="1"/>
          </p:cNvSpPr>
          <p:nvPr/>
        </p:nvSpPr>
        <p:spPr>
          <a:xfrm xmlns:a="http://schemas.openxmlformats.org/drawingml/2006/main">
            <a:off x="3257550" y="4152900"/>
            <a:ext cx="2781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DUP</a:t>
            </a:r>
            <a:r>
              <a:rPr sz="2250" b="0" i="0">
                <a:solidFill>
                  <a:srgbClr val="1E2E38"/>
                </a:solidFill>
                <a:latin typeface="Times New Roman"/>
                <a:ea typeface="Times New Roman"/>
                <a:cs typeface="Times New Roman"/>
              </a:rPr>
              <a:t> → </a:t>
            </a:r>
            <a:r>
              <a:rPr sz="2250" b="0" i="1">
                <a:solidFill>
                  <a:srgbClr val="1E2E38"/>
                </a:solidFill>
                <a:latin typeface="Times New Roman"/>
                <a:ea typeface="Times New Roman"/>
                <a:cs typeface="Times New Roman"/>
              </a:rPr>
              <a:t>TRI</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replace the copy</a:t>
            </a:r>
          </a:p>
        </p:txBody>
      </p:sp>
      <p:sp>
        <p:nvSpPr>
          <p:cNvPr id="76" name="step-2">
            <a:extLst xmlns:a="http://schemas.openxmlformats.org/drawingml/2006/main">
              <a:ext uri="{FF2B5EF4-FFF2-40B4-BE49-F238E27FC236}">
                <a16:creationId xmlns:a16="http://schemas.microsoft.com/office/drawing/2014/main" id="{60880A62-F871-4478-964E-3E39308FA01F}"/>
              </a:ext>
            </a:extLst>
          </p:cNvPr>
          <p:cNvSpPr>
            <a:spLocks xmlns:a="http://schemas.openxmlformats.org/drawingml/2006/main" noGrp="1"/>
          </p:cNvSpPr>
          <p:nvPr/>
        </p:nvSpPr>
        <p:spPr>
          <a:xfrm xmlns:a="http://schemas.openxmlformats.org/drawingml/2006/main">
            <a:off x="6172200" y="41529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77" name="step-2-t">
            <a:extLst xmlns:a="http://schemas.openxmlformats.org/drawingml/2006/main">
              <a:ext uri="{FF2B5EF4-FFF2-40B4-BE49-F238E27FC236}">
                <a16:creationId xmlns:a16="http://schemas.microsoft.com/office/drawing/2014/main" id="{0CFEAAF6-A696-494B-8D8B-21EB23BB1791}"/>
              </a:ext>
            </a:extLst>
          </p:cNvPr>
          <p:cNvSpPr>
            <a:spLocks xmlns:a="http://schemas.openxmlformats.org/drawingml/2006/main" noGrp="1"/>
          </p:cNvSpPr>
          <p:nvPr/>
        </p:nvSpPr>
        <p:spPr>
          <a:xfrm xmlns:a="http://schemas.openxmlformats.org/drawingml/2006/main">
            <a:off x="6229350" y="4152900"/>
            <a:ext cx="2781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A1</a:t>
            </a:r>
            <a:r>
              <a:rPr sz="2250" b="0" i="0">
                <a:solidFill>
                  <a:srgbClr val="1E2E38"/>
                </a:solidFill>
                <a:latin typeface="Times New Roman"/>
                <a:ea typeface="Times New Roman"/>
                <a:cs typeface="Times New Roman"/>
              </a:rPr>
              <a:t> → </a:t>
            </a:r>
            <a:r>
              <a:rPr sz="2250" b="0" i="1">
                <a:solidFill>
                  <a:srgbClr val="1E2E38"/>
                </a:solidFill>
                <a:latin typeface="Times New Roman"/>
                <a:ea typeface="Times New Roman"/>
                <a:cs typeface="Times New Roman"/>
              </a:rPr>
              <a:t>BAL</a:t>
            </a:r>
          </a:p>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keep family weights</a:t>
            </a:r>
          </a:p>
        </p:txBody>
      </p:sp>
      <p:sp>
        <p:nvSpPr>
          <p:cNvPr id="78" name="step-note">
            <a:extLst xmlns:a="http://schemas.openxmlformats.org/drawingml/2006/main">
              <a:ext uri="{FF2B5EF4-FFF2-40B4-BE49-F238E27FC236}">
                <a16:creationId xmlns:a16="http://schemas.microsoft.com/office/drawing/2014/main" id="{DB033346-D6E5-41FE-8C00-8A0609556220}"/>
              </a:ext>
            </a:extLst>
          </p:cNvPr>
          <p:cNvSpPr>
            <a:spLocks xmlns:a="http://schemas.openxmlformats.org/drawingml/2006/main" noGrp="1"/>
          </p:cNvSpPr>
          <p:nvPr/>
        </p:nvSpPr>
        <p:spPr>
          <a:xfrm xmlns:a="http://schemas.openxmlformats.org/drawingml/2006/main">
            <a:off x="304800" y="4857750"/>
            <a:ext cx="11582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A1</a:t>
            </a:r>
            <a:r>
              <a:rPr sz="2250" b="0" i="0">
                <a:solidFill>
                  <a:srgbClr val="5E717C"/>
                </a:solidFill>
                <a:latin typeface="Times New Roman"/>
                <a:ea typeface="Times New Roman"/>
                <a:cs typeface="Times New Roman"/>
              </a:rPr>
              <a:t> → </a:t>
            </a:r>
            <a:r>
              <a:rPr sz="2250" b="0" i="1">
                <a:solidFill>
                  <a:srgbClr val="5E717C"/>
                </a:solidFill>
                <a:latin typeface="Times New Roman"/>
                <a:ea typeface="Times New Roman"/>
                <a:cs typeface="Times New Roman"/>
              </a:rPr>
              <a:t>DUP</a:t>
            </a:r>
            <a:r>
              <a:rPr sz="2250" b="0" i="0">
                <a:solidFill>
                  <a:srgbClr val="5E717C"/>
                </a:solidFill>
                <a:latin typeface="Times New Roman"/>
                <a:ea typeface="Times New Roman"/>
                <a:cs typeface="Times New Roman"/>
              </a:rPr>
              <a:t> varies only the effective weight of </a:t>
            </a:r>
            <a:r>
              <a:rPr sz="2250" b="0" i="1">
                <a:solidFill>
                  <a:srgbClr val="5E717C"/>
                </a:solidFill>
                <a:latin typeface="Times New Roman"/>
                <a:ea typeface="Times New Roman"/>
                <a:cs typeface="Times New Roman"/>
              </a:rPr>
              <a:t>B</a:t>
            </a:r>
            <a:r>
              <a:rPr sz="2250" b="0" i="0">
                <a:solidFill>
                  <a:srgbClr val="5E717C"/>
                </a:solidFill>
                <a:latin typeface="Times New Roman"/>
                <a:ea typeface="Times New Roman"/>
                <a:cs typeface="Times New Roman"/>
              </a:rPr>
              <a:t>. </a:t>
            </a:r>
            <a:r>
              <a:rPr sz="2250" b="0" i="1">
                <a:solidFill>
                  <a:srgbClr val="5E717C"/>
                </a:solidFill>
                <a:latin typeface="Times New Roman"/>
                <a:ea typeface="Times New Roman"/>
                <a:cs typeface="Times New Roman"/>
              </a:rPr>
              <a:t>DUP</a:t>
            </a:r>
            <a:r>
              <a:rPr sz="2250" b="0" i="0">
                <a:solidFill>
                  <a:srgbClr val="5E717C"/>
                </a:solidFill>
                <a:latin typeface="Times New Roman"/>
                <a:ea typeface="Times New Roman"/>
                <a:cs typeface="Times New Roman"/>
              </a:rPr>
              <a:t> → </a:t>
            </a:r>
            <a:r>
              <a:rPr sz="2250" b="0" i="1">
                <a:solidFill>
                  <a:srgbClr val="5E717C"/>
                </a:solidFill>
                <a:latin typeface="Times New Roman"/>
                <a:ea typeface="Times New Roman"/>
                <a:cs typeface="Times New Roman"/>
              </a:rPr>
              <a:t>TRI</a:t>
            </a:r>
            <a:r>
              <a:rPr sz="2250" b="0" i="0">
                <a:solidFill>
                  <a:srgbClr val="5E717C"/>
                </a:solidFill>
                <a:latin typeface="Times New Roman"/>
                <a:ea typeface="Times New Roman"/>
                <a:cs typeface="Times New Roman"/>
              </a:rPr>
              <a:t> varies the representation at a fixed slot weight. </a:t>
            </a:r>
            <a:r>
              <a:rPr sz="2250" b="0" i="1">
                <a:solidFill>
                  <a:srgbClr val="5E717C"/>
                </a:solidFill>
                <a:latin typeface="Times New Roman"/>
                <a:ea typeface="Times New Roman"/>
                <a:cs typeface="Times New Roman"/>
              </a:rPr>
              <a:t>A1</a:t>
            </a:r>
            <a:r>
              <a:rPr sz="2250" b="0" i="0">
                <a:solidFill>
                  <a:srgbClr val="5E717C"/>
                </a:solidFill>
                <a:latin typeface="Times New Roman"/>
                <a:ea typeface="Times New Roman"/>
                <a:cs typeface="Times New Roman"/>
              </a:rPr>
              <a:t> → </a:t>
            </a:r>
            <a:r>
              <a:rPr sz="2250" b="0" i="1">
                <a:solidFill>
                  <a:srgbClr val="5E717C"/>
                </a:solidFill>
                <a:latin typeface="Times New Roman"/>
                <a:ea typeface="Times New Roman"/>
                <a:cs typeface="Times New Roman"/>
              </a:rPr>
              <a:t>BAL</a:t>
            </a:r>
            <a:r>
              <a:rPr sz="2250" b="0" i="0">
                <a:solidFill>
                  <a:srgbClr val="5E717C"/>
                </a:solidFill>
                <a:latin typeface="Times New Roman"/>
                <a:ea typeface="Times New Roman"/>
                <a:cs typeface="Times New Roman"/>
              </a:rPr>
              <a:t> keeps the DINO-family and </a:t>
            </a:r>
            <a:r>
              <a:rPr sz="2250" b="0" i="1">
                <a:solidFill>
                  <a:srgbClr val="5E717C"/>
                </a:solidFill>
                <a:latin typeface="Times New Roman"/>
                <a:ea typeface="Times New Roman"/>
                <a:cs typeface="Times New Roman"/>
              </a:rPr>
              <a:t>C</a:t>
            </a:r>
            <a:r>
              <a:rPr sz="2250" b="0" i="0">
                <a:solidFill>
                  <a:srgbClr val="5E717C"/>
                </a:solidFill>
                <a:latin typeface="Times New Roman"/>
                <a:ea typeface="Times New Roman"/>
                <a:cs typeface="Times New Roman"/>
              </a:rPr>
              <a:t> totals equal.</a:t>
            </a:r>
          </a:p>
        </p:txBody>
      </p:sp>
      <p:sp>
        <p:nvSpPr>
          <p:cNvPr id="79" name="sec-c-chip">
            <a:extLst xmlns:a="http://schemas.openxmlformats.org/drawingml/2006/main">
              <a:ext uri="{FF2B5EF4-FFF2-40B4-BE49-F238E27FC236}">
                <a16:creationId xmlns:a16="http://schemas.microsoft.com/office/drawing/2014/main" id="{660CF52F-6E00-4371-8420-4909C3A1CC47}"/>
              </a:ext>
            </a:extLst>
          </p:cNvPr>
          <p:cNvSpPr>
            <a:spLocks xmlns:a="http://schemas.openxmlformats.org/drawingml/2006/main" noGrp="1"/>
          </p:cNvSpPr>
          <p:nvPr/>
        </p:nvSpPr>
        <p:spPr>
          <a:xfrm xmlns:a="http://schemas.openxmlformats.org/drawingml/2006/main">
            <a:off x="304800" y="57721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80" name="sec-c-chip-text">
            <a:extLst xmlns:a="http://schemas.openxmlformats.org/drawingml/2006/main">
              <a:ext uri="{FF2B5EF4-FFF2-40B4-BE49-F238E27FC236}">
                <a16:creationId xmlns:a16="http://schemas.microsoft.com/office/drawing/2014/main" id="{0312A0EF-5164-4DB6-AD74-598D48F8364C}"/>
              </a:ext>
            </a:extLst>
          </p:cNvPr>
          <p:cNvSpPr>
            <a:spLocks xmlns:a="http://schemas.openxmlformats.org/drawingml/2006/main" noGrp="1"/>
          </p:cNvSpPr>
          <p:nvPr/>
        </p:nvSpPr>
        <p:spPr>
          <a:xfrm xmlns:a="http://schemas.openxmlformats.org/drawingml/2006/main">
            <a:off x="323850" y="57721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c</a:t>
            </a:r>
          </a:p>
        </p:txBody>
      </p:sp>
      <p:sp>
        <p:nvSpPr>
          <p:cNvPr id="81" name="sec-c">
            <a:extLst xmlns:a="http://schemas.openxmlformats.org/drawingml/2006/main">
              <a:ext uri="{FF2B5EF4-FFF2-40B4-BE49-F238E27FC236}">
                <a16:creationId xmlns:a16="http://schemas.microsoft.com/office/drawing/2014/main" id="{7FB1A64A-FC52-4605-958C-5BDD91A7057F}"/>
              </a:ext>
            </a:extLst>
          </p:cNvPr>
          <p:cNvSpPr>
            <a:spLocks xmlns:a="http://schemas.openxmlformats.org/drawingml/2006/main" noGrp="1"/>
          </p:cNvSpPr>
          <p:nvPr/>
        </p:nvSpPr>
        <p:spPr>
          <a:xfrm xmlns:a="http://schemas.openxmlformats.org/drawingml/2006/main">
            <a:off x="876300" y="5734050"/>
            <a:ext cx="666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Contrasts estimated in this paper</a:t>
            </a:r>
          </a:p>
        </p:txBody>
      </p:sp>
      <p:sp>
        <p:nvSpPr>
          <p:cNvPr id="82" name="contrast-0">
            <a:extLst xmlns:a="http://schemas.openxmlformats.org/drawingml/2006/main">
              <a:ext uri="{FF2B5EF4-FFF2-40B4-BE49-F238E27FC236}">
                <a16:creationId xmlns:a16="http://schemas.microsoft.com/office/drawing/2014/main" id="{0CF1B712-B575-43CD-9295-0C53A4765122}"/>
              </a:ext>
            </a:extLst>
          </p:cNvPr>
          <p:cNvSpPr>
            <a:spLocks xmlns:a="http://schemas.openxmlformats.org/drawingml/2006/main" noGrp="1"/>
          </p:cNvSpPr>
          <p:nvPr/>
        </p:nvSpPr>
        <p:spPr>
          <a:xfrm xmlns:a="http://schemas.openxmlformats.org/drawingml/2006/main">
            <a:off x="228600" y="62865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83" name="contrast-0-f">
            <a:extLst xmlns:a="http://schemas.openxmlformats.org/drawingml/2006/main">
              <a:ext uri="{FF2B5EF4-FFF2-40B4-BE49-F238E27FC236}">
                <a16:creationId xmlns:a16="http://schemas.microsoft.com/office/drawing/2014/main" id="{853CA398-6D66-4610-B1D6-1F25AAE9383E}"/>
              </a:ext>
            </a:extLst>
          </p:cNvPr>
          <p:cNvSpPr>
            <a:spLocks xmlns:a="http://schemas.openxmlformats.org/drawingml/2006/main" noGrp="1"/>
          </p:cNvSpPr>
          <p:nvPr/>
        </p:nvSpPr>
        <p:spPr>
          <a:xfrm xmlns:a="http://schemas.openxmlformats.org/drawingml/2006/main">
            <a:off x="285750" y="63246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TRI_J − DUP_J</a:t>
            </a:r>
          </a:p>
        </p:txBody>
      </p:sp>
      <p:sp>
        <p:nvSpPr>
          <p:cNvPr id="84" name="contrast-0-n">
            <a:extLst xmlns:a="http://schemas.openxmlformats.org/drawingml/2006/main">
              <a:ext uri="{FF2B5EF4-FFF2-40B4-BE49-F238E27FC236}">
                <a16:creationId xmlns:a16="http://schemas.microsoft.com/office/drawing/2014/main" id="{E88C8247-B81E-4A7B-BA77-AB94CC97DE31}"/>
              </a:ext>
            </a:extLst>
          </p:cNvPr>
          <p:cNvSpPr>
            <a:spLocks xmlns:a="http://schemas.openxmlformats.org/drawingml/2006/main" noGrp="1"/>
          </p:cNvSpPr>
          <p:nvPr/>
        </p:nvSpPr>
        <p:spPr>
          <a:xfrm xmlns:a="http://schemas.openxmlformats.org/drawingml/2006/main">
            <a:off x="285750" y="66294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shared matching</a:t>
            </a:r>
          </a:p>
        </p:txBody>
      </p:sp>
      <p:sp>
        <p:nvSpPr>
          <p:cNvPr id="85" name="contrast-1">
            <a:extLst xmlns:a="http://schemas.openxmlformats.org/drawingml/2006/main">
              <a:ext uri="{FF2B5EF4-FFF2-40B4-BE49-F238E27FC236}">
                <a16:creationId xmlns:a16="http://schemas.microsoft.com/office/drawing/2014/main" id="{B31FF86B-3E8A-4ABB-A3F2-3629AD51A467}"/>
              </a:ext>
            </a:extLst>
          </p:cNvPr>
          <p:cNvSpPr>
            <a:spLocks xmlns:a="http://schemas.openxmlformats.org/drawingml/2006/main" noGrp="1"/>
          </p:cNvSpPr>
          <p:nvPr/>
        </p:nvSpPr>
        <p:spPr>
          <a:xfrm xmlns:a="http://schemas.openxmlformats.org/drawingml/2006/main">
            <a:off x="3200400" y="62865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86" name="contrast-1-f">
            <a:extLst xmlns:a="http://schemas.openxmlformats.org/drawingml/2006/main">
              <a:ext uri="{FF2B5EF4-FFF2-40B4-BE49-F238E27FC236}">
                <a16:creationId xmlns:a16="http://schemas.microsoft.com/office/drawing/2014/main" id="{A8863EDF-FF90-4A60-AA30-C5634602EF6D}"/>
              </a:ext>
            </a:extLst>
          </p:cNvPr>
          <p:cNvSpPr>
            <a:spLocks xmlns:a="http://schemas.openxmlformats.org/drawingml/2006/main" noGrp="1"/>
          </p:cNvSpPr>
          <p:nvPr/>
        </p:nvSpPr>
        <p:spPr>
          <a:xfrm xmlns:a="http://schemas.openxmlformats.org/drawingml/2006/main">
            <a:off x="3257550" y="63246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TRI_L − DUP_L</a:t>
            </a:r>
          </a:p>
        </p:txBody>
      </p:sp>
      <p:sp>
        <p:nvSpPr>
          <p:cNvPr id="87" name="contrast-1-n">
            <a:extLst xmlns:a="http://schemas.openxmlformats.org/drawingml/2006/main">
              <a:ext uri="{FF2B5EF4-FFF2-40B4-BE49-F238E27FC236}">
                <a16:creationId xmlns:a16="http://schemas.microsoft.com/office/drawing/2014/main" id="{79B36B36-EAB5-4EC8-8022-37723E9A58CD}"/>
              </a:ext>
            </a:extLst>
          </p:cNvPr>
          <p:cNvSpPr>
            <a:spLocks xmlns:a="http://schemas.openxmlformats.org/drawingml/2006/main" noGrp="1"/>
          </p:cNvSpPr>
          <p:nvPr/>
        </p:nvSpPr>
        <p:spPr>
          <a:xfrm xmlns:a="http://schemas.openxmlformats.org/drawingml/2006/main">
            <a:off x="3257550" y="66294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independent matching</a:t>
            </a:r>
          </a:p>
        </p:txBody>
      </p:sp>
      <p:sp>
        <p:nvSpPr>
          <p:cNvPr id="88" name="contrast-2">
            <a:extLst xmlns:a="http://schemas.openxmlformats.org/drawingml/2006/main">
              <a:ext uri="{FF2B5EF4-FFF2-40B4-BE49-F238E27FC236}">
                <a16:creationId xmlns:a16="http://schemas.microsoft.com/office/drawing/2014/main" id="{503CCF9B-4745-4B68-9EFD-CD694A5C37DD}"/>
              </a:ext>
            </a:extLst>
          </p:cNvPr>
          <p:cNvSpPr>
            <a:spLocks xmlns:a="http://schemas.openxmlformats.org/drawingml/2006/main" noGrp="1"/>
          </p:cNvSpPr>
          <p:nvPr/>
        </p:nvSpPr>
        <p:spPr>
          <a:xfrm xmlns:a="http://schemas.openxmlformats.org/drawingml/2006/main">
            <a:off x="6172200" y="62865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89" name="contrast-2-f">
            <a:extLst xmlns:a="http://schemas.openxmlformats.org/drawingml/2006/main">
              <a:ext uri="{FF2B5EF4-FFF2-40B4-BE49-F238E27FC236}">
                <a16:creationId xmlns:a16="http://schemas.microsoft.com/office/drawing/2014/main" id="{2EF297BE-26BD-47FA-8984-50D605B2478F}"/>
              </a:ext>
            </a:extLst>
          </p:cNvPr>
          <p:cNvSpPr>
            <a:spLocks xmlns:a="http://schemas.openxmlformats.org/drawingml/2006/main" noGrp="1"/>
          </p:cNvSpPr>
          <p:nvPr/>
        </p:nvSpPr>
        <p:spPr>
          <a:xfrm xmlns:a="http://schemas.openxmlformats.org/drawingml/2006/main">
            <a:off x="6229350" y="63246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BAL_J − A1_J</a:t>
            </a:r>
          </a:p>
        </p:txBody>
      </p:sp>
      <p:sp>
        <p:nvSpPr>
          <p:cNvPr id="90" name="contrast-2-n">
            <a:extLst xmlns:a="http://schemas.openxmlformats.org/drawingml/2006/main">
              <a:ext uri="{FF2B5EF4-FFF2-40B4-BE49-F238E27FC236}">
                <a16:creationId xmlns:a16="http://schemas.microsoft.com/office/drawing/2014/main" id="{B0CC81C4-109E-43CE-A5C7-C45B4C579F9B}"/>
              </a:ext>
            </a:extLst>
          </p:cNvPr>
          <p:cNvSpPr>
            <a:spLocks xmlns:a="http://schemas.openxmlformats.org/drawingml/2006/main" noGrp="1"/>
          </p:cNvSpPr>
          <p:nvPr/>
        </p:nvSpPr>
        <p:spPr>
          <a:xfrm xmlns:a="http://schemas.openxmlformats.org/drawingml/2006/main">
            <a:off x="6229350" y="66294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family control</a:t>
            </a:r>
          </a:p>
        </p:txBody>
      </p:sp>
      <p:sp>
        <p:nvSpPr>
          <p:cNvPr id="91" name="contrast-3">
            <a:extLst xmlns:a="http://schemas.openxmlformats.org/drawingml/2006/main">
              <a:ext uri="{FF2B5EF4-FFF2-40B4-BE49-F238E27FC236}">
                <a16:creationId xmlns:a16="http://schemas.microsoft.com/office/drawing/2014/main" id="{0B1697D3-BA5A-48E7-A19A-C6CE10CEC89E}"/>
              </a:ext>
            </a:extLst>
          </p:cNvPr>
          <p:cNvSpPr>
            <a:spLocks xmlns:a="http://schemas.openxmlformats.org/drawingml/2006/main" noGrp="1"/>
          </p:cNvSpPr>
          <p:nvPr/>
        </p:nvSpPr>
        <p:spPr>
          <a:xfrm xmlns:a="http://schemas.openxmlformats.org/drawingml/2006/main">
            <a:off x="9144000" y="6286500"/>
            <a:ext cx="289560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5240">
            <a:solidFill>
              <a:srgbClr val="CBD6DC"/>
            </a:solidFill>
            <a:prstDash val="solid"/>
          </a:ln>
        </p:spPr>
      </p:sp>
      <p:sp>
        <p:nvSpPr>
          <p:cNvPr id="92" name="contrast-3-f">
            <a:extLst xmlns:a="http://schemas.openxmlformats.org/drawingml/2006/main">
              <a:ext uri="{FF2B5EF4-FFF2-40B4-BE49-F238E27FC236}">
                <a16:creationId xmlns:a16="http://schemas.microsoft.com/office/drawing/2014/main" id="{FAA435F8-8329-4F62-820C-839E176F21E4}"/>
              </a:ext>
            </a:extLst>
          </p:cNvPr>
          <p:cNvSpPr>
            <a:spLocks xmlns:a="http://schemas.openxmlformats.org/drawingml/2006/main" noGrp="1"/>
          </p:cNvSpPr>
          <p:nvPr/>
        </p:nvSpPr>
        <p:spPr>
          <a:xfrm xmlns:a="http://schemas.openxmlformats.org/drawingml/2006/main">
            <a:off x="9201150" y="63246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BAL_L − A1_L</a:t>
            </a:r>
          </a:p>
        </p:txBody>
      </p:sp>
      <p:sp>
        <p:nvSpPr>
          <p:cNvPr id="93" name="contrast-3-n">
            <a:extLst xmlns:a="http://schemas.openxmlformats.org/drawingml/2006/main">
              <a:ext uri="{FF2B5EF4-FFF2-40B4-BE49-F238E27FC236}">
                <a16:creationId xmlns:a16="http://schemas.microsoft.com/office/drawing/2014/main" id="{5697D5D6-17E0-4FAD-90FA-DA536459D68B}"/>
              </a:ext>
            </a:extLst>
          </p:cNvPr>
          <p:cNvSpPr>
            <a:spLocks xmlns:a="http://schemas.openxmlformats.org/drawingml/2006/main" noGrp="1"/>
          </p:cNvSpPr>
          <p:nvPr/>
        </p:nvSpPr>
        <p:spPr>
          <a:xfrm xmlns:a="http://schemas.openxmlformats.org/drawingml/2006/main">
            <a:off x="9201150" y="6629400"/>
            <a:ext cx="2781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family control</a:t>
            </a:r>
          </a:p>
        </p:txBody>
      </p:sp>
      <p:sp>
        <p:nvSpPr>
          <p:cNvPr id="94" name="c-caveat">
            <a:extLst xmlns:a="http://schemas.openxmlformats.org/drawingml/2006/main">
              <a:ext uri="{FF2B5EF4-FFF2-40B4-BE49-F238E27FC236}">
                <a16:creationId xmlns:a16="http://schemas.microsoft.com/office/drawing/2014/main" id="{3C7B8FFB-2859-4CC6-92EC-A1607C46A89C}"/>
              </a:ext>
            </a:extLst>
          </p:cNvPr>
          <p:cNvSpPr>
            <a:spLocks xmlns:a="http://schemas.openxmlformats.org/drawingml/2006/main" noGrp="1"/>
          </p:cNvSpPr>
          <p:nvPr/>
        </p:nvSpPr>
        <p:spPr>
          <a:xfrm xmlns:a="http://schemas.openxmlformats.org/drawingml/2006/main">
            <a:off x="304800" y="7200900"/>
            <a:ext cx="115824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TRI</a:t>
            </a:r>
            <a:r>
              <a:rPr sz="2250" b="0" i="0">
                <a:solidFill>
                  <a:srgbClr val="5E717C"/>
                </a:solidFill>
                <a:latin typeface="Times New Roman"/>
                <a:ea typeface="Times New Roman"/>
                <a:cs typeface="Times New Roman"/>
              </a:rPr>
              <a:t> − </a:t>
            </a:r>
            <a:r>
              <a:rPr sz="2250" b="0" i="1">
                <a:solidFill>
                  <a:srgbClr val="5E717C"/>
                </a:solidFill>
                <a:latin typeface="Times New Roman"/>
                <a:ea typeface="Times New Roman"/>
                <a:cs typeface="Times New Roman"/>
              </a:rPr>
              <a:t>A1</a:t>
            </a:r>
            <a:r>
              <a:rPr sz="2250" b="0" i="0">
                <a:solidFill>
                  <a:srgbClr val="5E717C"/>
                </a:solidFill>
                <a:latin typeface="Times New Roman"/>
                <a:ea typeface="Times New Roman"/>
                <a:cs typeface="Times New Roman"/>
              </a:rPr>
              <a:t> moves both factors and is never attributed to the added encoder alone.</a:t>
            </a:r>
          </a:p>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X</a:t>
            </a:r>
            <a:r>
              <a:rPr sz="2250" b="0" i="0">
                <a:solidFill>
                  <a:srgbClr val="5E717C"/>
                </a:solidFill>
                <a:latin typeface="Times New Roman"/>
                <a:ea typeface="Times New Roman"/>
                <a:cs typeface="Times New Roman"/>
              </a:rPr>
              <a:t> slot encoders: </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DINOv2-</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384-</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and </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WideResNet50-2 1536-</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were pre-specified;</a:t>
            </a:r>
          </a:p>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E1 deiT-small/8 384-</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E2 ConvNeXt-Tiny 576-</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E3 Swin-Tiny 576-</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were added later;</a:t>
            </a:r>
          </a:p>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E1, E2 and E3 are exploratory transfer checks, never confirmatory results.</a:t>
            </a:r>
          </a:p>
        </p:txBody>
      </p:sp>
    </p:spTree>
    <p:extLst>
      <p:ext uri="{BB962C8B-B14F-4D97-AF65-F5344CB8AC3E}">
        <p14:creationId xmlns:p14="http://schemas.microsoft.com/office/powerpoint/2010/main" val="72304485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7" name="band-a">
            <a:extLst xmlns:a="http://schemas.openxmlformats.org/drawingml/2006/main">
              <a:ext uri="{FF2B5EF4-FFF2-40B4-BE49-F238E27FC236}">
                <a16:creationId xmlns:a16="http://schemas.microsoft.com/office/drawing/2014/main" id="{A43A6F1C-58AD-49BE-88CB-0DE54BF00DA5}"/>
              </a:ext>
            </a:extLst>
          </p:cNvPr>
          <p:cNvSpPr>
            <a:spLocks xmlns:a="http://schemas.openxmlformats.org/drawingml/2006/main" noGrp="1"/>
          </p:cNvSpPr>
          <p:nvPr/>
        </p:nvSpPr>
        <p:spPr>
          <a:xfrm xmlns:a="http://schemas.openxmlformats.org/drawingml/2006/main">
            <a:off x="152400" y="76200"/>
            <a:ext cx="11887200" cy="430530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sec-a-chip">
            <a:extLst xmlns:a="http://schemas.openxmlformats.org/drawingml/2006/main">
              <a:ext uri="{FF2B5EF4-FFF2-40B4-BE49-F238E27FC236}">
                <a16:creationId xmlns:a16="http://schemas.microsoft.com/office/drawing/2014/main" id="{E94B847C-4B5D-42F7-8894-E2BD6227D21C}"/>
              </a:ext>
            </a:extLst>
          </p:cNvPr>
          <p:cNvSpPr>
            <a:spLocks xmlns:a="http://schemas.openxmlformats.org/drawingml/2006/main" noGrp="1"/>
          </p:cNvSpPr>
          <p:nvPr/>
        </p:nvSpPr>
        <p:spPr>
          <a:xfrm xmlns:a="http://schemas.openxmlformats.org/drawingml/2006/main">
            <a:off x="304800" y="1524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3" name="sec-a-chip-text">
            <a:extLst xmlns:a="http://schemas.openxmlformats.org/drawingml/2006/main">
              <a:ext uri="{FF2B5EF4-FFF2-40B4-BE49-F238E27FC236}">
                <a16:creationId xmlns:a16="http://schemas.microsoft.com/office/drawing/2014/main" id="{4BD8B574-F9AD-437A-A887-5C92C2483A6D}"/>
              </a:ext>
            </a:extLst>
          </p:cNvPr>
          <p:cNvSpPr>
            <a:spLocks xmlns:a="http://schemas.openxmlformats.org/drawingml/2006/main" noGrp="1"/>
          </p:cNvSpPr>
          <p:nvPr/>
        </p:nvSpPr>
        <p:spPr>
          <a:xfrm xmlns:a="http://schemas.openxmlformats.org/drawingml/2006/main">
            <a:off x="323850" y="1524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4" name="sec-a">
            <a:extLst xmlns:a="http://schemas.openxmlformats.org/drawingml/2006/main">
              <a:ext uri="{FF2B5EF4-FFF2-40B4-BE49-F238E27FC236}">
                <a16:creationId xmlns:a16="http://schemas.microsoft.com/office/drawing/2014/main" id="{BAF426E7-4E10-4BA1-BADC-682F32C05FCC}"/>
              </a:ext>
            </a:extLst>
          </p:cNvPr>
          <p:cNvSpPr>
            <a:spLocks xmlns:a="http://schemas.openxmlformats.org/drawingml/2006/main" noGrp="1"/>
          </p:cNvSpPr>
          <p:nvPr/>
        </p:nvSpPr>
        <p:spPr>
          <a:xfrm xmlns:a="http://schemas.openxmlformats.org/drawingml/2006/main">
            <a:off x="838200" y="1143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Representation swap</a:t>
            </a:r>
          </a:p>
        </p:txBody>
      </p:sp>
      <p:sp>
        <p:nvSpPr>
          <p:cNvPr id="5" name="sec-a-sub">
            <a:extLst xmlns:a="http://schemas.openxmlformats.org/drawingml/2006/main">
              <a:ext uri="{FF2B5EF4-FFF2-40B4-BE49-F238E27FC236}">
                <a16:creationId xmlns:a16="http://schemas.microsoft.com/office/drawing/2014/main" id="{CE7F5079-F81A-4BB8-B975-E97447DAB663}"/>
              </a:ext>
            </a:extLst>
          </p:cNvPr>
          <p:cNvSpPr>
            <a:spLocks xmlns:a="http://schemas.openxmlformats.org/drawingml/2006/main" noGrp="1"/>
          </p:cNvSpPr>
          <p:nvPr/>
        </p:nvSpPr>
        <p:spPr>
          <a:xfrm xmlns:a="http://schemas.openxmlformats.org/drawingml/2006/main">
            <a:off x="838200" y="476250"/>
            <a:ext cx="1095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E = </a:t>
            </a:r>
            <a:r>
              <a:rPr sz="2250" b="0" i="1">
                <a:solidFill>
                  <a:srgbClr val="5E717C"/>
                </a:solidFill>
                <a:latin typeface="Times New Roman"/>
                <a:ea typeface="Times New Roman"/>
                <a:cs typeface="Times New Roman"/>
              </a:rPr>
              <a:t>P</a:t>
            </a:r>
            <a:r>
              <a:rPr sz="2250" b="0" i="0">
                <a:solidFill>
                  <a:srgbClr val="5E717C"/>
                </a:solidFill>
                <a:latin typeface="Times New Roman"/>
                <a:ea typeface="Times New Roman"/>
                <a:cs typeface="Times New Roman"/>
              </a:rPr>
              <a:t>(new) − </a:t>
            </a:r>
            <a:r>
              <a:rPr sz="2250" b="0" i="1">
                <a:solidFill>
                  <a:srgbClr val="5E717C"/>
                </a:solidFill>
                <a:latin typeface="Times New Roman"/>
                <a:ea typeface="Times New Roman"/>
                <a:cs typeface="Times New Roman"/>
              </a:rPr>
              <a:t>P</a:t>
            </a:r>
            <a:r>
              <a:rPr sz="2250" b="0" i="0">
                <a:solidFill>
                  <a:srgbClr val="5E717C"/>
                </a:solidFill>
                <a:latin typeface="Times New Roman"/>
                <a:ea typeface="Times New Roman"/>
                <a:cs typeface="Times New Roman"/>
              </a:rPr>
              <a:t>(control) · 95% paired bootstrap intervals · </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 DINOv2-</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12 MPDD / 8 BTAD conditions · </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 WideResNet50-2, 4 conditions</a:t>
            </a:r>
          </a:p>
        </p:txBody>
      </p:sp>
      <p:sp>
        <p:nvSpPr>
          <p:cNvPr id="6" name="e-tick--0.020">
            <a:extLst xmlns:a="http://schemas.openxmlformats.org/drawingml/2006/main">
              <a:ext uri="{FF2B5EF4-FFF2-40B4-BE49-F238E27FC236}">
                <a16:creationId xmlns:a16="http://schemas.microsoft.com/office/drawing/2014/main" id="{550E4DCA-E890-4E28-AB97-8670563A0452}"/>
              </a:ext>
            </a:extLst>
          </p:cNvPr>
          <p:cNvSpPr>
            <a:spLocks xmlns:a="http://schemas.openxmlformats.org/drawingml/2006/main" noGrp="1"/>
          </p:cNvSpPr>
          <p:nvPr/>
        </p:nvSpPr>
        <p:spPr>
          <a:xfrm xmlns:a="http://schemas.openxmlformats.org/drawingml/2006/main" rot="0">
            <a:off x="4476750" y="1714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7" name="e-lab--0.020">
            <a:extLst xmlns:a="http://schemas.openxmlformats.org/drawingml/2006/main">
              <a:ext uri="{FF2B5EF4-FFF2-40B4-BE49-F238E27FC236}">
                <a16:creationId xmlns:a16="http://schemas.microsoft.com/office/drawing/2014/main" id="{80364727-3706-4296-8909-5A4C357F6D03}"/>
              </a:ext>
            </a:extLst>
          </p:cNvPr>
          <p:cNvSpPr>
            <a:spLocks xmlns:a="http://schemas.openxmlformats.org/drawingml/2006/main" noGrp="1"/>
          </p:cNvSpPr>
          <p:nvPr/>
        </p:nvSpPr>
        <p:spPr>
          <a:xfrm xmlns:a="http://schemas.openxmlformats.org/drawingml/2006/main">
            <a:off x="3952875" y="1905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-0.02</a:t>
            </a:r>
          </a:p>
        </p:txBody>
      </p:sp>
      <p:sp>
        <p:nvSpPr>
          <p:cNvPr id="8" name="e-tick-0.000">
            <a:extLst xmlns:a="http://schemas.openxmlformats.org/drawingml/2006/main">
              <a:ext uri="{FF2B5EF4-FFF2-40B4-BE49-F238E27FC236}">
                <a16:creationId xmlns:a16="http://schemas.microsoft.com/office/drawing/2014/main" id="{363B8AFA-2F9D-42DC-B262-F83D28E3BD05}"/>
              </a:ext>
            </a:extLst>
          </p:cNvPr>
          <p:cNvSpPr>
            <a:spLocks xmlns:a="http://schemas.openxmlformats.org/drawingml/2006/main" noGrp="1"/>
          </p:cNvSpPr>
          <p:nvPr/>
        </p:nvSpPr>
        <p:spPr>
          <a:xfrm xmlns:a="http://schemas.openxmlformats.org/drawingml/2006/main" rot="0">
            <a:off x="5900487" y="1714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9" name="e-lab-0.000">
            <a:extLst xmlns:a="http://schemas.openxmlformats.org/drawingml/2006/main">
              <a:ext uri="{FF2B5EF4-FFF2-40B4-BE49-F238E27FC236}">
                <a16:creationId xmlns:a16="http://schemas.microsoft.com/office/drawing/2014/main" id="{4094DB03-8715-4B36-948E-02EDF3A362F0}"/>
              </a:ext>
            </a:extLst>
          </p:cNvPr>
          <p:cNvSpPr>
            <a:spLocks xmlns:a="http://schemas.openxmlformats.org/drawingml/2006/main" noGrp="1"/>
          </p:cNvSpPr>
          <p:nvPr/>
        </p:nvSpPr>
        <p:spPr>
          <a:xfrm xmlns:a="http://schemas.openxmlformats.org/drawingml/2006/main">
            <a:off x="5376612" y="1905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a:t>
            </a:r>
          </a:p>
        </p:txBody>
      </p:sp>
      <p:sp>
        <p:nvSpPr>
          <p:cNvPr id="10" name="e-tick-0.020">
            <a:extLst xmlns:a="http://schemas.openxmlformats.org/drawingml/2006/main">
              <a:ext uri="{FF2B5EF4-FFF2-40B4-BE49-F238E27FC236}">
                <a16:creationId xmlns:a16="http://schemas.microsoft.com/office/drawing/2014/main" id="{10234C42-9E26-46C2-B44F-84E0D81F8135}"/>
              </a:ext>
            </a:extLst>
          </p:cNvPr>
          <p:cNvSpPr>
            <a:spLocks xmlns:a="http://schemas.openxmlformats.org/drawingml/2006/main" noGrp="1"/>
          </p:cNvSpPr>
          <p:nvPr/>
        </p:nvSpPr>
        <p:spPr>
          <a:xfrm xmlns:a="http://schemas.openxmlformats.org/drawingml/2006/main" rot="0">
            <a:off x="7324224" y="1714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1" name="e-lab-0.020">
            <a:extLst xmlns:a="http://schemas.openxmlformats.org/drawingml/2006/main">
              <a:ext uri="{FF2B5EF4-FFF2-40B4-BE49-F238E27FC236}">
                <a16:creationId xmlns:a16="http://schemas.microsoft.com/office/drawing/2014/main" id="{A3041ACD-9904-40E7-BFA2-7051D8B818DB}"/>
              </a:ext>
            </a:extLst>
          </p:cNvPr>
          <p:cNvSpPr>
            <a:spLocks xmlns:a="http://schemas.openxmlformats.org/drawingml/2006/main" noGrp="1"/>
          </p:cNvSpPr>
          <p:nvPr/>
        </p:nvSpPr>
        <p:spPr>
          <a:xfrm xmlns:a="http://schemas.openxmlformats.org/drawingml/2006/main">
            <a:off x="6800349" y="1905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+0.02</a:t>
            </a:r>
          </a:p>
        </p:txBody>
      </p:sp>
      <p:sp>
        <p:nvSpPr>
          <p:cNvPr id="12" name="e-tick-0.040">
            <a:extLst xmlns:a="http://schemas.openxmlformats.org/drawingml/2006/main">
              <a:ext uri="{FF2B5EF4-FFF2-40B4-BE49-F238E27FC236}">
                <a16:creationId xmlns:a16="http://schemas.microsoft.com/office/drawing/2014/main" id="{2594A85A-F6EC-4900-B8DC-7BA92F52487A}"/>
              </a:ext>
            </a:extLst>
          </p:cNvPr>
          <p:cNvSpPr>
            <a:spLocks xmlns:a="http://schemas.openxmlformats.org/drawingml/2006/main" noGrp="1"/>
          </p:cNvSpPr>
          <p:nvPr/>
        </p:nvSpPr>
        <p:spPr>
          <a:xfrm xmlns:a="http://schemas.openxmlformats.org/drawingml/2006/main" rot="0">
            <a:off x="8747961" y="1714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3" name="e-lab-0.040">
            <a:extLst xmlns:a="http://schemas.openxmlformats.org/drawingml/2006/main">
              <a:ext uri="{FF2B5EF4-FFF2-40B4-BE49-F238E27FC236}">
                <a16:creationId xmlns:a16="http://schemas.microsoft.com/office/drawing/2014/main" id="{4B828CE0-21C7-4FBB-B704-A5AF31E5755B}"/>
              </a:ext>
            </a:extLst>
          </p:cNvPr>
          <p:cNvSpPr>
            <a:spLocks xmlns:a="http://schemas.openxmlformats.org/drawingml/2006/main" noGrp="1"/>
          </p:cNvSpPr>
          <p:nvPr/>
        </p:nvSpPr>
        <p:spPr>
          <a:xfrm xmlns:a="http://schemas.openxmlformats.org/drawingml/2006/main">
            <a:off x="8224086" y="1905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+0.04</a:t>
            </a:r>
          </a:p>
        </p:txBody>
      </p:sp>
      <p:sp>
        <p:nvSpPr>
          <p:cNvPr id="14" name="e-tick-0.060">
            <a:extLst xmlns:a="http://schemas.openxmlformats.org/drawingml/2006/main">
              <a:ext uri="{FF2B5EF4-FFF2-40B4-BE49-F238E27FC236}">
                <a16:creationId xmlns:a16="http://schemas.microsoft.com/office/drawing/2014/main" id="{C92673F4-01A7-419B-981C-BFD837BC096F}"/>
              </a:ext>
            </a:extLst>
          </p:cNvPr>
          <p:cNvSpPr>
            <a:spLocks xmlns:a="http://schemas.openxmlformats.org/drawingml/2006/main" noGrp="1"/>
          </p:cNvSpPr>
          <p:nvPr/>
        </p:nvSpPr>
        <p:spPr>
          <a:xfrm xmlns:a="http://schemas.openxmlformats.org/drawingml/2006/main" rot="0">
            <a:off x="10171697" y="1714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5" name="e-lab-0.060">
            <a:extLst xmlns:a="http://schemas.openxmlformats.org/drawingml/2006/main">
              <a:ext uri="{FF2B5EF4-FFF2-40B4-BE49-F238E27FC236}">
                <a16:creationId xmlns:a16="http://schemas.microsoft.com/office/drawing/2014/main" id="{0CE07D51-3997-4C37-B1CE-4C582432A5E1}"/>
              </a:ext>
            </a:extLst>
          </p:cNvPr>
          <p:cNvSpPr>
            <a:spLocks xmlns:a="http://schemas.openxmlformats.org/drawingml/2006/main" noGrp="1"/>
          </p:cNvSpPr>
          <p:nvPr/>
        </p:nvSpPr>
        <p:spPr>
          <a:xfrm xmlns:a="http://schemas.openxmlformats.org/drawingml/2006/main">
            <a:off x="9647822" y="1905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+0.06</a:t>
            </a:r>
          </a:p>
        </p:txBody>
      </p:sp>
      <p:sp>
        <p:nvSpPr>
          <p:cNvPr id="16" name="e-zero">
            <a:extLst xmlns:a="http://schemas.openxmlformats.org/drawingml/2006/main">
              <a:ext uri="{FF2B5EF4-FFF2-40B4-BE49-F238E27FC236}">
                <a16:creationId xmlns:a16="http://schemas.microsoft.com/office/drawing/2014/main" id="{0F66B167-0F92-4C8A-83A7-E5796A606AB4}"/>
              </a:ext>
            </a:extLst>
          </p:cNvPr>
          <p:cNvSpPr>
            <a:spLocks xmlns:a="http://schemas.openxmlformats.org/drawingml/2006/main" noGrp="1"/>
          </p:cNvSpPr>
          <p:nvPr/>
        </p:nvSpPr>
        <p:spPr>
          <a:xfrm xmlns:a="http://schemas.openxmlformats.org/drawingml/2006/main" rot="0">
            <a:off x="5900487" y="914400"/>
            <a:ext cx="0" cy="3352800"/>
          </a:xfrm>
          <a:prstGeom xmlns:a="http://schemas.openxmlformats.org/drawingml/2006/main" prst="line">
            <a:avLst/>
          </a:prstGeom>
          <a:noFill xmlns:a="http://schemas.openxmlformats.org/drawingml/2006/main"/>
          <a:ln xmlns:a="http://schemas.openxmlformats.org/drawingml/2006/main" w="15240">
            <a:solidFill>
              <a:srgbClr val="1E2E38"/>
            </a:solidFill>
            <a:prstDash val="solid"/>
          </a:ln>
        </p:spPr>
      </p:sp>
      <p:sp>
        <p:nvSpPr>
          <p:cNvPr id="17" name="e-scale">
            <a:extLst xmlns:a="http://schemas.openxmlformats.org/drawingml/2006/main">
              <a:ext uri="{FF2B5EF4-FFF2-40B4-BE49-F238E27FC236}">
                <a16:creationId xmlns:a16="http://schemas.microsoft.com/office/drawing/2014/main" id="{53A624AD-39F5-455B-996D-9ACAAAC81F2B}"/>
              </a:ext>
            </a:extLst>
          </p:cNvPr>
          <p:cNvSpPr>
            <a:spLocks xmlns:a="http://schemas.openxmlformats.org/drawingml/2006/main" noGrp="1"/>
          </p:cNvSpPr>
          <p:nvPr/>
        </p:nvSpPr>
        <p:spPr>
          <a:xfrm xmlns:a="http://schemas.openxmlformats.org/drawingml/2006/main" rot="0">
            <a:off x="6256421" y="914400"/>
            <a:ext cx="0" cy="335280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8" name="e-key-S">
            <a:extLst xmlns:a="http://schemas.openxmlformats.org/drawingml/2006/main">
              <a:ext uri="{FF2B5EF4-FFF2-40B4-BE49-F238E27FC236}">
                <a16:creationId xmlns:a16="http://schemas.microsoft.com/office/drawing/2014/main" id="{5877FEC6-724F-42C9-A0A0-702161585765}"/>
              </a:ext>
            </a:extLst>
          </p:cNvPr>
          <p:cNvSpPr>
            <a:spLocks xmlns:a="http://schemas.openxmlformats.org/drawingml/2006/main" noGrp="1"/>
          </p:cNvSpPr>
          <p:nvPr/>
        </p:nvSpPr>
        <p:spPr>
          <a:xfrm xmlns:a="http://schemas.openxmlformats.org/drawingml/2006/main">
            <a:off x="381000" y="1181100"/>
            <a:ext cx="190500" cy="171450"/>
          </a:xfrm>
          <a:prstGeom xmlns:a="http://schemas.openxmlformats.org/drawingml/2006/main" prst="roundRect">
            <a:avLst>
              <a:gd name="adj" fmla="val 22222"/>
            </a:avLst>
          </a:prstGeom>
          <a:solidFill xmlns:a="http://schemas.openxmlformats.org/drawingml/2006/main">
            <a:srgbClr val="CFE3F2"/>
          </a:solidFill>
          <a:ln xmlns:a="http://schemas.openxmlformats.org/drawingml/2006/main" w="15240">
            <a:solidFill>
              <a:srgbClr val="2E6F9E"/>
            </a:solidFill>
            <a:prstDash val="solid"/>
          </a:ln>
        </p:spPr>
      </p:sp>
      <p:sp>
        <p:nvSpPr>
          <p:cNvPr id="19" name="e-key-lab-S">
            <a:extLst xmlns:a="http://schemas.openxmlformats.org/drawingml/2006/main">
              <a:ext uri="{FF2B5EF4-FFF2-40B4-BE49-F238E27FC236}">
                <a16:creationId xmlns:a16="http://schemas.microsoft.com/office/drawing/2014/main" id="{7642349F-6C5D-47EC-9778-372B4123B4F7}"/>
              </a:ext>
            </a:extLst>
          </p:cNvPr>
          <p:cNvSpPr>
            <a:spLocks xmlns:a="http://schemas.openxmlformats.org/drawingml/2006/main" noGrp="1"/>
          </p:cNvSpPr>
          <p:nvPr/>
        </p:nvSpPr>
        <p:spPr>
          <a:xfrm xmlns:a="http://schemas.openxmlformats.org/drawingml/2006/main">
            <a:off x="628650" y="11239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S</a:t>
            </a:r>
          </a:p>
        </p:txBody>
      </p:sp>
      <p:sp>
        <p:nvSpPr>
          <p:cNvPr id="20" name="e-key-D">
            <a:extLst xmlns:a="http://schemas.openxmlformats.org/drawingml/2006/main">
              <a:ext uri="{FF2B5EF4-FFF2-40B4-BE49-F238E27FC236}">
                <a16:creationId xmlns:a16="http://schemas.microsoft.com/office/drawing/2014/main" id="{51E143FE-0D78-441C-AC03-70BB2C0A9B23}"/>
              </a:ext>
            </a:extLst>
          </p:cNvPr>
          <p:cNvSpPr>
            <a:spLocks xmlns:a="http://schemas.openxmlformats.org/drawingml/2006/main" noGrp="1"/>
          </p:cNvSpPr>
          <p:nvPr/>
        </p:nvSpPr>
        <p:spPr>
          <a:xfrm xmlns:a="http://schemas.openxmlformats.org/drawingml/2006/main">
            <a:off x="1295400" y="1181100"/>
            <a:ext cx="190500" cy="171450"/>
          </a:xfrm>
          <a:prstGeom xmlns:a="http://schemas.openxmlformats.org/drawingml/2006/main" prst="roundRect">
            <a:avLst>
              <a:gd name="adj" fmla="val 22222"/>
            </a:avLst>
          </a:prstGeom>
          <a:solidFill xmlns:a="http://schemas.openxmlformats.org/drawingml/2006/main">
            <a:srgbClr val="D6EADD"/>
          </a:solidFill>
          <a:ln xmlns:a="http://schemas.openxmlformats.org/drawingml/2006/main" w="15240">
            <a:solidFill>
              <a:srgbClr val="3F7C5E"/>
            </a:solidFill>
            <a:prstDash val="solid"/>
          </a:ln>
        </p:spPr>
      </p:sp>
      <p:sp>
        <p:nvSpPr>
          <p:cNvPr id="21" name="e-key-lab-D">
            <a:extLst xmlns:a="http://schemas.openxmlformats.org/drawingml/2006/main">
              <a:ext uri="{FF2B5EF4-FFF2-40B4-BE49-F238E27FC236}">
                <a16:creationId xmlns:a16="http://schemas.microsoft.com/office/drawing/2014/main" id="{3711243F-38D8-4834-B2F7-42B224EA4BFB}"/>
              </a:ext>
            </a:extLst>
          </p:cNvPr>
          <p:cNvSpPr>
            <a:spLocks xmlns:a="http://schemas.openxmlformats.org/drawingml/2006/main" noGrp="1"/>
          </p:cNvSpPr>
          <p:nvPr/>
        </p:nvSpPr>
        <p:spPr>
          <a:xfrm xmlns:a="http://schemas.openxmlformats.org/drawingml/2006/main">
            <a:off x="1543050" y="11239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D</a:t>
            </a:r>
          </a:p>
        </p:txBody>
      </p:sp>
      <p:sp>
        <p:nvSpPr>
          <p:cNvPr id="22" name="e0-label">
            <a:extLst xmlns:a="http://schemas.openxmlformats.org/drawingml/2006/main">
              <a:ext uri="{FF2B5EF4-FFF2-40B4-BE49-F238E27FC236}">
                <a16:creationId xmlns:a16="http://schemas.microsoft.com/office/drawing/2014/main" id="{B194216C-B76F-4336-9EF2-B6960FE9D607}"/>
              </a:ext>
            </a:extLst>
          </p:cNvPr>
          <p:cNvSpPr>
            <a:spLocks xmlns:a="http://schemas.openxmlformats.org/drawingml/2006/main" noGrp="1"/>
          </p:cNvSpPr>
          <p:nvPr/>
        </p:nvSpPr>
        <p:spPr>
          <a:xfrm xmlns:a="http://schemas.openxmlformats.org/drawingml/2006/main">
            <a:off x="381000" y="14478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a:t>
            </a:r>
            <a:r>
              <a:rPr sz="2250" b="0" i="1">
                <a:solidFill>
                  <a:srgbClr val="1E2E38"/>
                </a:solidFill>
                <a:latin typeface="Times New Roman"/>
                <a:ea typeface="Times New Roman"/>
                <a:cs typeface="Times New Roman"/>
              </a:rPr>
              <a:t>TRI</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J</a:t>
            </a:r>
          </a:p>
        </p:txBody>
      </p:sp>
      <p:sp>
        <p:nvSpPr>
          <p:cNvPr id="23" name="e0-S-bar">
            <a:extLst xmlns:a="http://schemas.openxmlformats.org/drawingml/2006/main">
              <a:ext uri="{FF2B5EF4-FFF2-40B4-BE49-F238E27FC236}">
                <a16:creationId xmlns:a16="http://schemas.microsoft.com/office/drawing/2014/main" id="{00768767-ED53-41FD-8E7C-1B9E6046639F}"/>
              </a:ext>
            </a:extLst>
          </p:cNvPr>
          <p:cNvSpPr>
            <a:spLocks xmlns:a="http://schemas.openxmlformats.org/drawingml/2006/main" noGrp="1"/>
          </p:cNvSpPr>
          <p:nvPr/>
        </p:nvSpPr>
        <p:spPr>
          <a:xfrm xmlns:a="http://schemas.openxmlformats.org/drawingml/2006/main">
            <a:off x="5741078" y="1471613"/>
            <a:ext cx="159408"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24" name="e0-S-ci">
            <a:extLst xmlns:a="http://schemas.openxmlformats.org/drawingml/2006/main">
              <a:ext uri="{FF2B5EF4-FFF2-40B4-BE49-F238E27FC236}">
                <a16:creationId xmlns:a16="http://schemas.microsoft.com/office/drawing/2014/main" id="{AFD1195D-CA55-43A5-A867-ED8EB71A4086}"/>
              </a:ext>
            </a:extLst>
          </p:cNvPr>
          <p:cNvSpPr>
            <a:spLocks xmlns:a="http://schemas.openxmlformats.org/drawingml/2006/main" noGrp="1"/>
          </p:cNvSpPr>
          <p:nvPr/>
        </p:nvSpPr>
        <p:spPr>
          <a:xfrm xmlns:a="http://schemas.openxmlformats.org/drawingml/2006/main" rot="0">
            <a:off x="5211635" y="1533525"/>
            <a:ext cx="1029090"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25" name="e0-S-cil">
            <a:extLst xmlns:a="http://schemas.openxmlformats.org/drawingml/2006/main">
              <a:ext uri="{FF2B5EF4-FFF2-40B4-BE49-F238E27FC236}">
                <a16:creationId xmlns:a16="http://schemas.microsoft.com/office/drawing/2014/main" id="{E48756D7-39D6-47A0-96AF-F0692E6BE775}"/>
              </a:ext>
            </a:extLst>
          </p:cNvPr>
          <p:cNvSpPr>
            <a:spLocks xmlns:a="http://schemas.openxmlformats.org/drawingml/2006/main" noGrp="1"/>
          </p:cNvSpPr>
          <p:nvPr/>
        </p:nvSpPr>
        <p:spPr>
          <a:xfrm xmlns:a="http://schemas.openxmlformats.org/drawingml/2006/main" rot="0">
            <a:off x="5211635" y="14716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26" name="e0-S-cih">
            <a:extLst xmlns:a="http://schemas.openxmlformats.org/drawingml/2006/main">
              <a:ext uri="{FF2B5EF4-FFF2-40B4-BE49-F238E27FC236}">
                <a16:creationId xmlns:a16="http://schemas.microsoft.com/office/drawing/2014/main" id="{5025FD82-3B47-4341-9790-DB118296C8B9}"/>
              </a:ext>
            </a:extLst>
          </p:cNvPr>
          <p:cNvSpPr>
            <a:spLocks xmlns:a="http://schemas.openxmlformats.org/drawingml/2006/main" noGrp="1"/>
          </p:cNvSpPr>
          <p:nvPr/>
        </p:nvSpPr>
        <p:spPr>
          <a:xfrm xmlns:a="http://schemas.openxmlformats.org/drawingml/2006/main" rot="0">
            <a:off x="6240725" y="14716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27" name="e0-S-mark">
            <a:extLst xmlns:a="http://schemas.openxmlformats.org/drawingml/2006/main">
              <a:ext uri="{FF2B5EF4-FFF2-40B4-BE49-F238E27FC236}">
                <a16:creationId xmlns:a16="http://schemas.microsoft.com/office/drawing/2014/main" id="{755B1EA6-0515-4764-B168-845C149348EA}"/>
              </a:ext>
            </a:extLst>
          </p:cNvPr>
          <p:cNvSpPr>
            <a:spLocks xmlns:a="http://schemas.openxmlformats.org/drawingml/2006/main" noGrp="1"/>
          </p:cNvSpPr>
          <p:nvPr/>
        </p:nvSpPr>
        <p:spPr>
          <a:xfrm xmlns:a="http://schemas.openxmlformats.org/drawingml/2006/main" rot="0">
            <a:off x="5741078" y="14430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28" name="e0-D-bar">
            <a:extLst xmlns:a="http://schemas.openxmlformats.org/drawingml/2006/main">
              <a:ext uri="{FF2B5EF4-FFF2-40B4-BE49-F238E27FC236}">
                <a16:creationId xmlns:a16="http://schemas.microsoft.com/office/drawing/2014/main" id="{F41B3326-24E8-4B1F-9D70-B45598C0C343}"/>
              </a:ext>
            </a:extLst>
          </p:cNvPr>
          <p:cNvSpPr>
            <a:spLocks xmlns:a="http://schemas.openxmlformats.org/drawingml/2006/main" noGrp="1"/>
          </p:cNvSpPr>
          <p:nvPr/>
        </p:nvSpPr>
        <p:spPr>
          <a:xfrm xmlns:a="http://schemas.openxmlformats.org/drawingml/2006/main">
            <a:off x="5900487" y="1643063"/>
            <a:ext cx="3120044"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29" name="e0-D-ci">
            <a:extLst xmlns:a="http://schemas.openxmlformats.org/drawingml/2006/main">
              <a:ext uri="{FF2B5EF4-FFF2-40B4-BE49-F238E27FC236}">
                <a16:creationId xmlns:a16="http://schemas.microsoft.com/office/drawing/2014/main" id="{733B8E1F-D32F-4821-B326-03168AAEFF42}"/>
              </a:ext>
            </a:extLst>
          </p:cNvPr>
          <p:cNvSpPr>
            <a:spLocks xmlns:a="http://schemas.openxmlformats.org/drawingml/2006/main" noGrp="1"/>
          </p:cNvSpPr>
          <p:nvPr/>
        </p:nvSpPr>
        <p:spPr>
          <a:xfrm xmlns:a="http://schemas.openxmlformats.org/drawingml/2006/main" rot="0">
            <a:off x="8415376" y="1704975"/>
            <a:ext cx="1248364"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30" name="e0-D-cil">
            <a:extLst xmlns:a="http://schemas.openxmlformats.org/drawingml/2006/main">
              <a:ext uri="{FF2B5EF4-FFF2-40B4-BE49-F238E27FC236}">
                <a16:creationId xmlns:a16="http://schemas.microsoft.com/office/drawing/2014/main" id="{80F8473E-3797-4928-86D7-17475FE07328}"/>
              </a:ext>
            </a:extLst>
          </p:cNvPr>
          <p:cNvSpPr>
            <a:spLocks xmlns:a="http://schemas.openxmlformats.org/drawingml/2006/main" noGrp="1"/>
          </p:cNvSpPr>
          <p:nvPr/>
        </p:nvSpPr>
        <p:spPr>
          <a:xfrm xmlns:a="http://schemas.openxmlformats.org/drawingml/2006/main" rot="0">
            <a:off x="8415376" y="16430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31" name="e0-D-cih">
            <a:extLst xmlns:a="http://schemas.openxmlformats.org/drawingml/2006/main">
              <a:ext uri="{FF2B5EF4-FFF2-40B4-BE49-F238E27FC236}">
                <a16:creationId xmlns:a16="http://schemas.microsoft.com/office/drawing/2014/main" id="{6DB10B81-BE0C-44C0-AFB3-89D11A9E2B53}"/>
              </a:ext>
            </a:extLst>
          </p:cNvPr>
          <p:cNvSpPr>
            <a:spLocks xmlns:a="http://schemas.openxmlformats.org/drawingml/2006/main" noGrp="1"/>
          </p:cNvSpPr>
          <p:nvPr/>
        </p:nvSpPr>
        <p:spPr>
          <a:xfrm xmlns:a="http://schemas.openxmlformats.org/drawingml/2006/main" rot="0">
            <a:off x="9663739" y="16430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32" name="e0-D-mark">
            <a:extLst xmlns:a="http://schemas.openxmlformats.org/drawingml/2006/main">
              <a:ext uri="{FF2B5EF4-FFF2-40B4-BE49-F238E27FC236}">
                <a16:creationId xmlns:a16="http://schemas.microsoft.com/office/drawing/2014/main" id="{1299A818-D9CA-4D4A-9E96-75E56369D015}"/>
              </a:ext>
            </a:extLst>
          </p:cNvPr>
          <p:cNvSpPr>
            <a:spLocks xmlns:a="http://schemas.openxmlformats.org/drawingml/2006/main" noGrp="1"/>
          </p:cNvSpPr>
          <p:nvPr/>
        </p:nvSpPr>
        <p:spPr>
          <a:xfrm xmlns:a="http://schemas.openxmlformats.org/drawingml/2006/main" rot="0">
            <a:off x="9020531" y="16144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33" name="e1-label">
            <a:extLst xmlns:a="http://schemas.openxmlformats.org/drawingml/2006/main">
              <a:ext uri="{FF2B5EF4-FFF2-40B4-BE49-F238E27FC236}">
                <a16:creationId xmlns:a16="http://schemas.microsoft.com/office/drawing/2014/main" id="{31487087-736C-4FF4-AF64-417A736839C6}"/>
              </a:ext>
            </a:extLst>
          </p:cNvPr>
          <p:cNvSpPr>
            <a:spLocks xmlns:a="http://schemas.openxmlformats.org/drawingml/2006/main" noGrp="1"/>
          </p:cNvSpPr>
          <p:nvPr/>
        </p:nvSpPr>
        <p:spPr>
          <a:xfrm xmlns:a="http://schemas.openxmlformats.org/drawingml/2006/main">
            <a:off x="381000" y="17907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a:t>
            </a:r>
            <a:r>
              <a:rPr sz="2250" b="0" i="1">
                <a:solidFill>
                  <a:srgbClr val="1E2E38"/>
                </a:solidFill>
                <a:latin typeface="Times New Roman"/>
                <a:ea typeface="Times New Roman"/>
                <a:cs typeface="Times New Roman"/>
              </a:rPr>
              <a:t>TRI</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L</a:t>
            </a:r>
          </a:p>
        </p:txBody>
      </p:sp>
      <p:sp>
        <p:nvSpPr>
          <p:cNvPr id="34" name="e1-S-bar">
            <a:extLst xmlns:a="http://schemas.openxmlformats.org/drawingml/2006/main">
              <a:ext uri="{FF2B5EF4-FFF2-40B4-BE49-F238E27FC236}">
                <a16:creationId xmlns:a16="http://schemas.microsoft.com/office/drawing/2014/main" id="{5FB46B27-9075-4200-956F-2F2A7E8C011E}"/>
              </a:ext>
            </a:extLst>
          </p:cNvPr>
          <p:cNvSpPr>
            <a:spLocks xmlns:a="http://schemas.openxmlformats.org/drawingml/2006/main" noGrp="1"/>
          </p:cNvSpPr>
          <p:nvPr/>
        </p:nvSpPr>
        <p:spPr>
          <a:xfrm xmlns:a="http://schemas.openxmlformats.org/drawingml/2006/main">
            <a:off x="5900487" y="1814513"/>
            <a:ext cx="390235"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35" name="e1-S-ci">
            <a:extLst xmlns:a="http://schemas.openxmlformats.org/drawingml/2006/main">
              <a:ext uri="{FF2B5EF4-FFF2-40B4-BE49-F238E27FC236}">
                <a16:creationId xmlns:a16="http://schemas.microsoft.com/office/drawing/2014/main" id="{39F2553D-E654-4E8D-8C89-BE42F7EEF15E}"/>
              </a:ext>
            </a:extLst>
          </p:cNvPr>
          <p:cNvSpPr>
            <a:spLocks xmlns:a="http://schemas.openxmlformats.org/drawingml/2006/main" noGrp="1"/>
          </p:cNvSpPr>
          <p:nvPr/>
        </p:nvSpPr>
        <p:spPr>
          <a:xfrm xmlns:a="http://schemas.openxmlformats.org/drawingml/2006/main" rot="0">
            <a:off x="5835178" y="1876425"/>
            <a:ext cx="890982"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36" name="e1-S-cil">
            <a:extLst xmlns:a="http://schemas.openxmlformats.org/drawingml/2006/main">
              <a:ext uri="{FF2B5EF4-FFF2-40B4-BE49-F238E27FC236}">
                <a16:creationId xmlns:a16="http://schemas.microsoft.com/office/drawing/2014/main" id="{280960C6-6AB9-4E52-8323-942101CF2C25}"/>
              </a:ext>
            </a:extLst>
          </p:cNvPr>
          <p:cNvSpPr>
            <a:spLocks xmlns:a="http://schemas.openxmlformats.org/drawingml/2006/main" noGrp="1"/>
          </p:cNvSpPr>
          <p:nvPr/>
        </p:nvSpPr>
        <p:spPr>
          <a:xfrm xmlns:a="http://schemas.openxmlformats.org/drawingml/2006/main" rot="0">
            <a:off x="5835178" y="18145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37" name="e1-S-cih">
            <a:extLst xmlns:a="http://schemas.openxmlformats.org/drawingml/2006/main">
              <a:ext uri="{FF2B5EF4-FFF2-40B4-BE49-F238E27FC236}">
                <a16:creationId xmlns:a16="http://schemas.microsoft.com/office/drawing/2014/main" id="{8DDA9D05-2DD3-43B7-96FB-C5232DB542F7}"/>
              </a:ext>
            </a:extLst>
          </p:cNvPr>
          <p:cNvSpPr>
            <a:spLocks xmlns:a="http://schemas.openxmlformats.org/drawingml/2006/main" noGrp="1"/>
          </p:cNvSpPr>
          <p:nvPr/>
        </p:nvSpPr>
        <p:spPr>
          <a:xfrm xmlns:a="http://schemas.openxmlformats.org/drawingml/2006/main" rot="0">
            <a:off x="6726160" y="18145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38" name="e1-S-mark">
            <a:extLst xmlns:a="http://schemas.openxmlformats.org/drawingml/2006/main">
              <a:ext uri="{FF2B5EF4-FFF2-40B4-BE49-F238E27FC236}">
                <a16:creationId xmlns:a16="http://schemas.microsoft.com/office/drawing/2014/main" id="{AA85194C-514B-4CC0-A216-8C158A11003A}"/>
              </a:ext>
            </a:extLst>
          </p:cNvPr>
          <p:cNvSpPr>
            <a:spLocks xmlns:a="http://schemas.openxmlformats.org/drawingml/2006/main" noGrp="1"/>
          </p:cNvSpPr>
          <p:nvPr/>
        </p:nvSpPr>
        <p:spPr>
          <a:xfrm xmlns:a="http://schemas.openxmlformats.org/drawingml/2006/main" rot="0">
            <a:off x="6290722" y="17859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39" name="e1-D-bar">
            <a:extLst xmlns:a="http://schemas.openxmlformats.org/drawingml/2006/main">
              <a:ext uri="{FF2B5EF4-FFF2-40B4-BE49-F238E27FC236}">
                <a16:creationId xmlns:a16="http://schemas.microsoft.com/office/drawing/2014/main" id="{9CB0457A-6B59-4B3E-A3A2-76D1D89D87B3}"/>
              </a:ext>
            </a:extLst>
          </p:cNvPr>
          <p:cNvSpPr>
            <a:spLocks xmlns:a="http://schemas.openxmlformats.org/drawingml/2006/main" noGrp="1"/>
          </p:cNvSpPr>
          <p:nvPr/>
        </p:nvSpPr>
        <p:spPr>
          <a:xfrm xmlns:a="http://schemas.openxmlformats.org/drawingml/2006/main">
            <a:off x="5900487" y="1985963"/>
            <a:ext cx="3813166"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40" name="e1-D-ci">
            <a:extLst xmlns:a="http://schemas.openxmlformats.org/drawingml/2006/main">
              <a:ext uri="{FF2B5EF4-FFF2-40B4-BE49-F238E27FC236}">
                <a16:creationId xmlns:a16="http://schemas.microsoft.com/office/drawing/2014/main" id="{8B168742-26B9-4103-BE16-13312D96D128}"/>
              </a:ext>
            </a:extLst>
          </p:cNvPr>
          <p:cNvSpPr>
            <a:spLocks xmlns:a="http://schemas.openxmlformats.org/drawingml/2006/main" noGrp="1"/>
          </p:cNvSpPr>
          <p:nvPr/>
        </p:nvSpPr>
        <p:spPr>
          <a:xfrm xmlns:a="http://schemas.openxmlformats.org/drawingml/2006/main" rot="0">
            <a:off x="9027181" y="2047875"/>
            <a:ext cx="1580018"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41" name="e1-D-cil">
            <a:extLst xmlns:a="http://schemas.openxmlformats.org/drawingml/2006/main">
              <a:ext uri="{FF2B5EF4-FFF2-40B4-BE49-F238E27FC236}">
                <a16:creationId xmlns:a16="http://schemas.microsoft.com/office/drawing/2014/main" id="{1F88E2E8-0163-48FE-983F-29CE41C3C8CD}"/>
              </a:ext>
            </a:extLst>
          </p:cNvPr>
          <p:cNvSpPr>
            <a:spLocks xmlns:a="http://schemas.openxmlformats.org/drawingml/2006/main" noGrp="1"/>
          </p:cNvSpPr>
          <p:nvPr/>
        </p:nvSpPr>
        <p:spPr>
          <a:xfrm xmlns:a="http://schemas.openxmlformats.org/drawingml/2006/main" rot="0">
            <a:off x="9027181" y="19859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42" name="e1-D-cih">
            <a:extLst xmlns:a="http://schemas.openxmlformats.org/drawingml/2006/main">
              <a:ext uri="{FF2B5EF4-FFF2-40B4-BE49-F238E27FC236}">
                <a16:creationId xmlns:a16="http://schemas.microsoft.com/office/drawing/2014/main" id="{91C9F357-535E-47C4-A740-68D80959508E}"/>
              </a:ext>
            </a:extLst>
          </p:cNvPr>
          <p:cNvSpPr>
            <a:spLocks xmlns:a="http://schemas.openxmlformats.org/drawingml/2006/main" noGrp="1"/>
          </p:cNvSpPr>
          <p:nvPr/>
        </p:nvSpPr>
        <p:spPr>
          <a:xfrm xmlns:a="http://schemas.openxmlformats.org/drawingml/2006/main" rot="0">
            <a:off x="10607199" y="19859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43" name="e1-D-mark">
            <a:extLst xmlns:a="http://schemas.openxmlformats.org/drawingml/2006/main">
              <a:ext uri="{FF2B5EF4-FFF2-40B4-BE49-F238E27FC236}">
                <a16:creationId xmlns:a16="http://schemas.microsoft.com/office/drawing/2014/main" id="{875B762D-5FF6-4C26-BAE8-48F9D8DCC7CA}"/>
              </a:ext>
            </a:extLst>
          </p:cNvPr>
          <p:cNvSpPr>
            <a:spLocks xmlns:a="http://schemas.openxmlformats.org/drawingml/2006/main" noGrp="1"/>
          </p:cNvSpPr>
          <p:nvPr/>
        </p:nvSpPr>
        <p:spPr>
          <a:xfrm xmlns:a="http://schemas.openxmlformats.org/drawingml/2006/main" rot="0">
            <a:off x="9713653" y="19573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44" name="e2-label">
            <a:extLst xmlns:a="http://schemas.openxmlformats.org/drawingml/2006/main">
              <a:ext uri="{FF2B5EF4-FFF2-40B4-BE49-F238E27FC236}">
                <a16:creationId xmlns:a16="http://schemas.microsoft.com/office/drawing/2014/main" id="{142B1B2E-236F-4F08-800B-E8DFCB46FEDB}"/>
              </a:ext>
            </a:extLst>
          </p:cNvPr>
          <p:cNvSpPr>
            <a:spLocks xmlns:a="http://schemas.openxmlformats.org/drawingml/2006/main" noGrp="1"/>
          </p:cNvSpPr>
          <p:nvPr/>
        </p:nvSpPr>
        <p:spPr>
          <a:xfrm xmlns:a="http://schemas.openxmlformats.org/drawingml/2006/main">
            <a:off x="381000" y="21336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a:t>
            </a:r>
            <a:r>
              <a:rPr sz="2250" b="0" i="1">
                <a:solidFill>
                  <a:srgbClr val="1E2E38"/>
                </a:solidFill>
                <a:latin typeface="Times New Roman"/>
                <a:ea typeface="Times New Roman"/>
                <a:cs typeface="Times New Roman"/>
              </a:rPr>
              <a:t>BAL</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J</a:t>
            </a:r>
          </a:p>
        </p:txBody>
      </p:sp>
      <p:sp>
        <p:nvSpPr>
          <p:cNvPr id="45" name="e2-S-bar">
            <a:extLst xmlns:a="http://schemas.openxmlformats.org/drawingml/2006/main">
              <a:ext uri="{FF2B5EF4-FFF2-40B4-BE49-F238E27FC236}">
                <a16:creationId xmlns:a16="http://schemas.microsoft.com/office/drawing/2014/main" id="{27DCD4CE-826C-47E1-BC8D-D7B5B35DEADC}"/>
              </a:ext>
            </a:extLst>
          </p:cNvPr>
          <p:cNvSpPr>
            <a:spLocks xmlns:a="http://schemas.openxmlformats.org/drawingml/2006/main" noGrp="1"/>
          </p:cNvSpPr>
          <p:nvPr/>
        </p:nvSpPr>
        <p:spPr>
          <a:xfrm xmlns:a="http://schemas.openxmlformats.org/drawingml/2006/main">
            <a:off x="5537310" y="2157413"/>
            <a:ext cx="363177"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46" name="e2-S-ci">
            <a:extLst xmlns:a="http://schemas.openxmlformats.org/drawingml/2006/main">
              <a:ext uri="{FF2B5EF4-FFF2-40B4-BE49-F238E27FC236}">
                <a16:creationId xmlns:a16="http://schemas.microsoft.com/office/drawing/2014/main" id="{9CD354E5-313A-43C6-B8BB-2F8AD84AC192}"/>
              </a:ext>
            </a:extLst>
          </p:cNvPr>
          <p:cNvSpPr>
            <a:spLocks xmlns:a="http://schemas.openxmlformats.org/drawingml/2006/main" noGrp="1"/>
          </p:cNvSpPr>
          <p:nvPr/>
        </p:nvSpPr>
        <p:spPr>
          <a:xfrm xmlns:a="http://schemas.openxmlformats.org/drawingml/2006/main" rot="0">
            <a:off x="5092842" y="2219325"/>
            <a:ext cx="895243"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47" name="e2-S-cil">
            <a:extLst xmlns:a="http://schemas.openxmlformats.org/drawingml/2006/main">
              <a:ext uri="{FF2B5EF4-FFF2-40B4-BE49-F238E27FC236}">
                <a16:creationId xmlns:a16="http://schemas.microsoft.com/office/drawing/2014/main" id="{7A771292-35EA-4EA0-9C51-71E2AC06B1F4}"/>
              </a:ext>
            </a:extLst>
          </p:cNvPr>
          <p:cNvSpPr>
            <a:spLocks xmlns:a="http://schemas.openxmlformats.org/drawingml/2006/main" noGrp="1"/>
          </p:cNvSpPr>
          <p:nvPr/>
        </p:nvSpPr>
        <p:spPr>
          <a:xfrm xmlns:a="http://schemas.openxmlformats.org/drawingml/2006/main" rot="0">
            <a:off x="5092842" y="21574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48" name="e2-S-cih">
            <a:extLst xmlns:a="http://schemas.openxmlformats.org/drawingml/2006/main">
              <a:ext uri="{FF2B5EF4-FFF2-40B4-BE49-F238E27FC236}">
                <a16:creationId xmlns:a16="http://schemas.microsoft.com/office/drawing/2014/main" id="{56303545-56B4-45A0-B0F4-77E976D7D7A7}"/>
              </a:ext>
            </a:extLst>
          </p:cNvPr>
          <p:cNvSpPr>
            <a:spLocks xmlns:a="http://schemas.openxmlformats.org/drawingml/2006/main" noGrp="1"/>
          </p:cNvSpPr>
          <p:nvPr/>
        </p:nvSpPr>
        <p:spPr>
          <a:xfrm xmlns:a="http://schemas.openxmlformats.org/drawingml/2006/main" rot="0">
            <a:off x="5988084" y="21574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49" name="e2-S-mark">
            <a:extLst xmlns:a="http://schemas.openxmlformats.org/drawingml/2006/main">
              <a:ext uri="{FF2B5EF4-FFF2-40B4-BE49-F238E27FC236}">
                <a16:creationId xmlns:a16="http://schemas.microsoft.com/office/drawing/2014/main" id="{CC30BD76-DA0F-48B2-8A84-9F63DC33AA3B}"/>
              </a:ext>
            </a:extLst>
          </p:cNvPr>
          <p:cNvSpPr>
            <a:spLocks xmlns:a="http://schemas.openxmlformats.org/drawingml/2006/main" noGrp="1"/>
          </p:cNvSpPr>
          <p:nvPr/>
        </p:nvSpPr>
        <p:spPr>
          <a:xfrm xmlns:a="http://schemas.openxmlformats.org/drawingml/2006/main" rot="0">
            <a:off x="5537310" y="21288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50" name="e2-D-bar">
            <a:extLst xmlns:a="http://schemas.openxmlformats.org/drawingml/2006/main">
              <a:ext uri="{FF2B5EF4-FFF2-40B4-BE49-F238E27FC236}">
                <a16:creationId xmlns:a16="http://schemas.microsoft.com/office/drawing/2014/main" id="{056F58B8-F24E-41F7-ACB4-5FB81E430486}"/>
              </a:ext>
            </a:extLst>
          </p:cNvPr>
          <p:cNvSpPr>
            <a:spLocks xmlns:a="http://schemas.openxmlformats.org/drawingml/2006/main" noGrp="1"/>
          </p:cNvSpPr>
          <p:nvPr/>
        </p:nvSpPr>
        <p:spPr>
          <a:xfrm xmlns:a="http://schemas.openxmlformats.org/drawingml/2006/main">
            <a:off x="5900487" y="2328863"/>
            <a:ext cx="2240757"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51" name="e2-D-ci">
            <a:extLst xmlns:a="http://schemas.openxmlformats.org/drawingml/2006/main">
              <a:ext uri="{FF2B5EF4-FFF2-40B4-BE49-F238E27FC236}">
                <a16:creationId xmlns:a16="http://schemas.microsoft.com/office/drawing/2014/main" id="{96D1526B-9414-4F15-B763-393655793F3B}"/>
              </a:ext>
            </a:extLst>
          </p:cNvPr>
          <p:cNvSpPr>
            <a:spLocks xmlns:a="http://schemas.openxmlformats.org/drawingml/2006/main" noGrp="1"/>
          </p:cNvSpPr>
          <p:nvPr/>
        </p:nvSpPr>
        <p:spPr>
          <a:xfrm xmlns:a="http://schemas.openxmlformats.org/drawingml/2006/main" rot="0">
            <a:off x="7601181" y="2390775"/>
            <a:ext cx="1101096"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52" name="e2-D-cil">
            <a:extLst xmlns:a="http://schemas.openxmlformats.org/drawingml/2006/main">
              <a:ext uri="{FF2B5EF4-FFF2-40B4-BE49-F238E27FC236}">
                <a16:creationId xmlns:a16="http://schemas.microsoft.com/office/drawing/2014/main" id="{D90E3364-5FE2-475D-842F-4C555B8A0D79}"/>
              </a:ext>
            </a:extLst>
          </p:cNvPr>
          <p:cNvSpPr>
            <a:spLocks xmlns:a="http://schemas.openxmlformats.org/drawingml/2006/main" noGrp="1"/>
          </p:cNvSpPr>
          <p:nvPr/>
        </p:nvSpPr>
        <p:spPr>
          <a:xfrm xmlns:a="http://schemas.openxmlformats.org/drawingml/2006/main" rot="0">
            <a:off x="7601181" y="23288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53" name="e2-D-cih">
            <a:extLst xmlns:a="http://schemas.openxmlformats.org/drawingml/2006/main">
              <a:ext uri="{FF2B5EF4-FFF2-40B4-BE49-F238E27FC236}">
                <a16:creationId xmlns:a16="http://schemas.microsoft.com/office/drawing/2014/main" id="{89A2D218-F70F-4A2D-BAB4-93E3F6BE6C40}"/>
              </a:ext>
            </a:extLst>
          </p:cNvPr>
          <p:cNvSpPr>
            <a:spLocks xmlns:a="http://schemas.openxmlformats.org/drawingml/2006/main" noGrp="1"/>
          </p:cNvSpPr>
          <p:nvPr/>
        </p:nvSpPr>
        <p:spPr>
          <a:xfrm xmlns:a="http://schemas.openxmlformats.org/drawingml/2006/main" rot="0">
            <a:off x="8702277" y="23288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54" name="e2-D-mark">
            <a:extLst xmlns:a="http://schemas.openxmlformats.org/drawingml/2006/main">
              <a:ext uri="{FF2B5EF4-FFF2-40B4-BE49-F238E27FC236}">
                <a16:creationId xmlns:a16="http://schemas.microsoft.com/office/drawing/2014/main" id="{643D5E58-7C64-413B-BFDA-B3A3B96CF19B}"/>
              </a:ext>
            </a:extLst>
          </p:cNvPr>
          <p:cNvSpPr>
            <a:spLocks xmlns:a="http://schemas.openxmlformats.org/drawingml/2006/main" noGrp="1"/>
          </p:cNvSpPr>
          <p:nvPr/>
        </p:nvSpPr>
        <p:spPr>
          <a:xfrm xmlns:a="http://schemas.openxmlformats.org/drawingml/2006/main" rot="0">
            <a:off x="8141244" y="23002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55" name="e3-label">
            <a:extLst xmlns:a="http://schemas.openxmlformats.org/drawingml/2006/main">
              <a:ext uri="{FF2B5EF4-FFF2-40B4-BE49-F238E27FC236}">
                <a16:creationId xmlns:a16="http://schemas.microsoft.com/office/drawing/2014/main" id="{C4FCF05F-62B6-4029-AA64-6FFDFE97E1F0}"/>
              </a:ext>
            </a:extLst>
          </p:cNvPr>
          <p:cNvSpPr>
            <a:spLocks xmlns:a="http://schemas.openxmlformats.org/drawingml/2006/main" noGrp="1"/>
          </p:cNvSpPr>
          <p:nvPr/>
        </p:nvSpPr>
        <p:spPr>
          <a:xfrm xmlns:a="http://schemas.openxmlformats.org/drawingml/2006/main">
            <a:off x="381000" y="24765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a:t>
            </a:r>
            <a:r>
              <a:rPr sz="2250" b="0" i="1">
                <a:solidFill>
                  <a:srgbClr val="1E2E38"/>
                </a:solidFill>
                <a:latin typeface="Times New Roman"/>
                <a:ea typeface="Times New Roman"/>
                <a:cs typeface="Times New Roman"/>
              </a:rPr>
              <a:t>BAL</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L</a:t>
            </a:r>
          </a:p>
        </p:txBody>
      </p:sp>
      <p:sp>
        <p:nvSpPr>
          <p:cNvPr id="56" name="e3-S-bar">
            <a:extLst xmlns:a="http://schemas.openxmlformats.org/drawingml/2006/main">
              <a:ext uri="{FF2B5EF4-FFF2-40B4-BE49-F238E27FC236}">
                <a16:creationId xmlns:a16="http://schemas.microsoft.com/office/drawing/2014/main" id="{30EFB137-AA35-4CD3-B208-C9B34F09C2A1}"/>
              </a:ext>
            </a:extLst>
          </p:cNvPr>
          <p:cNvSpPr>
            <a:spLocks xmlns:a="http://schemas.openxmlformats.org/drawingml/2006/main" noGrp="1"/>
          </p:cNvSpPr>
          <p:nvPr/>
        </p:nvSpPr>
        <p:spPr>
          <a:xfrm xmlns:a="http://schemas.openxmlformats.org/drawingml/2006/main">
            <a:off x="5900487" y="2500313"/>
            <a:ext cx="60725"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57" name="e3-S-ci">
            <a:extLst xmlns:a="http://schemas.openxmlformats.org/drawingml/2006/main">
              <a:ext uri="{FF2B5EF4-FFF2-40B4-BE49-F238E27FC236}">
                <a16:creationId xmlns:a16="http://schemas.microsoft.com/office/drawing/2014/main" id="{C049AF3C-C6CE-4F8D-9665-2984B8403D3C}"/>
              </a:ext>
            </a:extLst>
          </p:cNvPr>
          <p:cNvSpPr>
            <a:spLocks xmlns:a="http://schemas.openxmlformats.org/drawingml/2006/main" noGrp="1"/>
          </p:cNvSpPr>
          <p:nvPr/>
        </p:nvSpPr>
        <p:spPr>
          <a:xfrm xmlns:a="http://schemas.openxmlformats.org/drawingml/2006/main" rot="0">
            <a:off x="5591721" y="2562225"/>
            <a:ext cx="812927"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58" name="e3-S-cil">
            <a:extLst xmlns:a="http://schemas.openxmlformats.org/drawingml/2006/main">
              <a:ext uri="{FF2B5EF4-FFF2-40B4-BE49-F238E27FC236}">
                <a16:creationId xmlns:a16="http://schemas.microsoft.com/office/drawing/2014/main" id="{C341C601-AA7C-4649-9734-FAA306A665CD}"/>
              </a:ext>
            </a:extLst>
          </p:cNvPr>
          <p:cNvSpPr>
            <a:spLocks xmlns:a="http://schemas.openxmlformats.org/drawingml/2006/main" noGrp="1"/>
          </p:cNvSpPr>
          <p:nvPr/>
        </p:nvSpPr>
        <p:spPr>
          <a:xfrm xmlns:a="http://schemas.openxmlformats.org/drawingml/2006/main" rot="0">
            <a:off x="5591721" y="25003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59" name="e3-S-cih">
            <a:extLst xmlns:a="http://schemas.openxmlformats.org/drawingml/2006/main">
              <a:ext uri="{FF2B5EF4-FFF2-40B4-BE49-F238E27FC236}">
                <a16:creationId xmlns:a16="http://schemas.microsoft.com/office/drawing/2014/main" id="{9D1515B5-185B-4186-B38F-3046A8FCD430}"/>
              </a:ext>
            </a:extLst>
          </p:cNvPr>
          <p:cNvSpPr>
            <a:spLocks xmlns:a="http://schemas.openxmlformats.org/drawingml/2006/main" noGrp="1"/>
          </p:cNvSpPr>
          <p:nvPr/>
        </p:nvSpPr>
        <p:spPr>
          <a:xfrm xmlns:a="http://schemas.openxmlformats.org/drawingml/2006/main" rot="0">
            <a:off x="6404648" y="25003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60" name="e3-S-mark">
            <a:extLst xmlns:a="http://schemas.openxmlformats.org/drawingml/2006/main">
              <a:ext uri="{FF2B5EF4-FFF2-40B4-BE49-F238E27FC236}">
                <a16:creationId xmlns:a16="http://schemas.microsoft.com/office/drawing/2014/main" id="{B7282DA1-2EC0-4DA3-B690-425EC0BC7ACD}"/>
              </a:ext>
            </a:extLst>
          </p:cNvPr>
          <p:cNvSpPr>
            <a:spLocks xmlns:a="http://schemas.openxmlformats.org/drawingml/2006/main" noGrp="1"/>
          </p:cNvSpPr>
          <p:nvPr/>
        </p:nvSpPr>
        <p:spPr>
          <a:xfrm xmlns:a="http://schemas.openxmlformats.org/drawingml/2006/main" rot="0">
            <a:off x="5961212" y="24717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61" name="e3-D-bar">
            <a:extLst xmlns:a="http://schemas.openxmlformats.org/drawingml/2006/main">
              <a:ext uri="{FF2B5EF4-FFF2-40B4-BE49-F238E27FC236}">
                <a16:creationId xmlns:a16="http://schemas.microsoft.com/office/drawing/2014/main" id="{47225ED9-6C23-406F-B068-3246C17568CC}"/>
              </a:ext>
            </a:extLst>
          </p:cNvPr>
          <p:cNvSpPr>
            <a:spLocks xmlns:a="http://schemas.openxmlformats.org/drawingml/2006/main" noGrp="1"/>
          </p:cNvSpPr>
          <p:nvPr/>
        </p:nvSpPr>
        <p:spPr>
          <a:xfrm xmlns:a="http://schemas.openxmlformats.org/drawingml/2006/main">
            <a:off x="5900487" y="2671763"/>
            <a:ext cx="2688107"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62" name="e3-D-ci">
            <a:extLst xmlns:a="http://schemas.openxmlformats.org/drawingml/2006/main">
              <a:ext uri="{FF2B5EF4-FFF2-40B4-BE49-F238E27FC236}">
                <a16:creationId xmlns:a16="http://schemas.microsoft.com/office/drawing/2014/main" id="{C9E4C3C3-3D60-4EBA-A28F-59C0D1F726AB}"/>
              </a:ext>
            </a:extLst>
          </p:cNvPr>
          <p:cNvSpPr>
            <a:spLocks xmlns:a="http://schemas.openxmlformats.org/drawingml/2006/main" noGrp="1"/>
          </p:cNvSpPr>
          <p:nvPr/>
        </p:nvSpPr>
        <p:spPr>
          <a:xfrm xmlns:a="http://schemas.openxmlformats.org/drawingml/2006/main" rot="0">
            <a:off x="8003870" y="2733675"/>
            <a:ext cx="1338067"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63" name="e3-D-cil">
            <a:extLst xmlns:a="http://schemas.openxmlformats.org/drawingml/2006/main">
              <a:ext uri="{FF2B5EF4-FFF2-40B4-BE49-F238E27FC236}">
                <a16:creationId xmlns:a16="http://schemas.microsoft.com/office/drawing/2014/main" id="{2D9D22A2-6BC4-4BF1-8257-EACF892D32B6}"/>
              </a:ext>
            </a:extLst>
          </p:cNvPr>
          <p:cNvSpPr>
            <a:spLocks xmlns:a="http://schemas.openxmlformats.org/drawingml/2006/main" noGrp="1"/>
          </p:cNvSpPr>
          <p:nvPr/>
        </p:nvSpPr>
        <p:spPr>
          <a:xfrm xmlns:a="http://schemas.openxmlformats.org/drawingml/2006/main" rot="0">
            <a:off x="8003870" y="26717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64" name="e3-D-cih">
            <a:extLst xmlns:a="http://schemas.openxmlformats.org/drawingml/2006/main">
              <a:ext uri="{FF2B5EF4-FFF2-40B4-BE49-F238E27FC236}">
                <a16:creationId xmlns:a16="http://schemas.microsoft.com/office/drawing/2014/main" id="{3CD3DD87-6EEC-47E8-A32D-D9B6B553721F}"/>
              </a:ext>
            </a:extLst>
          </p:cNvPr>
          <p:cNvSpPr>
            <a:spLocks xmlns:a="http://schemas.openxmlformats.org/drawingml/2006/main" noGrp="1"/>
          </p:cNvSpPr>
          <p:nvPr/>
        </p:nvSpPr>
        <p:spPr>
          <a:xfrm xmlns:a="http://schemas.openxmlformats.org/drawingml/2006/main" rot="0">
            <a:off x="9341938" y="26717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65" name="e3-D-mark">
            <a:extLst xmlns:a="http://schemas.openxmlformats.org/drawingml/2006/main">
              <a:ext uri="{FF2B5EF4-FFF2-40B4-BE49-F238E27FC236}">
                <a16:creationId xmlns:a16="http://schemas.microsoft.com/office/drawing/2014/main" id="{6BCB3DAB-8020-4F03-A9D2-D9A7C540CE9F}"/>
              </a:ext>
            </a:extLst>
          </p:cNvPr>
          <p:cNvSpPr>
            <a:spLocks xmlns:a="http://schemas.openxmlformats.org/drawingml/2006/main" noGrp="1"/>
          </p:cNvSpPr>
          <p:nvPr/>
        </p:nvSpPr>
        <p:spPr>
          <a:xfrm xmlns:a="http://schemas.openxmlformats.org/drawingml/2006/main" rot="0">
            <a:off x="8588594" y="26431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66" name="e4-label">
            <a:extLst xmlns:a="http://schemas.openxmlformats.org/drawingml/2006/main">
              <a:ext uri="{FF2B5EF4-FFF2-40B4-BE49-F238E27FC236}">
                <a16:creationId xmlns:a16="http://schemas.microsoft.com/office/drawing/2014/main" id="{048F261C-3971-4D1A-B2C7-C9E72914186C}"/>
              </a:ext>
            </a:extLst>
          </p:cNvPr>
          <p:cNvSpPr>
            <a:spLocks xmlns:a="http://schemas.openxmlformats.org/drawingml/2006/main" noGrp="1"/>
          </p:cNvSpPr>
          <p:nvPr/>
        </p:nvSpPr>
        <p:spPr>
          <a:xfrm xmlns:a="http://schemas.openxmlformats.org/drawingml/2006/main">
            <a:off x="381000" y="28194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a:t>
            </a:r>
            <a:r>
              <a:rPr sz="2250" b="0" i="1">
                <a:solidFill>
                  <a:srgbClr val="1E2E38"/>
                </a:solidFill>
                <a:latin typeface="Times New Roman"/>
                <a:ea typeface="Times New Roman"/>
                <a:cs typeface="Times New Roman"/>
              </a:rPr>
              <a:t>TRI</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J</a:t>
            </a:r>
          </a:p>
        </p:txBody>
      </p:sp>
      <p:sp>
        <p:nvSpPr>
          <p:cNvPr id="67" name="e4-S-bar">
            <a:extLst xmlns:a="http://schemas.openxmlformats.org/drawingml/2006/main">
              <a:ext uri="{FF2B5EF4-FFF2-40B4-BE49-F238E27FC236}">
                <a16:creationId xmlns:a16="http://schemas.microsoft.com/office/drawing/2014/main" id="{A2E965EF-D818-4A19-A028-D42528D2935E}"/>
              </a:ext>
            </a:extLst>
          </p:cNvPr>
          <p:cNvSpPr>
            <a:spLocks xmlns:a="http://schemas.openxmlformats.org/drawingml/2006/main" noGrp="1"/>
          </p:cNvSpPr>
          <p:nvPr/>
        </p:nvSpPr>
        <p:spPr>
          <a:xfrm xmlns:a="http://schemas.openxmlformats.org/drawingml/2006/main">
            <a:off x="5900487" y="2843213"/>
            <a:ext cx="1105343"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68" name="e4-S-ci">
            <a:extLst xmlns:a="http://schemas.openxmlformats.org/drawingml/2006/main">
              <a:ext uri="{FF2B5EF4-FFF2-40B4-BE49-F238E27FC236}">
                <a16:creationId xmlns:a16="http://schemas.microsoft.com/office/drawing/2014/main" id="{2F76AC8F-D425-4DEC-92C8-022E1344FB8B}"/>
              </a:ext>
            </a:extLst>
          </p:cNvPr>
          <p:cNvSpPr>
            <a:spLocks xmlns:a="http://schemas.openxmlformats.org/drawingml/2006/main" noGrp="1"/>
          </p:cNvSpPr>
          <p:nvPr/>
        </p:nvSpPr>
        <p:spPr>
          <a:xfrm xmlns:a="http://schemas.openxmlformats.org/drawingml/2006/main" rot="0">
            <a:off x="6353736" y="2905125"/>
            <a:ext cx="1301469"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69" name="e4-S-cil">
            <a:extLst xmlns:a="http://schemas.openxmlformats.org/drawingml/2006/main">
              <a:ext uri="{FF2B5EF4-FFF2-40B4-BE49-F238E27FC236}">
                <a16:creationId xmlns:a16="http://schemas.microsoft.com/office/drawing/2014/main" id="{15E629DF-8CF6-4FA6-9000-379EEDAF17FD}"/>
              </a:ext>
            </a:extLst>
          </p:cNvPr>
          <p:cNvSpPr>
            <a:spLocks xmlns:a="http://schemas.openxmlformats.org/drawingml/2006/main" noGrp="1"/>
          </p:cNvSpPr>
          <p:nvPr/>
        </p:nvSpPr>
        <p:spPr>
          <a:xfrm xmlns:a="http://schemas.openxmlformats.org/drawingml/2006/main" rot="0">
            <a:off x="6353736" y="28432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70" name="e4-S-cih">
            <a:extLst xmlns:a="http://schemas.openxmlformats.org/drawingml/2006/main">
              <a:ext uri="{FF2B5EF4-FFF2-40B4-BE49-F238E27FC236}">
                <a16:creationId xmlns:a16="http://schemas.microsoft.com/office/drawing/2014/main" id="{98451D9E-6452-4A0B-B812-A8A9D852DFC3}"/>
              </a:ext>
            </a:extLst>
          </p:cNvPr>
          <p:cNvSpPr>
            <a:spLocks xmlns:a="http://schemas.openxmlformats.org/drawingml/2006/main" noGrp="1"/>
          </p:cNvSpPr>
          <p:nvPr/>
        </p:nvSpPr>
        <p:spPr>
          <a:xfrm xmlns:a="http://schemas.openxmlformats.org/drawingml/2006/main" rot="0">
            <a:off x="7655205" y="28432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71" name="e4-S-mark">
            <a:extLst xmlns:a="http://schemas.openxmlformats.org/drawingml/2006/main">
              <a:ext uri="{FF2B5EF4-FFF2-40B4-BE49-F238E27FC236}">
                <a16:creationId xmlns:a16="http://schemas.microsoft.com/office/drawing/2014/main" id="{7925E5C0-5BE8-4152-A345-B35EB39424BC}"/>
              </a:ext>
            </a:extLst>
          </p:cNvPr>
          <p:cNvSpPr>
            <a:spLocks xmlns:a="http://schemas.openxmlformats.org/drawingml/2006/main" noGrp="1"/>
          </p:cNvSpPr>
          <p:nvPr/>
        </p:nvSpPr>
        <p:spPr>
          <a:xfrm xmlns:a="http://schemas.openxmlformats.org/drawingml/2006/main" rot="0">
            <a:off x="7005830" y="28146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72" name="e4-D-bar">
            <a:extLst xmlns:a="http://schemas.openxmlformats.org/drawingml/2006/main">
              <a:ext uri="{FF2B5EF4-FFF2-40B4-BE49-F238E27FC236}">
                <a16:creationId xmlns:a16="http://schemas.microsoft.com/office/drawing/2014/main" id="{F2578191-8211-4D1F-AA38-6BEAFB6A6933}"/>
              </a:ext>
            </a:extLst>
          </p:cNvPr>
          <p:cNvSpPr>
            <a:spLocks xmlns:a="http://schemas.openxmlformats.org/drawingml/2006/main" noGrp="1"/>
          </p:cNvSpPr>
          <p:nvPr/>
        </p:nvSpPr>
        <p:spPr>
          <a:xfrm xmlns:a="http://schemas.openxmlformats.org/drawingml/2006/main">
            <a:off x="5900487" y="3014663"/>
            <a:ext cx="1402513"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73" name="e4-D-ci">
            <a:extLst xmlns:a="http://schemas.openxmlformats.org/drawingml/2006/main">
              <a:ext uri="{FF2B5EF4-FFF2-40B4-BE49-F238E27FC236}">
                <a16:creationId xmlns:a16="http://schemas.microsoft.com/office/drawing/2014/main" id="{564C0A38-FDAF-4F1F-A415-9EDCE5BAE716}"/>
              </a:ext>
            </a:extLst>
          </p:cNvPr>
          <p:cNvSpPr>
            <a:spLocks xmlns:a="http://schemas.openxmlformats.org/drawingml/2006/main" noGrp="1"/>
          </p:cNvSpPr>
          <p:nvPr/>
        </p:nvSpPr>
        <p:spPr>
          <a:xfrm xmlns:a="http://schemas.openxmlformats.org/drawingml/2006/main" rot="0">
            <a:off x="6381650" y="3076575"/>
            <a:ext cx="1721498"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74" name="e4-D-cil">
            <a:extLst xmlns:a="http://schemas.openxmlformats.org/drawingml/2006/main">
              <a:ext uri="{FF2B5EF4-FFF2-40B4-BE49-F238E27FC236}">
                <a16:creationId xmlns:a16="http://schemas.microsoft.com/office/drawing/2014/main" id="{1DB75A87-30DC-4E3D-948B-3BF383556DE1}"/>
              </a:ext>
            </a:extLst>
          </p:cNvPr>
          <p:cNvSpPr>
            <a:spLocks xmlns:a="http://schemas.openxmlformats.org/drawingml/2006/main" noGrp="1"/>
          </p:cNvSpPr>
          <p:nvPr/>
        </p:nvSpPr>
        <p:spPr>
          <a:xfrm xmlns:a="http://schemas.openxmlformats.org/drawingml/2006/main" rot="0">
            <a:off x="6381650" y="30146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75" name="e4-D-cih">
            <a:extLst xmlns:a="http://schemas.openxmlformats.org/drawingml/2006/main">
              <a:ext uri="{FF2B5EF4-FFF2-40B4-BE49-F238E27FC236}">
                <a16:creationId xmlns:a16="http://schemas.microsoft.com/office/drawing/2014/main" id="{37299353-3AD5-4D7C-83FD-2D6D648B1697}"/>
              </a:ext>
            </a:extLst>
          </p:cNvPr>
          <p:cNvSpPr>
            <a:spLocks xmlns:a="http://schemas.openxmlformats.org/drawingml/2006/main" noGrp="1"/>
          </p:cNvSpPr>
          <p:nvPr/>
        </p:nvSpPr>
        <p:spPr>
          <a:xfrm xmlns:a="http://schemas.openxmlformats.org/drawingml/2006/main" rot="0">
            <a:off x="8103148" y="30146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76" name="e4-D-mark">
            <a:extLst xmlns:a="http://schemas.openxmlformats.org/drawingml/2006/main">
              <a:ext uri="{FF2B5EF4-FFF2-40B4-BE49-F238E27FC236}">
                <a16:creationId xmlns:a16="http://schemas.microsoft.com/office/drawing/2014/main" id="{0B23EF4D-985B-42FA-A82C-026D7EFDAB5B}"/>
              </a:ext>
            </a:extLst>
          </p:cNvPr>
          <p:cNvSpPr>
            <a:spLocks xmlns:a="http://schemas.openxmlformats.org/drawingml/2006/main" noGrp="1"/>
          </p:cNvSpPr>
          <p:nvPr/>
        </p:nvSpPr>
        <p:spPr>
          <a:xfrm xmlns:a="http://schemas.openxmlformats.org/drawingml/2006/main" rot="0">
            <a:off x="7303000" y="29860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77" name="e5-label">
            <a:extLst xmlns:a="http://schemas.openxmlformats.org/drawingml/2006/main">
              <a:ext uri="{FF2B5EF4-FFF2-40B4-BE49-F238E27FC236}">
                <a16:creationId xmlns:a16="http://schemas.microsoft.com/office/drawing/2014/main" id="{EC11BDA6-17D8-4885-9F55-0735B98A2D48}"/>
              </a:ext>
            </a:extLst>
          </p:cNvPr>
          <p:cNvSpPr>
            <a:spLocks xmlns:a="http://schemas.openxmlformats.org/drawingml/2006/main" noGrp="1"/>
          </p:cNvSpPr>
          <p:nvPr/>
        </p:nvSpPr>
        <p:spPr>
          <a:xfrm xmlns:a="http://schemas.openxmlformats.org/drawingml/2006/main">
            <a:off x="381000" y="31623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a:t>
            </a:r>
            <a:r>
              <a:rPr sz="2250" b="0" i="1">
                <a:solidFill>
                  <a:srgbClr val="1E2E38"/>
                </a:solidFill>
                <a:latin typeface="Times New Roman"/>
                <a:ea typeface="Times New Roman"/>
                <a:cs typeface="Times New Roman"/>
              </a:rPr>
              <a:t>TRI</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L</a:t>
            </a:r>
          </a:p>
        </p:txBody>
      </p:sp>
      <p:sp>
        <p:nvSpPr>
          <p:cNvPr id="78" name="e5-S-bar">
            <a:extLst xmlns:a="http://schemas.openxmlformats.org/drawingml/2006/main">
              <a:ext uri="{FF2B5EF4-FFF2-40B4-BE49-F238E27FC236}">
                <a16:creationId xmlns:a16="http://schemas.microsoft.com/office/drawing/2014/main" id="{58D7E52A-73FC-4713-8C36-2F6372D857AB}"/>
              </a:ext>
            </a:extLst>
          </p:cNvPr>
          <p:cNvSpPr>
            <a:spLocks xmlns:a="http://schemas.openxmlformats.org/drawingml/2006/main" noGrp="1"/>
          </p:cNvSpPr>
          <p:nvPr/>
        </p:nvSpPr>
        <p:spPr>
          <a:xfrm xmlns:a="http://schemas.openxmlformats.org/drawingml/2006/main">
            <a:off x="5900487" y="3186113"/>
            <a:ext cx="1070017"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79" name="e5-S-ci">
            <a:extLst xmlns:a="http://schemas.openxmlformats.org/drawingml/2006/main">
              <a:ext uri="{FF2B5EF4-FFF2-40B4-BE49-F238E27FC236}">
                <a16:creationId xmlns:a16="http://schemas.microsoft.com/office/drawing/2014/main" id="{4A849D2A-75DE-40D6-901F-871A4AFA540E}"/>
              </a:ext>
            </a:extLst>
          </p:cNvPr>
          <p:cNvSpPr>
            <a:spLocks xmlns:a="http://schemas.openxmlformats.org/drawingml/2006/main" noGrp="1"/>
          </p:cNvSpPr>
          <p:nvPr/>
        </p:nvSpPr>
        <p:spPr>
          <a:xfrm xmlns:a="http://schemas.openxmlformats.org/drawingml/2006/main" rot="0">
            <a:off x="6317242" y="3248025"/>
            <a:ext cx="1359133"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80" name="e5-S-cil">
            <a:extLst xmlns:a="http://schemas.openxmlformats.org/drawingml/2006/main">
              <a:ext uri="{FF2B5EF4-FFF2-40B4-BE49-F238E27FC236}">
                <a16:creationId xmlns:a16="http://schemas.microsoft.com/office/drawing/2014/main" id="{E9B68857-6E48-4A94-AE04-47F2790DDE7B}"/>
              </a:ext>
            </a:extLst>
          </p:cNvPr>
          <p:cNvSpPr>
            <a:spLocks xmlns:a="http://schemas.openxmlformats.org/drawingml/2006/main" noGrp="1"/>
          </p:cNvSpPr>
          <p:nvPr/>
        </p:nvSpPr>
        <p:spPr>
          <a:xfrm xmlns:a="http://schemas.openxmlformats.org/drawingml/2006/main" rot="0">
            <a:off x="6317242" y="31861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81" name="e5-S-cih">
            <a:extLst xmlns:a="http://schemas.openxmlformats.org/drawingml/2006/main">
              <a:ext uri="{FF2B5EF4-FFF2-40B4-BE49-F238E27FC236}">
                <a16:creationId xmlns:a16="http://schemas.microsoft.com/office/drawing/2014/main" id="{097D2E01-EF17-4CF5-933C-9B874098F345}"/>
              </a:ext>
            </a:extLst>
          </p:cNvPr>
          <p:cNvSpPr>
            <a:spLocks xmlns:a="http://schemas.openxmlformats.org/drawingml/2006/main" noGrp="1"/>
          </p:cNvSpPr>
          <p:nvPr/>
        </p:nvSpPr>
        <p:spPr>
          <a:xfrm xmlns:a="http://schemas.openxmlformats.org/drawingml/2006/main" rot="0">
            <a:off x="7676375" y="31861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82" name="e5-S-mark">
            <a:extLst xmlns:a="http://schemas.openxmlformats.org/drawingml/2006/main">
              <a:ext uri="{FF2B5EF4-FFF2-40B4-BE49-F238E27FC236}">
                <a16:creationId xmlns:a16="http://schemas.microsoft.com/office/drawing/2014/main" id="{1F5C4BAA-CFFF-4A2C-888D-FC4D0E5F9257}"/>
              </a:ext>
            </a:extLst>
          </p:cNvPr>
          <p:cNvSpPr>
            <a:spLocks xmlns:a="http://schemas.openxmlformats.org/drawingml/2006/main" noGrp="1"/>
          </p:cNvSpPr>
          <p:nvPr/>
        </p:nvSpPr>
        <p:spPr>
          <a:xfrm xmlns:a="http://schemas.openxmlformats.org/drawingml/2006/main" rot="0">
            <a:off x="6970504" y="31575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83" name="e5-D-bar">
            <a:extLst xmlns:a="http://schemas.openxmlformats.org/drawingml/2006/main">
              <a:ext uri="{FF2B5EF4-FFF2-40B4-BE49-F238E27FC236}">
                <a16:creationId xmlns:a16="http://schemas.microsoft.com/office/drawing/2014/main" id="{4BB4FD44-EF73-4549-89F8-13680DB57EC0}"/>
              </a:ext>
            </a:extLst>
          </p:cNvPr>
          <p:cNvSpPr>
            <a:spLocks xmlns:a="http://schemas.openxmlformats.org/drawingml/2006/main" noGrp="1"/>
          </p:cNvSpPr>
          <p:nvPr/>
        </p:nvSpPr>
        <p:spPr>
          <a:xfrm xmlns:a="http://schemas.openxmlformats.org/drawingml/2006/main">
            <a:off x="5900487" y="3357563"/>
            <a:ext cx="1845242"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84" name="e5-D-ci">
            <a:extLst xmlns:a="http://schemas.openxmlformats.org/drawingml/2006/main">
              <a:ext uri="{FF2B5EF4-FFF2-40B4-BE49-F238E27FC236}">
                <a16:creationId xmlns:a16="http://schemas.microsoft.com/office/drawing/2014/main" id="{D7A99A0E-3C1A-4AA6-BAB5-47415A179E9E}"/>
              </a:ext>
            </a:extLst>
          </p:cNvPr>
          <p:cNvSpPr>
            <a:spLocks xmlns:a="http://schemas.openxmlformats.org/drawingml/2006/main" noGrp="1"/>
          </p:cNvSpPr>
          <p:nvPr/>
        </p:nvSpPr>
        <p:spPr>
          <a:xfrm xmlns:a="http://schemas.openxmlformats.org/drawingml/2006/main" rot="0">
            <a:off x="6788557" y="3419475"/>
            <a:ext cx="1839029"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85" name="e5-D-cil">
            <a:extLst xmlns:a="http://schemas.openxmlformats.org/drawingml/2006/main">
              <a:ext uri="{FF2B5EF4-FFF2-40B4-BE49-F238E27FC236}">
                <a16:creationId xmlns:a16="http://schemas.microsoft.com/office/drawing/2014/main" id="{CA377109-A272-4383-B154-934A78CFD1EC}"/>
              </a:ext>
            </a:extLst>
          </p:cNvPr>
          <p:cNvSpPr>
            <a:spLocks xmlns:a="http://schemas.openxmlformats.org/drawingml/2006/main" noGrp="1"/>
          </p:cNvSpPr>
          <p:nvPr/>
        </p:nvSpPr>
        <p:spPr>
          <a:xfrm xmlns:a="http://schemas.openxmlformats.org/drawingml/2006/main" rot="0">
            <a:off x="6788557" y="33575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86" name="e5-D-cih">
            <a:extLst xmlns:a="http://schemas.openxmlformats.org/drawingml/2006/main">
              <a:ext uri="{FF2B5EF4-FFF2-40B4-BE49-F238E27FC236}">
                <a16:creationId xmlns:a16="http://schemas.microsoft.com/office/drawing/2014/main" id="{4518D2A8-430F-4E39-AB4D-88601F498AAD}"/>
              </a:ext>
            </a:extLst>
          </p:cNvPr>
          <p:cNvSpPr>
            <a:spLocks xmlns:a="http://schemas.openxmlformats.org/drawingml/2006/main" noGrp="1"/>
          </p:cNvSpPr>
          <p:nvPr/>
        </p:nvSpPr>
        <p:spPr>
          <a:xfrm xmlns:a="http://schemas.openxmlformats.org/drawingml/2006/main" rot="0">
            <a:off x="8627586" y="33575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87" name="e5-D-mark">
            <a:extLst xmlns:a="http://schemas.openxmlformats.org/drawingml/2006/main">
              <a:ext uri="{FF2B5EF4-FFF2-40B4-BE49-F238E27FC236}">
                <a16:creationId xmlns:a16="http://schemas.microsoft.com/office/drawing/2014/main" id="{9EF90944-D3BD-4B2A-AA64-EDFA27A1385A}"/>
              </a:ext>
            </a:extLst>
          </p:cNvPr>
          <p:cNvSpPr>
            <a:spLocks xmlns:a="http://schemas.openxmlformats.org/drawingml/2006/main" noGrp="1"/>
          </p:cNvSpPr>
          <p:nvPr/>
        </p:nvSpPr>
        <p:spPr>
          <a:xfrm xmlns:a="http://schemas.openxmlformats.org/drawingml/2006/main" rot="0">
            <a:off x="7745728" y="33289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88" name="e6-label">
            <a:extLst xmlns:a="http://schemas.openxmlformats.org/drawingml/2006/main">
              <a:ext uri="{FF2B5EF4-FFF2-40B4-BE49-F238E27FC236}">
                <a16:creationId xmlns:a16="http://schemas.microsoft.com/office/drawing/2014/main" id="{DD1BD442-DD55-4F87-8579-C327FC9E37B6}"/>
              </a:ext>
            </a:extLst>
          </p:cNvPr>
          <p:cNvSpPr>
            <a:spLocks xmlns:a="http://schemas.openxmlformats.org/drawingml/2006/main" noGrp="1"/>
          </p:cNvSpPr>
          <p:nvPr/>
        </p:nvSpPr>
        <p:spPr>
          <a:xfrm xmlns:a="http://schemas.openxmlformats.org/drawingml/2006/main">
            <a:off x="381000" y="35052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a:t>
            </a:r>
            <a:r>
              <a:rPr sz="2250" b="0" i="1">
                <a:solidFill>
                  <a:srgbClr val="1E2E38"/>
                </a:solidFill>
                <a:latin typeface="Times New Roman"/>
                <a:ea typeface="Times New Roman"/>
                <a:cs typeface="Times New Roman"/>
              </a:rPr>
              <a:t>BAL</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J</a:t>
            </a:r>
          </a:p>
        </p:txBody>
      </p:sp>
      <p:sp>
        <p:nvSpPr>
          <p:cNvPr id="89" name="e6-S-bar">
            <a:extLst xmlns:a="http://schemas.openxmlformats.org/drawingml/2006/main">
              <a:ext uri="{FF2B5EF4-FFF2-40B4-BE49-F238E27FC236}">
                <a16:creationId xmlns:a16="http://schemas.microsoft.com/office/drawing/2014/main" id="{C25E1D18-5D50-4F6B-9214-FAA1C3505778}"/>
              </a:ext>
            </a:extLst>
          </p:cNvPr>
          <p:cNvSpPr>
            <a:spLocks xmlns:a="http://schemas.openxmlformats.org/drawingml/2006/main" noGrp="1"/>
          </p:cNvSpPr>
          <p:nvPr/>
        </p:nvSpPr>
        <p:spPr>
          <a:xfrm xmlns:a="http://schemas.openxmlformats.org/drawingml/2006/main">
            <a:off x="5900487" y="3529013"/>
            <a:ext cx="693035"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90" name="e6-S-ci">
            <a:extLst xmlns:a="http://schemas.openxmlformats.org/drawingml/2006/main">
              <a:ext uri="{FF2B5EF4-FFF2-40B4-BE49-F238E27FC236}">
                <a16:creationId xmlns:a16="http://schemas.microsoft.com/office/drawing/2014/main" id="{5B1AC889-DC9F-44D7-8EEC-3052E02B9235}"/>
              </a:ext>
            </a:extLst>
          </p:cNvPr>
          <p:cNvSpPr>
            <a:spLocks xmlns:a="http://schemas.openxmlformats.org/drawingml/2006/main" noGrp="1"/>
          </p:cNvSpPr>
          <p:nvPr/>
        </p:nvSpPr>
        <p:spPr>
          <a:xfrm xmlns:a="http://schemas.openxmlformats.org/drawingml/2006/main" rot="0">
            <a:off x="6026245" y="3590925"/>
            <a:ext cx="1157910"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91" name="e6-S-cil">
            <a:extLst xmlns:a="http://schemas.openxmlformats.org/drawingml/2006/main">
              <a:ext uri="{FF2B5EF4-FFF2-40B4-BE49-F238E27FC236}">
                <a16:creationId xmlns:a16="http://schemas.microsoft.com/office/drawing/2014/main" id="{697E418F-15C2-465B-A025-9FB6BAC6CCE7}"/>
              </a:ext>
            </a:extLst>
          </p:cNvPr>
          <p:cNvSpPr>
            <a:spLocks xmlns:a="http://schemas.openxmlformats.org/drawingml/2006/main" noGrp="1"/>
          </p:cNvSpPr>
          <p:nvPr/>
        </p:nvSpPr>
        <p:spPr>
          <a:xfrm xmlns:a="http://schemas.openxmlformats.org/drawingml/2006/main" rot="0">
            <a:off x="6026245" y="35290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92" name="e6-S-cih">
            <a:extLst xmlns:a="http://schemas.openxmlformats.org/drawingml/2006/main">
              <a:ext uri="{FF2B5EF4-FFF2-40B4-BE49-F238E27FC236}">
                <a16:creationId xmlns:a16="http://schemas.microsoft.com/office/drawing/2014/main" id="{81ACCD78-FA06-4943-AE76-3755E491FD20}"/>
              </a:ext>
            </a:extLst>
          </p:cNvPr>
          <p:cNvSpPr>
            <a:spLocks xmlns:a="http://schemas.openxmlformats.org/drawingml/2006/main" noGrp="1"/>
          </p:cNvSpPr>
          <p:nvPr/>
        </p:nvSpPr>
        <p:spPr>
          <a:xfrm xmlns:a="http://schemas.openxmlformats.org/drawingml/2006/main" rot="0">
            <a:off x="7184154" y="35290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93" name="e6-S-mark">
            <a:extLst xmlns:a="http://schemas.openxmlformats.org/drawingml/2006/main">
              <a:ext uri="{FF2B5EF4-FFF2-40B4-BE49-F238E27FC236}">
                <a16:creationId xmlns:a16="http://schemas.microsoft.com/office/drawing/2014/main" id="{BE20186D-E77A-4FEB-93C7-E585ADF54DD4}"/>
              </a:ext>
            </a:extLst>
          </p:cNvPr>
          <p:cNvSpPr>
            <a:spLocks xmlns:a="http://schemas.openxmlformats.org/drawingml/2006/main" noGrp="1"/>
          </p:cNvSpPr>
          <p:nvPr/>
        </p:nvSpPr>
        <p:spPr>
          <a:xfrm xmlns:a="http://schemas.openxmlformats.org/drawingml/2006/main" rot="0">
            <a:off x="6593522" y="35004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94" name="e6-D-bar">
            <a:extLst xmlns:a="http://schemas.openxmlformats.org/drawingml/2006/main">
              <a:ext uri="{FF2B5EF4-FFF2-40B4-BE49-F238E27FC236}">
                <a16:creationId xmlns:a16="http://schemas.microsoft.com/office/drawing/2014/main" id="{16233F75-9459-4197-A4C9-C75D9763D23C}"/>
              </a:ext>
            </a:extLst>
          </p:cNvPr>
          <p:cNvSpPr>
            <a:spLocks xmlns:a="http://schemas.openxmlformats.org/drawingml/2006/main" noGrp="1"/>
          </p:cNvSpPr>
          <p:nvPr/>
        </p:nvSpPr>
        <p:spPr>
          <a:xfrm xmlns:a="http://schemas.openxmlformats.org/drawingml/2006/main">
            <a:off x="5900487" y="3700463"/>
            <a:ext cx="298039"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95" name="e6-D-ci">
            <a:extLst xmlns:a="http://schemas.openxmlformats.org/drawingml/2006/main">
              <a:ext uri="{FF2B5EF4-FFF2-40B4-BE49-F238E27FC236}">
                <a16:creationId xmlns:a16="http://schemas.microsoft.com/office/drawing/2014/main" id="{5B693AE7-3493-4393-B0D5-113A67382217}"/>
              </a:ext>
            </a:extLst>
          </p:cNvPr>
          <p:cNvSpPr>
            <a:spLocks xmlns:a="http://schemas.openxmlformats.org/drawingml/2006/main" noGrp="1"/>
          </p:cNvSpPr>
          <p:nvPr/>
        </p:nvSpPr>
        <p:spPr>
          <a:xfrm xmlns:a="http://schemas.openxmlformats.org/drawingml/2006/main" rot="0">
            <a:off x="5163457" y="3762375"/>
            <a:ext cx="1829463"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96" name="e6-D-cil">
            <a:extLst xmlns:a="http://schemas.openxmlformats.org/drawingml/2006/main">
              <a:ext uri="{FF2B5EF4-FFF2-40B4-BE49-F238E27FC236}">
                <a16:creationId xmlns:a16="http://schemas.microsoft.com/office/drawing/2014/main" id="{7FCCD4F6-206C-4DEE-BCBC-120A00BFF9BA}"/>
              </a:ext>
            </a:extLst>
          </p:cNvPr>
          <p:cNvSpPr>
            <a:spLocks xmlns:a="http://schemas.openxmlformats.org/drawingml/2006/main" noGrp="1"/>
          </p:cNvSpPr>
          <p:nvPr/>
        </p:nvSpPr>
        <p:spPr>
          <a:xfrm xmlns:a="http://schemas.openxmlformats.org/drawingml/2006/main" rot="0">
            <a:off x="5163457" y="37004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97" name="e6-D-cih">
            <a:extLst xmlns:a="http://schemas.openxmlformats.org/drawingml/2006/main">
              <a:ext uri="{FF2B5EF4-FFF2-40B4-BE49-F238E27FC236}">
                <a16:creationId xmlns:a16="http://schemas.microsoft.com/office/drawing/2014/main" id="{39B11077-6D12-40BF-8329-6B7787A28261}"/>
              </a:ext>
            </a:extLst>
          </p:cNvPr>
          <p:cNvSpPr>
            <a:spLocks xmlns:a="http://schemas.openxmlformats.org/drawingml/2006/main" noGrp="1"/>
          </p:cNvSpPr>
          <p:nvPr/>
        </p:nvSpPr>
        <p:spPr>
          <a:xfrm xmlns:a="http://schemas.openxmlformats.org/drawingml/2006/main" rot="0">
            <a:off x="6992920" y="37004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98" name="e6-D-mark">
            <a:extLst xmlns:a="http://schemas.openxmlformats.org/drawingml/2006/main">
              <a:ext uri="{FF2B5EF4-FFF2-40B4-BE49-F238E27FC236}">
                <a16:creationId xmlns:a16="http://schemas.microsoft.com/office/drawing/2014/main" id="{DD0A7F8C-3C8F-4A13-A2A4-F468E24710F2}"/>
              </a:ext>
            </a:extLst>
          </p:cNvPr>
          <p:cNvSpPr>
            <a:spLocks xmlns:a="http://schemas.openxmlformats.org/drawingml/2006/main" noGrp="1"/>
          </p:cNvSpPr>
          <p:nvPr/>
        </p:nvSpPr>
        <p:spPr>
          <a:xfrm xmlns:a="http://schemas.openxmlformats.org/drawingml/2006/main" rot="0">
            <a:off x="6198526" y="36718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99" name="e7-label">
            <a:extLst xmlns:a="http://schemas.openxmlformats.org/drawingml/2006/main">
              <a:ext uri="{FF2B5EF4-FFF2-40B4-BE49-F238E27FC236}">
                <a16:creationId xmlns:a16="http://schemas.microsoft.com/office/drawing/2014/main" id="{959F5666-F980-4BAE-9DCA-225A25F8F994}"/>
              </a:ext>
            </a:extLst>
          </p:cNvPr>
          <p:cNvSpPr>
            <a:spLocks xmlns:a="http://schemas.openxmlformats.org/drawingml/2006/main" noGrp="1"/>
          </p:cNvSpPr>
          <p:nvPr/>
        </p:nvSpPr>
        <p:spPr>
          <a:xfrm xmlns:a="http://schemas.openxmlformats.org/drawingml/2006/main">
            <a:off x="381000" y="38481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a:t>
            </a:r>
            <a:r>
              <a:rPr sz="2250" b="0" i="1">
                <a:solidFill>
                  <a:srgbClr val="1E2E38"/>
                </a:solidFill>
                <a:latin typeface="Times New Roman"/>
                <a:ea typeface="Times New Roman"/>
                <a:cs typeface="Times New Roman"/>
              </a:rPr>
              <a:t>BAL</a:t>
            </a:r>
            <a:r>
              <a:rPr sz="2250" b="0" i="0">
                <a:solidFill>
                  <a:srgbClr val="1E2E38"/>
                </a:solidFill>
                <a:latin typeface="Times New Roman"/>
                <a:ea typeface="Times New Roman"/>
                <a:cs typeface="Times New Roman"/>
              </a:rPr>
              <a:t> </a:t>
            </a:r>
            <a:r>
              <a:rPr sz="2250" b="0" i="1">
                <a:solidFill>
                  <a:srgbClr val="1E2E38"/>
                </a:solidFill>
                <a:latin typeface="Times New Roman"/>
                <a:ea typeface="Times New Roman"/>
                <a:cs typeface="Times New Roman"/>
              </a:rPr>
              <a:t>L</a:t>
            </a:r>
          </a:p>
        </p:txBody>
      </p:sp>
      <p:sp>
        <p:nvSpPr>
          <p:cNvPr id="100" name="e7-S-bar">
            <a:extLst xmlns:a="http://schemas.openxmlformats.org/drawingml/2006/main">
              <a:ext uri="{FF2B5EF4-FFF2-40B4-BE49-F238E27FC236}">
                <a16:creationId xmlns:a16="http://schemas.microsoft.com/office/drawing/2014/main" id="{6E6DA8FD-32B5-4395-BB24-E344CBEB2B4C}"/>
              </a:ext>
            </a:extLst>
          </p:cNvPr>
          <p:cNvSpPr>
            <a:spLocks xmlns:a="http://schemas.openxmlformats.org/drawingml/2006/main" noGrp="1"/>
          </p:cNvSpPr>
          <p:nvPr/>
        </p:nvSpPr>
        <p:spPr>
          <a:xfrm xmlns:a="http://schemas.openxmlformats.org/drawingml/2006/main">
            <a:off x="5900487" y="3871913"/>
            <a:ext cx="608043" cy="12382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101" name="e7-S-ci">
            <a:extLst xmlns:a="http://schemas.openxmlformats.org/drawingml/2006/main">
              <a:ext uri="{FF2B5EF4-FFF2-40B4-BE49-F238E27FC236}">
                <a16:creationId xmlns:a16="http://schemas.microsoft.com/office/drawing/2014/main" id="{A0DF76AE-A47F-4B44-B16F-8CFFA3577936}"/>
              </a:ext>
            </a:extLst>
          </p:cNvPr>
          <p:cNvSpPr>
            <a:spLocks xmlns:a="http://schemas.openxmlformats.org/drawingml/2006/main" noGrp="1"/>
          </p:cNvSpPr>
          <p:nvPr/>
        </p:nvSpPr>
        <p:spPr>
          <a:xfrm xmlns:a="http://schemas.openxmlformats.org/drawingml/2006/main" rot="0">
            <a:off x="5941121" y="3933825"/>
            <a:ext cx="1207014"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02" name="e7-S-cil">
            <a:extLst xmlns:a="http://schemas.openxmlformats.org/drawingml/2006/main">
              <a:ext uri="{FF2B5EF4-FFF2-40B4-BE49-F238E27FC236}">
                <a16:creationId xmlns:a16="http://schemas.microsoft.com/office/drawing/2014/main" id="{D31C4FAA-9076-4227-913A-75D82F244050}"/>
              </a:ext>
            </a:extLst>
          </p:cNvPr>
          <p:cNvSpPr>
            <a:spLocks xmlns:a="http://schemas.openxmlformats.org/drawingml/2006/main" noGrp="1"/>
          </p:cNvSpPr>
          <p:nvPr/>
        </p:nvSpPr>
        <p:spPr>
          <a:xfrm xmlns:a="http://schemas.openxmlformats.org/drawingml/2006/main" rot="0">
            <a:off x="5941121" y="38719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03" name="e7-S-cih">
            <a:extLst xmlns:a="http://schemas.openxmlformats.org/drawingml/2006/main">
              <a:ext uri="{FF2B5EF4-FFF2-40B4-BE49-F238E27FC236}">
                <a16:creationId xmlns:a16="http://schemas.microsoft.com/office/drawing/2014/main" id="{5513C664-D08F-4BE2-8027-36E583FB57FF}"/>
              </a:ext>
            </a:extLst>
          </p:cNvPr>
          <p:cNvSpPr>
            <a:spLocks xmlns:a="http://schemas.openxmlformats.org/drawingml/2006/main" noGrp="1"/>
          </p:cNvSpPr>
          <p:nvPr/>
        </p:nvSpPr>
        <p:spPr>
          <a:xfrm xmlns:a="http://schemas.openxmlformats.org/drawingml/2006/main" rot="0">
            <a:off x="7148135" y="3871913"/>
            <a:ext cx="0" cy="123825"/>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04" name="e7-S-mark">
            <a:extLst xmlns:a="http://schemas.openxmlformats.org/drawingml/2006/main">
              <a:ext uri="{FF2B5EF4-FFF2-40B4-BE49-F238E27FC236}">
                <a16:creationId xmlns:a16="http://schemas.microsoft.com/office/drawing/2014/main" id="{67BEAE6D-33EA-4A56-AF62-2CCCE85CA6DD}"/>
              </a:ext>
            </a:extLst>
          </p:cNvPr>
          <p:cNvSpPr>
            <a:spLocks xmlns:a="http://schemas.openxmlformats.org/drawingml/2006/main" noGrp="1"/>
          </p:cNvSpPr>
          <p:nvPr/>
        </p:nvSpPr>
        <p:spPr>
          <a:xfrm xmlns:a="http://schemas.openxmlformats.org/drawingml/2006/main" rot="0">
            <a:off x="6508530" y="3843338"/>
            <a:ext cx="0" cy="180975"/>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105" name="e7-D-bar">
            <a:extLst xmlns:a="http://schemas.openxmlformats.org/drawingml/2006/main">
              <a:ext uri="{FF2B5EF4-FFF2-40B4-BE49-F238E27FC236}">
                <a16:creationId xmlns:a16="http://schemas.microsoft.com/office/drawing/2014/main" id="{C9C69D21-6B6B-4D0F-9CB0-1456C0BAC132}"/>
              </a:ext>
            </a:extLst>
          </p:cNvPr>
          <p:cNvSpPr>
            <a:spLocks xmlns:a="http://schemas.openxmlformats.org/drawingml/2006/main" noGrp="1"/>
          </p:cNvSpPr>
          <p:nvPr/>
        </p:nvSpPr>
        <p:spPr>
          <a:xfrm xmlns:a="http://schemas.openxmlformats.org/drawingml/2006/main">
            <a:off x="5900487" y="4043363"/>
            <a:ext cx="654838" cy="123825"/>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106" name="e7-D-ci">
            <a:extLst xmlns:a="http://schemas.openxmlformats.org/drawingml/2006/main">
              <a:ext uri="{FF2B5EF4-FFF2-40B4-BE49-F238E27FC236}">
                <a16:creationId xmlns:a16="http://schemas.microsoft.com/office/drawing/2014/main" id="{0787D4E7-0D9F-4C82-AA97-9FC2D52B1ADB}"/>
              </a:ext>
            </a:extLst>
          </p:cNvPr>
          <p:cNvSpPr>
            <a:spLocks xmlns:a="http://schemas.openxmlformats.org/drawingml/2006/main" noGrp="1"/>
          </p:cNvSpPr>
          <p:nvPr/>
        </p:nvSpPr>
        <p:spPr>
          <a:xfrm xmlns:a="http://schemas.openxmlformats.org/drawingml/2006/main" rot="0">
            <a:off x="5547905" y="4105275"/>
            <a:ext cx="1797006"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07" name="e7-D-cil">
            <a:extLst xmlns:a="http://schemas.openxmlformats.org/drawingml/2006/main">
              <a:ext uri="{FF2B5EF4-FFF2-40B4-BE49-F238E27FC236}">
                <a16:creationId xmlns:a16="http://schemas.microsoft.com/office/drawing/2014/main" id="{35CD6909-E2D4-4FF5-9452-FE697B7592B4}"/>
              </a:ext>
            </a:extLst>
          </p:cNvPr>
          <p:cNvSpPr>
            <a:spLocks xmlns:a="http://schemas.openxmlformats.org/drawingml/2006/main" noGrp="1"/>
          </p:cNvSpPr>
          <p:nvPr/>
        </p:nvSpPr>
        <p:spPr>
          <a:xfrm xmlns:a="http://schemas.openxmlformats.org/drawingml/2006/main" rot="0">
            <a:off x="5547905" y="40433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08" name="e7-D-cih">
            <a:extLst xmlns:a="http://schemas.openxmlformats.org/drawingml/2006/main">
              <a:ext uri="{FF2B5EF4-FFF2-40B4-BE49-F238E27FC236}">
                <a16:creationId xmlns:a16="http://schemas.microsoft.com/office/drawing/2014/main" id="{A067196C-779B-4865-92DB-2D229706A210}"/>
              </a:ext>
            </a:extLst>
          </p:cNvPr>
          <p:cNvSpPr>
            <a:spLocks xmlns:a="http://schemas.openxmlformats.org/drawingml/2006/main" noGrp="1"/>
          </p:cNvSpPr>
          <p:nvPr/>
        </p:nvSpPr>
        <p:spPr>
          <a:xfrm xmlns:a="http://schemas.openxmlformats.org/drawingml/2006/main" rot="0">
            <a:off x="7344911" y="4043363"/>
            <a:ext cx="0" cy="123825"/>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09" name="e7-D-mark">
            <a:extLst xmlns:a="http://schemas.openxmlformats.org/drawingml/2006/main">
              <a:ext uri="{FF2B5EF4-FFF2-40B4-BE49-F238E27FC236}">
                <a16:creationId xmlns:a16="http://schemas.microsoft.com/office/drawing/2014/main" id="{4FFF738F-B25C-4D48-BC30-0ECCD64B3F5B}"/>
              </a:ext>
            </a:extLst>
          </p:cNvPr>
          <p:cNvSpPr>
            <a:spLocks xmlns:a="http://schemas.openxmlformats.org/drawingml/2006/main" noGrp="1"/>
          </p:cNvSpPr>
          <p:nvPr/>
        </p:nvSpPr>
        <p:spPr>
          <a:xfrm xmlns:a="http://schemas.openxmlformats.org/drawingml/2006/main" rot="0">
            <a:off x="6555324" y="4014788"/>
            <a:ext cx="0" cy="180975"/>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110" name="band-b">
            <a:extLst xmlns:a="http://schemas.openxmlformats.org/drawingml/2006/main">
              <a:ext uri="{FF2B5EF4-FFF2-40B4-BE49-F238E27FC236}">
                <a16:creationId xmlns:a16="http://schemas.microsoft.com/office/drawing/2014/main" id="{6D0B8D9A-DEB2-426E-BFCA-77AFF8AB643C}"/>
              </a:ext>
            </a:extLst>
          </p:cNvPr>
          <p:cNvSpPr>
            <a:spLocks xmlns:a="http://schemas.openxmlformats.org/drawingml/2006/main" noGrp="1"/>
          </p:cNvSpPr>
          <p:nvPr/>
        </p:nvSpPr>
        <p:spPr>
          <a:xfrm xmlns:a="http://schemas.openxmlformats.org/drawingml/2006/main">
            <a:off x="152400" y="4381500"/>
            <a:ext cx="11887200" cy="415290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111" name="sec-b-chip">
            <a:extLst xmlns:a="http://schemas.openxmlformats.org/drawingml/2006/main">
              <a:ext uri="{FF2B5EF4-FFF2-40B4-BE49-F238E27FC236}">
                <a16:creationId xmlns:a16="http://schemas.microsoft.com/office/drawing/2014/main" id="{543AEEAE-12A2-4733-B2CF-D2EEB665E1B4}"/>
              </a:ext>
            </a:extLst>
          </p:cNvPr>
          <p:cNvSpPr>
            <a:spLocks xmlns:a="http://schemas.openxmlformats.org/drawingml/2006/main" noGrp="1"/>
          </p:cNvSpPr>
          <p:nvPr/>
        </p:nvSpPr>
        <p:spPr>
          <a:xfrm xmlns:a="http://schemas.openxmlformats.org/drawingml/2006/main">
            <a:off x="304800" y="44577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112" name="sec-b-chip-text">
            <a:extLst xmlns:a="http://schemas.openxmlformats.org/drawingml/2006/main">
              <a:ext uri="{FF2B5EF4-FFF2-40B4-BE49-F238E27FC236}">
                <a16:creationId xmlns:a16="http://schemas.microsoft.com/office/drawing/2014/main" id="{6458BB4E-578B-41B1-8E71-888024940DAE}"/>
              </a:ext>
            </a:extLst>
          </p:cNvPr>
          <p:cNvSpPr>
            <a:spLocks xmlns:a="http://schemas.openxmlformats.org/drawingml/2006/main" noGrp="1"/>
          </p:cNvSpPr>
          <p:nvPr/>
        </p:nvSpPr>
        <p:spPr>
          <a:xfrm xmlns:a="http://schemas.openxmlformats.org/drawingml/2006/main">
            <a:off x="323850" y="44577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113" name="sec-b">
            <a:extLst xmlns:a="http://schemas.openxmlformats.org/drawingml/2006/main">
              <a:ext uri="{FF2B5EF4-FFF2-40B4-BE49-F238E27FC236}">
                <a16:creationId xmlns:a16="http://schemas.microsoft.com/office/drawing/2014/main" id="{B2722DA6-D9A3-4987-9A43-CC985A664DD9}"/>
              </a:ext>
            </a:extLst>
          </p:cNvPr>
          <p:cNvSpPr>
            <a:spLocks xmlns:a="http://schemas.openxmlformats.org/drawingml/2006/main" noGrp="1"/>
          </p:cNvSpPr>
          <p:nvPr/>
        </p:nvSpPr>
        <p:spPr>
          <a:xfrm xmlns:a="http://schemas.openxmlformats.org/drawingml/2006/main">
            <a:off x="838200" y="4419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Direct interaction</a:t>
            </a:r>
          </a:p>
        </p:txBody>
      </p:sp>
      <p:sp>
        <p:nvSpPr>
          <p:cNvPr id="114" name="sec-b-sub">
            <a:extLst xmlns:a="http://schemas.openxmlformats.org/drawingml/2006/main">
              <a:ext uri="{FF2B5EF4-FFF2-40B4-BE49-F238E27FC236}">
                <a16:creationId xmlns:a16="http://schemas.microsoft.com/office/drawing/2014/main" id="{328BBEE7-25AC-4E9A-8F2C-9B9C20E505D3}"/>
              </a:ext>
            </a:extLst>
          </p:cNvPr>
          <p:cNvSpPr>
            <a:spLocks xmlns:a="http://schemas.openxmlformats.org/drawingml/2006/main" noGrp="1"/>
          </p:cNvSpPr>
          <p:nvPr/>
        </p:nvSpPr>
        <p:spPr>
          <a:xfrm xmlns:a="http://schemas.openxmlformats.org/drawingml/2006/main">
            <a:off x="838200" y="4781550"/>
            <a:ext cx="1095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I = E_L − E_J · </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and </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pre-specified; E1, E2, E3 added later and exploratory · MVTec/VisA rows from interaction_generalization.csv (GEN)</a:t>
            </a:r>
          </a:p>
        </p:txBody>
      </p:sp>
      <p:sp>
        <p:nvSpPr>
          <p:cNvPr id="115" name="i-tick--0.005">
            <a:extLst xmlns:a="http://schemas.openxmlformats.org/drawingml/2006/main">
              <a:ext uri="{FF2B5EF4-FFF2-40B4-BE49-F238E27FC236}">
                <a16:creationId xmlns:a16="http://schemas.microsoft.com/office/drawing/2014/main" id="{0B72EC5F-140B-40BD-8B4D-17D10CD4C5FC}"/>
              </a:ext>
            </a:extLst>
          </p:cNvPr>
          <p:cNvSpPr>
            <a:spLocks xmlns:a="http://schemas.openxmlformats.org/drawingml/2006/main" noGrp="1"/>
          </p:cNvSpPr>
          <p:nvPr/>
        </p:nvSpPr>
        <p:spPr>
          <a:xfrm xmlns:a="http://schemas.openxmlformats.org/drawingml/2006/main" rot="0">
            <a:off x="5153025" y="44767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16" name="i-lab--0.005">
            <a:extLst xmlns:a="http://schemas.openxmlformats.org/drawingml/2006/main">
              <a:ext uri="{FF2B5EF4-FFF2-40B4-BE49-F238E27FC236}">
                <a16:creationId xmlns:a16="http://schemas.microsoft.com/office/drawing/2014/main" id="{C11B3DC0-0D5B-4EE3-B31D-D036FF8CC341}"/>
              </a:ext>
            </a:extLst>
          </p:cNvPr>
          <p:cNvSpPr>
            <a:spLocks xmlns:a="http://schemas.openxmlformats.org/drawingml/2006/main" noGrp="1"/>
          </p:cNvSpPr>
          <p:nvPr/>
        </p:nvSpPr>
        <p:spPr>
          <a:xfrm xmlns:a="http://schemas.openxmlformats.org/drawingml/2006/main">
            <a:off x="4657725" y="4495800"/>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-0.005</a:t>
            </a:r>
          </a:p>
        </p:txBody>
      </p:sp>
      <p:sp>
        <p:nvSpPr>
          <p:cNvPr id="117" name="i-tick-0.000">
            <a:extLst xmlns:a="http://schemas.openxmlformats.org/drawingml/2006/main">
              <a:ext uri="{FF2B5EF4-FFF2-40B4-BE49-F238E27FC236}">
                <a16:creationId xmlns:a16="http://schemas.microsoft.com/office/drawing/2014/main" id="{34AB95B8-FD8D-4525-BBBA-D908A55BA233}"/>
              </a:ext>
            </a:extLst>
          </p:cNvPr>
          <p:cNvSpPr>
            <a:spLocks xmlns:a="http://schemas.openxmlformats.org/drawingml/2006/main" noGrp="1"/>
          </p:cNvSpPr>
          <p:nvPr/>
        </p:nvSpPr>
        <p:spPr>
          <a:xfrm xmlns:a="http://schemas.openxmlformats.org/drawingml/2006/main" rot="0">
            <a:off x="6280150" y="44767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18" name="i-lab-0.000">
            <a:extLst xmlns:a="http://schemas.openxmlformats.org/drawingml/2006/main">
              <a:ext uri="{FF2B5EF4-FFF2-40B4-BE49-F238E27FC236}">
                <a16:creationId xmlns:a16="http://schemas.microsoft.com/office/drawing/2014/main" id="{1A03147F-D4C1-4D3E-AE76-73F98B54F980}"/>
              </a:ext>
            </a:extLst>
          </p:cNvPr>
          <p:cNvSpPr>
            <a:spLocks xmlns:a="http://schemas.openxmlformats.org/drawingml/2006/main" noGrp="1"/>
          </p:cNvSpPr>
          <p:nvPr/>
        </p:nvSpPr>
        <p:spPr>
          <a:xfrm xmlns:a="http://schemas.openxmlformats.org/drawingml/2006/main">
            <a:off x="5784850" y="4495800"/>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a:t>
            </a:r>
          </a:p>
        </p:txBody>
      </p:sp>
      <p:sp>
        <p:nvSpPr>
          <p:cNvPr id="119" name="i-tick-0.005">
            <a:extLst xmlns:a="http://schemas.openxmlformats.org/drawingml/2006/main">
              <a:ext uri="{FF2B5EF4-FFF2-40B4-BE49-F238E27FC236}">
                <a16:creationId xmlns:a16="http://schemas.microsoft.com/office/drawing/2014/main" id="{47820A0C-A58E-4D75-A92F-F10E2519962B}"/>
              </a:ext>
            </a:extLst>
          </p:cNvPr>
          <p:cNvSpPr>
            <a:spLocks xmlns:a="http://schemas.openxmlformats.org/drawingml/2006/main" noGrp="1"/>
          </p:cNvSpPr>
          <p:nvPr/>
        </p:nvSpPr>
        <p:spPr>
          <a:xfrm xmlns:a="http://schemas.openxmlformats.org/drawingml/2006/main" rot="0">
            <a:off x="7407275" y="44767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20" name="i-lab-0.005">
            <a:extLst xmlns:a="http://schemas.openxmlformats.org/drawingml/2006/main">
              <a:ext uri="{FF2B5EF4-FFF2-40B4-BE49-F238E27FC236}">
                <a16:creationId xmlns:a16="http://schemas.microsoft.com/office/drawing/2014/main" id="{185C26A7-532C-4962-A01D-E24416852D40}"/>
              </a:ext>
            </a:extLst>
          </p:cNvPr>
          <p:cNvSpPr>
            <a:spLocks xmlns:a="http://schemas.openxmlformats.org/drawingml/2006/main" noGrp="1"/>
          </p:cNvSpPr>
          <p:nvPr/>
        </p:nvSpPr>
        <p:spPr>
          <a:xfrm xmlns:a="http://schemas.openxmlformats.org/drawingml/2006/main">
            <a:off x="6911975" y="4495800"/>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+0.005</a:t>
            </a:r>
          </a:p>
        </p:txBody>
      </p:sp>
      <p:sp>
        <p:nvSpPr>
          <p:cNvPr id="121" name="i-tick-0.010">
            <a:extLst xmlns:a="http://schemas.openxmlformats.org/drawingml/2006/main">
              <a:ext uri="{FF2B5EF4-FFF2-40B4-BE49-F238E27FC236}">
                <a16:creationId xmlns:a16="http://schemas.microsoft.com/office/drawing/2014/main" id="{EEA357D0-2BDF-440E-B1F8-39EA5FE8882A}"/>
              </a:ext>
            </a:extLst>
          </p:cNvPr>
          <p:cNvSpPr>
            <a:spLocks xmlns:a="http://schemas.openxmlformats.org/drawingml/2006/main" noGrp="1"/>
          </p:cNvSpPr>
          <p:nvPr/>
        </p:nvSpPr>
        <p:spPr>
          <a:xfrm xmlns:a="http://schemas.openxmlformats.org/drawingml/2006/main" rot="0">
            <a:off x="8534400" y="44767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22" name="i-lab-0.010">
            <a:extLst xmlns:a="http://schemas.openxmlformats.org/drawingml/2006/main">
              <a:ext uri="{FF2B5EF4-FFF2-40B4-BE49-F238E27FC236}">
                <a16:creationId xmlns:a16="http://schemas.microsoft.com/office/drawing/2014/main" id="{523B3C62-B6D1-4F37-9543-27B3B76EB471}"/>
              </a:ext>
            </a:extLst>
          </p:cNvPr>
          <p:cNvSpPr>
            <a:spLocks xmlns:a="http://schemas.openxmlformats.org/drawingml/2006/main" noGrp="1"/>
          </p:cNvSpPr>
          <p:nvPr/>
        </p:nvSpPr>
        <p:spPr>
          <a:xfrm xmlns:a="http://schemas.openxmlformats.org/drawingml/2006/main">
            <a:off x="8039100" y="4495800"/>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+0.010</a:t>
            </a:r>
          </a:p>
        </p:txBody>
      </p:sp>
      <p:sp>
        <p:nvSpPr>
          <p:cNvPr id="123" name="i-tick-0.015">
            <a:extLst xmlns:a="http://schemas.openxmlformats.org/drawingml/2006/main">
              <a:ext uri="{FF2B5EF4-FFF2-40B4-BE49-F238E27FC236}">
                <a16:creationId xmlns:a16="http://schemas.microsoft.com/office/drawing/2014/main" id="{1E94A4DA-74D2-4851-9EFF-2CE6AB2D8401}"/>
              </a:ext>
            </a:extLst>
          </p:cNvPr>
          <p:cNvSpPr>
            <a:spLocks xmlns:a="http://schemas.openxmlformats.org/drawingml/2006/main" noGrp="1"/>
          </p:cNvSpPr>
          <p:nvPr/>
        </p:nvSpPr>
        <p:spPr>
          <a:xfrm xmlns:a="http://schemas.openxmlformats.org/drawingml/2006/main" rot="0">
            <a:off x="9661525" y="44767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24" name="i-lab-0.015">
            <a:extLst xmlns:a="http://schemas.openxmlformats.org/drawingml/2006/main">
              <a:ext uri="{FF2B5EF4-FFF2-40B4-BE49-F238E27FC236}">
                <a16:creationId xmlns:a16="http://schemas.microsoft.com/office/drawing/2014/main" id="{22168C8E-5675-4802-BF89-EA1F872C21E2}"/>
              </a:ext>
            </a:extLst>
          </p:cNvPr>
          <p:cNvSpPr>
            <a:spLocks xmlns:a="http://schemas.openxmlformats.org/drawingml/2006/main" noGrp="1"/>
          </p:cNvSpPr>
          <p:nvPr/>
        </p:nvSpPr>
        <p:spPr>
          <a:xfrm xmlns:a="http://schemas.openxmlformats.org/drawingml/2006/main">
            <a:off x="9166225" y="4495800"/>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+0.015</a:t>
            </a:r>
          </a:p>
        </p:txBody>
      </p:sp>
      <p:sp>
        <p:nvSpPr>
          <p:cNvPr id="125" name="i-tick-0.020">
            <a:extLst xmlns:a="http://schemas.openxmlformats.org/drawingml/2006/main">
              <a:ext uri="{FF2B5EF4-FFF2-40B4-BE49-F238E27FC236}">
                <a16:creationId xmlns:a16="http://schemas.microsoft.com/office/drawing/2014/main" id="{228524BF-B5A9-414D-837E-24BF59C9E54A}"/>
              </a:ext>
            </a:extLst>
          </p:cNvPr>
          <p:cNvSpPr>
            <a:spLocks xmlns:a="http://schemas.openxmlformats.org/drawingml/2006/main" noGrp="1"/>
          </p:cNvSpPr>
          <p:nvPr/>
        </p:nvSpPr>
        <p:spPr>
          <a:xfrm xmlns:a="http://schemas.openxmlformats.org/drawingml/2006/main" rot="0">
            <a:off x="10788650" y="447675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126" name="i-lab-0.020">
            <a:extLst xmlns:a="http://schemas.openxmlformats.org/drawingml/2006/main">
              <a:ext uri="{FF2B5EF4-FFF2-40B4-BE49-F238E27FC236}">
                <a16:creationId xmlns:a16="http://schemas.microsoft.com/office/drawing/2014/main" id="{2A0B1063-6B8E-4865-ADAD-E39C63E4F9DA}"/>
              </a:ext>
            </a:extLst>
          </p:cNvPr>
          <p:cNvSpPr>
            <a:spLocks xmlns:a="http://schemas.openxmlformats.org/drawingml/2006/main" noGrp="1"/>
          </p:cNvSpPr>
          <p:nvPr/>
        </p:nvSpPr>
        <p:spPr>
          <a:xfrm xmlns:a="http://schemas.openxmlformats.org/drawingml/2006/main">
            <a:off x="10293350" y="4495800"/>
            <a:ext cx="99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+0.020</a:t>
            </a:r>
          </a:p>
        </p:txBody>
      </p:sp>
      <p:sp>
        <p:nvSpPr>
          <p:cNvPr id="127" name="i-key-S">
            <a:extLst xmlns:a="http://schemas.openxmlformats.org/drawingml/2006/main">
              <a:ext uri="{FF2B5EF4-FFF2-40B4-BE49-F238E27FC236}">
                <a16:creationId xmlns:a16="http://schemas.microsoft.com/office/drawing/2014/main" id="{EDAE178B-E78D-4238-ABC1-ED100D71BE9F}"/>
              </a:ext>
            </a:extLst>
          </p:cNvPr>
          <p:cNvSpPr>
            <a:spLocks xmlns:a="http://schemas.openxmlformats.org/drawingml/2006/main" noGrp="1"/>
          </p:cNvSpPr>
          <p:nvPr/>
        </p:nvSpPr>
        <p:spPr>
          <a:xfrm xmlns:a="http://schemas.openxmlformats.org/drawingml/2006/main">
            <a:off x="6724650" y="5486400"/>
            <a:ext cx="190500" cy="171450"/>
          </a:xfrm>
          <a:prstGeom xmlns:a="http://schemas.openxmlformats.org/drawingml/2006/main" prst="roundRect">
            <a:avLst>
              <a:gd name="adj" fmla="val 22222"/>
            </a:avLst>
          </a:prstGeom>
          <a:solidFill xmlns:a="http://schemas.openxmlformats.org/drawingml/2006/main">
            <a:srgbClr val="CFE3F2"/>
          </a:solidFill>
          <a:ln xmlns:a="http://schemas.openxmlformats.org/drawingml/2006/main" w="15240">
            <a:solidFill>
              <a:srgbClr val="2E6F9E"/>
            </a:solidFill>
            <a:prstDash val="solid"/>
          </a:ln>
        </p:spPr>
      </p:sp>
      <p:sp>
        <p:nvSpPr>
          <p:cNvPr id="128" name="i-key-lab-S">
            <a:extLst xmlns:a="http://schemas.openxmlformats.org/drawingml/2006/main">
              <a:ext uri="{FF2B5EF4-FFF2-40B4-BE49-F238E27FC236}">
                <a16:creationId xmlns:a16="http://schemas.microsoft.com/office/drawing/2014/main" id="{AC53A4DA-41F1-4EA6-A425-DCD7153C2D3D}"/>
              </a:ext>
            </a:extLst>
          </p:cNvPr>
          <p:cNvSpPr>
            <a:spLocks xmlns:a="http://schemas.openxmlformats.org/drawingml/2006/main" noGrp="1"/>
          </p:cNvSpPr>
          <p:nvPr/>
        </p:nvSpPr>
        <p:spPr>
          <a:xfrm xmlns:a="http://schemas.openxmlformats.org/drawingml/2006/main">
            <a:off x="6972300" y="54292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S</a:t>
            </a:r>
          </a:p>
        </p:txBody>
      </p:sp>
      <p:sp>
        <p:nvSpPr>
          <p:cNvPr id="129" name="i-key-D">
            <a:extLst xmlns:a="http://schemas.openxmlformats.org/drawingml/2006/main">
              <a:ext uri="{FF2B5EF4-FFF2-40B4-BE49-F238E27FC236}">
                <a16:creationId xmlns:a16="http://schemas.microsoft.com/office/drawing/2014/main" id="{94A2D65B-F87C-4BCB-9F27-11A7CA85EA65}"/>
              </a:ext>
            </a:extLst>
          </p:cNvPr>
          <p:cNvSpPr>
            <a:spLocks xmlns:a="http://schemas.openxmlformats.org/drawingml/2006/main" noGrp="1"/>
          </p:cNvSpPr>
          <p:nvPr/>
        </p:nvSpPr>
        <p:spPr>
          <a:xfrm xmlns:a="http://schemas.openxmlformats.org/drawingml/2006/main">
            <a:off x="7639050" y="5486400"/>
            <a:ext cx="190500" cy="171450"/>
          </a:xfrm>
          <a:prstGeom xmlns:a="http://schemas.openxmlformats.org/drawingml/2006/main" prst="roundRect">
            <a:avLst>
              <a:gd name="adj" fmla="val 22222"/>
            </a:avLst>
          </a:prstGeom>
          <a:solidFill xmlns:a="http://schemas.openxmlformats.org/drawingml/2006/main">
            <a:srgbClr val="D6EADD"/>
          </a:solidFill>
          <a:ln xmlns:a="http://schemas.openxmlformats.org/drawingml/2006/main" w="15240">
            <a:solidFill>
              <a:srgbClr val="3F7C5E"/>
            </a:solidFill>
            <a:prstDash val="solid"/>
          </a:ln>
        </p:spPr>
      </p:sp>
      <p:sp>
        <p:nvSpPr>
          <p:cNvPr id="130" name="i-key-lab-D">
            <a:extLst xmlns:a="http://schemas.openxmlformats.org/drawingml/2006/main">
              <a:ext uri="{FF2B5EF4-FFF2-40B4-BE49-F238E27FC236}">
                <a16:creationId xmlns:a16="http://schemas.microsoft.com/office/drawing/2014/main" id="{CC434634-DA7C-4E18-8AE0-3E01D9669C7E}"/>
              </a:ext>
            </a:extLst>
          </p:cNvPr>
          <p:cNvSpPr>
            <a:spLocks xmlns:a="http://schemas.openxmlformats.org/drawingml/2006/main" noGrp="1"/>
          </p:cNvSpPr>
          <p:nvPr/>
        </p:nvSpPr>
        <p:spPr>
          <a:xfrm xmlns:a="http://schemas.openxmlformats.org/drawingml/2006/main">
            <a:off x="7886700" y="54292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1">
                <a:solidFill>
                  <a:srgbClr val="1E2E38"/>
                </a:solidFill>
                <a:latin typeface="Times New Roman"/>
                <a:ea typeface="Times New Roman"/>
                <a:cs typeface="Times New Roman"/>
              </a:rPr>
              <a:t>D</a:t>
            </a:r>
          </a:p>
        </p:txBody>
      </p:sp>
      <p:sp>
        <p:nvSpPr>
          <p:cNvPr id="131" name="i-key-E1">
            <a:extLst xmlns:a="http://schemas.openxmlformats.org/drawingml/2006/main">
              <a:ext uri="{FF2B5EF4-FFF2-40B4-BE49-F238E27FC236}">
                <a16:creationId xmlns:a16="http://schemas.microsoft.com/office/drawing/2014/main" id="{07C0EA68-CAF3-457B-81DC-89331B6FCAA7}"/>
              </a:ext>
            </a:extLst>
          </p:cNvPr>
          <p:cNvSpPr>
            <a:spLocks xmlns:a="http://schemas.openxmlformats.org/drawingml/2006/main" noGrp="1"/>
          </p:cNvSpPr>
          <p:nvPr/>
        </p:nvSpPr>
        <p:spPr>
          <a:xfrm xmlns:a="http://schemas.openxmlformats.org/drawingml/2006/main">
            <a:off x="8553450" y="5486400"/>
            <a:ext cx="190500" cy="171450"/>
          </a:xfrm>
          <a:prstGeom xmlns:a="http://schemas.openxmlformats.org/drawingml/2006/main" prst="roundRect">
            <a:avLst>
              <a:gd name="adj" fmla="val 22222"/>
            </a:avLst>
          </a:prstGeom>
          <a:solidFill xmlns:a="http://schemas.openxmlformats.org/drawingml/2006/main">
            <a:srgbClr val="E7E2F3"/>
          </a:solidFill>
          <a:ln xmlns:a="http://schemas.openxmlformats.org/drawingml/2006/main" w="15240">
            <a:solidFill>
              <a:srgbClr val="6E4E9E"/>
            </a:solidFill>
            <a:prstDash val="solid"/>
          </a:ln>
        </p:spPr>
      </p:sp>
      <p:sp>
        <p:nvSpPr>
          <p:cNvPr id="132" name="i-key-lab-E1">
            <a:extLst xmlns:a="http://schemas.openxmlformats.org/drawingml/2006/main">
              <a:ext uri="{FF2B5EF4-FFF2-40B4-BE49-F238E27FC236}">
                <a16:creationId xmlns:a16="http://schemas.microsoft.com/office/drawing/2014/main" id="{39ECA5AA-1A2F-4F7C-9A9D-04F98DCDBEC8}"/>
              </a:ext>
            </a:extLst>
          </p:cNvPr>
          <p:cNvSpPr>
            <a:spLocks xmlns:a="http://schemas.openxmlformats.org/drawingml/2006/main" noGrp="1"/>
          </p:cNvSpPr>
          <p:nvPr/>
        </p:nvSpPr>
        <p:spPr>
          <a:xfrm xmlns:a="http://schemas.openxmlformats.org/drawingml/2006/main">
            <a:off x="8801100" y="54292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E1</a:t>
            </a:r>
          </a:p>
        </p:txBody>
      </p:sp>
      <p:sp>
        <p:nvSpPr>
          <p:cNvPr id="133" name="i-key-E2">
            <a:extLst xmlns:a="http://schemas.openxmlformats.org/drawingml/2006/main">
              <a:ext uri="{FF2B5EF4-FFF2-40B4-BE49-F238E27FC236}">
                <a16:creationId xmlns:a16="http://schemas.microsoft.com/office/drawing/2014/main" id="{21ED057B-3C76-448F-9E1A-110601F6C052}"/>
              </a:ext>
            </a:extLst>
          </p:cNvPr>
          <p:cNvSpPr>
            <a:spLocks xmlns:a="http://schemas.openxmlformats.org/drawingml/2006/main" noGrp="1"/>
          </p:cNvSpPr>
          <p:nvPr/>
        </p:nvSpPr>
        <p:spPr>
          <a:xfrm xmlns:a="http://schemas.openxmlformats.org/drawingml/2006/main">
            <a:off x="9467850" y="5486400"/>
            <a:ext cx="190500" cy="171450"/>
          </a:xfrm>
          <a:prstGeom xmlns:a="http://schemas.openxmlformats.org/drawingml/2006/main" prst="roundRect">
            <a:avLst>
              <a:gd name="adj" fmla="val 22222"/>
            </a:avLst>
          </a:prstGeom>
          <a:solidFill xmlns:a="http://schemas.openxmlformats.org/drawingml/2006/main">
            <a:srgbClr val="FBE7C4"/>
          </a:solidFill>
          <a:ln xmlns:a="http://schemas.openxmlformats.org/drawingml/2006/main" w="15240">
            <a:solidFill>
              <a:srgbClr val="B27C20"/>
            </a:solidFill>
            <a:prstDash val="solid"/>
          </a:ln>
        </p:spPr>
      </p:sp>
      <p:sp>
        <p:nvSpPr>
          <p:cNvPr id="134" name="i-key-lab-E2">
            <a:extLst xmlns:a="http://schemas.openxmlformats.org/drawingml/2006/main">
              <a:ext uri="{FF2B5EF4-FFF2-40B4-BE49-F238E27FC236}">
                <a16:creationId xmlns:a16="http://schemas.microsoft.com/office/drawing/2014/main" id="{67408C5D-6E5C-4DDB-857F-DA65B08566DA}"/>
              </a:ext>
            </a:extLst>
          </p:cNvPr>
          <p:cNvSpPr>
            <a:spLocks xmlns:a="http://schemas.openxmlformats.org/drawingml/2006/main" noGrp="1"/>
          </p:cNvSpPr>
          <p:nvPr/>
        </p:nvSpPr>
        <p:spPr>
          <a:xfrm xmlns:a="http://schemas.openxmlformats.org/drawingml/2006/main">
            <a:off x="9715500" y="54292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E2</a:t>
            </a:r>
          </a:p>
        </p:txBody>
      </p:sp>
      <p:sp>
        <p:nvSpPr>
          <p:cNvPr id="135" name="i-key-E3">
            <a:extLst xmlns:a="http://schemas.openxmlformats.org/drawingml/2006/main">
              <a:ext uri="{FF2B5EF4-FFF2-40B4-BE49-F238E27FC236}">
                <a16:creationId xmlns:a16="http://schemas.microsoft.com/office/drawing/2014/main" id="{4777895D-DE99-4EA2-A0F6-B33D29FB28D5}"/>
              </a:ext>
            </a:extLst>
          </p:cNvPr>
          <p:cNvSpPr>
            <a:spLocks xmlns:a="http://schemas.openxmlformats.org/drawingml/2006/main" noGrp="1"/>
          </p:cNvSpPr>
          <p:nvPr/>
        </p:nvSpPr>
        <p:spPr>
          <a:xfrm xmlns:a="http://schemas.openxmlformats.org/drawingml/2006/main">
            <a:off x="10382250" y="5486400"/>
            <a:ext cx="190500" cy="171450"/>
          </a:xfrm>
          <a:prstGeom xmlns:a="http://schemas.openxmlformats.org/drawingml/2006/main" prst="roundRect">
            <a:avLst>
              <a:gd name="adj" fmla="val 22222"/>
            </a:avLst>
          </a:prstGeom>
          <a:solidFill xmlns:a="http://schemas.openxmlformats.org/drawingml/2006/main">
            <a:srgbClr val="F2E2E0"/>
          </a:solidFill>
          <a:ln xmlns:a="http://schemas.openxmlformats.org/drawingml/2006/main" w="15240">
            <a:solidFill>
              <a:srgbClr val="B23A2C"/>
            </a:solidFill>
            <a:prstDash val="solid"/>
          </a:ln>
        </p:spPr>
      </p:sp>
      <p:sp>
        <p:nvSpPr>
          <p:cNvPr id="136" name="i-key-lab-E3">
            <a:extLst xmlns:a="http://schemas.openxmlformats.org/drawingml/2006/main">
              <a:ext uri="{FF2B5EF4-FFF2-40B4-BE49-F238E27FC236}">
                <a16:creationId xmlns:a16="http://schemas.microsoft.com/office/drawing/2014/main" id="{DC382212-540F-43F9-AFCB-35ABE15EE7A3}"/>
              </a:ext>
            </a:extLst>
          </p:cNvPr>
          <p:cNvSpPr>
            <a:spLocks xmlns:a="http://schemas.openxmlformats.org/drawingml/2006/main" noGrp="1"/>
          </p:cNvSpPr>
          <p:nvPr/>
        </p:nvSpPr>
        <p:spPr>
          <a:xfrm xmlns:a="http://schemas.openxmlformats.org/drawingml/2006/main">
            <a:off x="10629900" y="5429250"/>
            <a:ext cx="628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E3</a:t>
            </a:r>
          </a:p>
        </p:txBody>
      </p:sp>
      <p:sp>
        <p:nvSpPr>
          <p:cNvPr id="137" name="i-zero">
            <a:extLst xmlns:a="http://schemas.openxmlformats.org/drawingml/2006/main">
              <a:ext uri="{FF2B5EF4-FFF2-40B4-BE49-F238E27FC236}">
                <a16:creationId xmlns:a16="http://schemas.microsoft.com/office/drawing/2014/main" id="{827810DA-AA53-4654-9448-DE9505F848B6}"/>
              </a:ext>
            </a:extLst>
          </p:cNvPr>
          <p:cNvSpPr>
            <a:spLocks xmlns:a="http://schemas.openxmlformats.org/drawingml/2006/main" noGrp="1"/>
          </p:cNvSpPr>
          <p:nvPr/>
        </p:nvSpPr>
        <p:spPr>
          <a:xfrm xmlns:a="http://schemas.openxmlformats.org/drawingml/2006/main" rot="0">
            <a:off x="6280150" y="5753100"/>
            <a:ext cx="0" cy="2743200"/>
          </a:xfrm>
          <a:prstGeom xmlns:a="http://schemas.openxmlformats.org/drawingml/2006/main" prst="line">
            <a:avLst/>
          </a:prstGeom>
          <a:noFill xmlns:a="http://schemas.openxmlformats.org/drawingml/2006/main"/>
          <a:ln xmlns:a="http://schemas.openxmlformats.org/drawingml/2006/main" w="15240">
            <a:solidFill>
              <a:srgbClr val="1E2E38"/>
            </a:solidFill>
            <a:prstDash val="solid"/>
          </a:ln>
        </p:spPr>
      </p:sp>
      <p:sp>
        <p:nvSpPr>
          <p:cNvPr id="138" name="i-scale">
            <a:extLst xmlns:a="http://schemas.openxmlformats.org/drawingml/2006/main">
              <a:ext uri="{FF2B5EF4-FFF2-40B4-BE49-F238E27FC236}">
                <a16:creationId xmlns:a16="http://schemas.microsoft.com/office/drawing/2014/main" id="{E40CEDF6-CE1A-4D83-BAB8-79032F3D7755}"/>
              </a:ext>
            </a:extLst>
          </p:cNvPr>
          <p:cNvSpPr>
            <a:spLocks xmlns:a="http://schemas.openxmlformats.org/drawingml/2006/main" noGrp="1"/>
          </p:cNvSpPr>
          <p:nvPr/>
        </p:nvSpPr>
        <p:spPr>
          <a:xfrm xmlns:a="http://schemas.openxmlformats.org/drawingml/2006/main" rot="0">
            <a:off x="7407275" y="5753100"/>
            <a:ext cx="0" cy="274320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39" name="i0-label">
            <a:extLst xmlns:a="http://schemas.openxmlformats.org/drawingml/2006/main">
              <a:ext uri="{FF2B5EF4-FFF2-40B4-BE49-F238E27FC236}">
                <a16:creationId xmlns:a16="http://schemas.microsoft.com/office/drawing/2014/main" id="{44FF9637-0175-4E2D-A3E2-B02E1524560F}"/>
              </a:ext>
            </a:extLst>
          </p:cNvPr>
          <p:cNvSpPr>
            <a:spLocks xmlns:a="http://schemas.openxmlformats.org/drawingml/2006/main" noGrp="1"/>
          </p:cNvSpPr>
          <p:nvPr/>
        </p:nvSpPr>
        <p:spPr>
          <a:xfrm xmlns:a="http://schemas.openxmlformats.org/drawingml/2006/main">
            <a:off x="381000" y="57531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I </a:t>
            </a:r>
            <a:r>
              <a:rPr sz="2250" b="0" i="1">
                <a:solidFill>
                  <a:srgbClr val="1E2E38"/>
                </a:solidFill>
                <a:latin typeface="Times New Roman"/>
                <a:ea typeface="Times New Roman"/>
                <a:cs typeface="Times New Roman"/>
              </a:rPr>
              <a:t>TRI</a:t>
            </a:r>
          </a:p>
        </p:txBody>
      </p:sp>
      <p:sp>
        <p:nvSpPr>
          <p:cNvPr id="140" name="i0-S-bar">
            <a:extLst xmlns:a="http://schemas.openxmlformats.org/drawingml/2006/main">
              <a:ext uri="{FF2B5EF4-FFF2-40B4-BE49-F238E27FC236}">
                <a16:creationId xmlns:a16="http://schemas.microsoft.com/office/drawing/2014/main" id="{5B0934E8-05C7-423C-A453-6D64D34763BF}"/>
              </a:ext>
            </a:extLst>
          </p:cNvPr>
          <p:cNvSpPr>
            <a:spLocks xmlns:a="http://schemas.openxmlformats.org/drawingml/2006/main" noGrp="1"/>
          </p:cNvSpPr>
          <p:nvPr/>
        </p:nvSpPr>
        <p:spPr>
          <a:xfrm xmlns:a="http://schemas.openxmlformats.org/drawingml/2006/main">
            <a:off x="6280150" y="5758815"/>
            <a:ext cx="1566428" cy="57150"/>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141" name="i0-S-ci">
            <a:extLst xmlns:a="http://schemas.openxmlformats.org/drawingml/2006/main">
              <a:ext uri="{FF2B5EF4-FFF2-40B4-BE49-F238E27FC236}">
                <a16:creationId xmlns:a16="http://schemas.microsoft.com/office/drawing/2014/main" id="{B0A811E2-CE87-423B-996D-2EF49A389FEE}"/>
              </a:ext>
            </a:extLst>
          </p:cNvPr>
          <p:cNvSpPr>
            <a:spLocks xmlns:a="http://schemas.openxmlformats.org/drawingml/2006/main" noGrp="1"/>
          </p:cNvSpPr>
          <p:nvPr/>
        </p:nvSpPr>
        <p:spPr>
          <a:xfrm xmlns:a="http://schemas.openxmlformats.org/drawingml/2006/main" rot="0">
            <a:off x="6902272" y="5787390"/>
            <a:ext cx="1775746"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42" name="i0-S-cil">
            <a:extLst xmlns:a="http://schemas.openxmlformats.org/drawingml/2006/main">
              <a:ext uri="{FF2B5EF4-FFF2-40B4-BE49-F238E27FC236}">
                <a16:creationId xmlns:a16="http://schemas.microsoft.com/office/drawing/2014/main" id="{DE1CED5C-1DC5-48C7-ABE2-D64ADD6B2442}"/>
              </a:ext>
            </a:extLst>
          </p:cNvPr>
          <p:cNvSpPr>
            <a:spLocks xmlns:a="http://schemas.openxmlformats.org/drawingml/2006/main" noGrp="1"/>
          </p:cNvSpPr>
          <p:nvPr/>
        </p:nvSpPr>
        <p:spPr>
          <a:xfrm xmlns:a="http://schemas.openxmlformats.org/drawingml/2006/main" rot="0">
            <a:off x="6902272" y="57588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43" name="i0-S-cih">
            <a:extLst xmlns:a="http://schemas.openxmlformats.org/drawingml/2006/main">
              <a:ext uri="{FF2B5EF4-FFF2-40B4-BE49-F238E27FC236}">
                <a16:creationId xmlns:a16="http://schemas.microsoft.com/office/drawing/2014/main" id="{2609AEBD-75C8-4980-B5E8-E66169749A73}"/>
              </a:ext>
            </a:extLst>
          </p:cNvPr>
          <p:cNvSpPr>
            <a:spLocks xmlns:a="http://schemas.openxmlformats.org/drawingml/2006/main" noGrp="1"/>
          </p:cNvSpPr>
          <p:nvPr/>
        </p:nvSpPr>
        <p:spPr>
          <a:xfrm xmlns:a="http://schemas.openxmlformats.org/drawingml/2006/main" rot="0">
            <a:off x="8678019" y="57588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44" name="i0-S-mark">
            <a:extLst xmlns:a="http://schemas.openxmlformats.org/drawingml/2006/main">
              <a:ext uri="{FF2B5EF4-FFF2-40B4-BE49-F238E27FC236}">
                <a16:creationId xmlns:a16="http://schemas.microsoft.com/office/drawing/2014/main" id="{D2B7150E-5A5F-468D-BBB0-C32BD2121E49}"/>
              </a:ext>
            </a:extLst>
          </p:cNvPr>
          <p:cNvSpPr>
            <a:spLocks xmlns:a="http://schemas.openxmlformats.org/drawingml/2006/main" noGrp="1"/>
          </p:cNvSpPr>
          <p:nvPr/>
        </p:nvSpPr>
        <p:spPr>
          <a:xfrm xmlns:a="http://schemas.openxmlformats.org/drawingml/2006/main" rot="0">
            <a:off x="7846578" y="5730240"/>
            <a:ext cx="0" cy="114300"/>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145" name="i0-D-bar">
            <a:extLst xmlns:a="http://schemas.openxmlformats.org/drawingml/2006/main">
              <a:ext uri="{FF2B5EF4-FFF2-40B4-BE49-F238E27FC236}">
                <a16:creationId xmlns:a16="http://schemas.microsoft.com/office/drawing/2014/main" id="{0585C192-37D4-4833-AD35-4D7E0157D78C}"/>
              </a:ext>
            </a:extLst>
          </p:cNvPr>
          <p:cNvSpPr>
            <a:spLocks xmlns:a="http://schemas.openxmlformats.org/drawingml/2006/main" noGrp="1"/>
          </p:cNvSpPr>
          <p:nvPr/>
        </p:nvSpPr>
        <p:spPr>
          <a:xfrm xmlns:a="http://schemas.openxmlformats.org/drawingml/2006/main">
            <a:off x="6280150" y="5827395"/>
            <a:ext cx="2300344" cy="57150"/>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146" name="i0-D-ci">
            <a:extLst xmlns:a="http://schemas.openxmlformats.org/drawingml/2006/main">
              <a:ext uri="{FF2B5EF4-FFF2-40B4-BE49-F238E27FC236}">
                <a16:creationId xmlns:a16="http://schemas.microsoft.com/office/drawing/2014/main" id="{4A1235E8-DE8E-4E16-B099-CE4AA6C8999F}"/>
              </a:ext>
            </a:extLst>
          </p:cNvPr>
          <p:cNvSpPr>
            <a:spLocks xmlns:a="http://schemas.openxmlformats.org/drawingml/2006/main" noGrp="1"/>
          </p:cNvSpPr>
          <p:nvPr/>
        </p:nvSpPr>
        <p:spPr>
          <a:xfrm xmlns:a="http://schemas.openxmlformats.org/drawingml/2006/main" rot="0">
            <a:off x="7636159" y="5855970"/>
            <a:ext cx="1961710"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47" name="i0-D-cil">
            <a:extLst xmlns:a="http://schemas.openxmlformats.org/drawingml/2006/main">
              <a:ext uri="{FF2B5EF4-FFF2-40B4-BE49-F238E27FC236}">
                <a16:creationId xmlns:a16="http://schemas.microsoft.com/office/drawing/2014/main" id="{BF3F1C33-9BAA-466C-86D6-9E0B37BBA9E7}"/>
              </a:ext>
            </a:extLst>
          </p:cNvPr>
          <p:cNvSpPr>
            <a:spLocks xmlns:a="http://schemas.openxmlformats.org/drawingml/2006/main" noGrp="1"/>
          </p:cNvSpPr>
          <p:nvPr/>
        </p:nvSpPr>
        <p:spPr>
          <a:xfrm xmlns:a="http://schemas.openxmlformats.org/drawingml/2006/main" rot="0">
            <a:off x="7636159" y="58273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48" name="i0-D-cih">
            <a:extLst xmlns:a="http://schemas.openxmlformats.org/drawingml/2006/main">
              <a:ext uri="{FF2B5EF4-FFF2-40B4-BE49-F238E27FC236}">
                <a16:creationId xmlns:a16="http://schemas.microsoft.com/office/drawing/2014/main" id="{0153B261-2C9D-4920-8B9C-85C9939384E4}"/>
              </a:ext>
            </a:extLst>
          </p:cNvPr>
          <p:cNvSpPr>
            <a:spLocks xmlns:a="http://schemas.openxmlformats.org/drawingml/2006/main" noGrp="1"/>
          </p:cNvSpPr>
          <p:nvPr/>
        </p:nvSpPr>
        <p:spPr>
          <a:xfrm xmlns:a="http://schemas.openxmlformats.org/drawingml/2006/main" rot="0">
            <a:off x="9597870" y="58273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49" name="i0-D-mark">
            <a:extLst xmlns:a="http://schemas.openxmlformats.org/drawingml/2006/main">
              <a:ext uri="{FF2B5EF4-FFF2-40B4-BE49-F238E27FC236}">
                <a16:creationId xmlns:a16="http://schemas.microsoft.com/office/drawing/2014/main" id="{640FB927-AD49-441C-A66C-9C6DFEF9414B}"/>
              </a:ext>
            </a:extLst>
          </p:cNvPr>
          <p:cNvSpPr>
            <a:spLocks xmlns:a="http://schemas.openxmlformats.org/drawingml/2006/main" noGrp="1"/>
          </p:cNvSpPr>
          <p:nvPr/>
        </p:nvSpPr>
        <p:spPr>
          <a:xfrm xmlns:a="http://schemas.openxmlformats.org/drawingml/2006/main" rot="0">
            <a:off x="8580494" y="5798820"/>
            <a:ext cx="0" cy="114300"/>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150" name="i0-E1-bar">
            <a:extLst xmlns:a="http://schemas.openxmlformats.org/drawingml/2006/main">
              <a:ext uri="{FF2B5EF4-FFF2-40B4-BE49-F238E27FC236}">
                <a16:creationId xmlns:a16="http://schemas.microsoft.com/office/drawing/2014/main" id="{EA324343-2D41-4809-96C3-9118AF26FBA3}"/>
              </a:ext>
            </a:extLst>
          </p:cNvPr>
          <p:cNvSpPr>
            <a:spLocks xmlns:a="http://schemas.openxmlformats.org/drawingml/2006/main" noGrp="1"/>
          </p:cNvSpPr>
          <p:nvPr/>
        </p:nvSpPr>
        <p:spPr>
          <a:xfrm xmlns:a="http://schemas.openxmlformats.org/drawingml/2006/main">
            <a:off x="6280150" y="5895975"/>
            <a:ext cx="2243547" cy="57150"/>
          </a:xfrm>
          <a:prstGeom xmlns:a="http://schemas.openxmlformats.org/drawingml/2006/main" prst="rect">
            <a:avLst/>
          </a:prstGeom>
          <a:solidFill xmlns:a="http://schemas.openxmlformats.org/drawingml/2006/main">
            <a:srgbClr val="E7E2F3"/>
          </a:solidFill>
          <a:ln xmlns:a="http://schemas.openxmlformats.org/drawingml/2006/main" w="0">
            <a:noFill/>
            <a:prstDash val="solid"/>
          </a:ln>
        </p:spPr>
      </p:sp>
      <p:sp>
        <p:nvSpPr>
          <p:cNvPr id="151" name="i0-E1-ci">
            <a:extLst xmlns:a="http://schemas.openxmlformats.org/drawingml/2006/main">
              <a:ext uri="{FF2B5EF4-FFF2-40B4-BE49-F238E27FC236}">
                <a16:creationId xmlns:a16="http://schemas.microsoft.com/office/drawing/2014/main" id="{0834A2F7-923F-4393-9478-41E493CC9A76}"/>
              </a:ext>
            </a:extLst>
          </p:cNvPr>
          <p:cNvSpPr>
            <a:spLocks xmlns:a="http://schemas.openxmlformats.org/drawingml/2006/main" noGrp="1"/>
          </p:cNvSpPr>
          <p:nvPr/>
        </p:nvSpPr>
        <p:spPr>
          <a:xfrm xmlns:a="http://schemas.openxmlformats.org/drawingml/2006/main" rot="0">
            <a:off x="7697016" y="5924550"/>
            <a:ext cx="1719610"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52" name="i0-E1-cil">
            <a:extLst xmlns:a="http://schemas.openxmlformats.org/drawingml/2006/main">
              <a:ext uri="{FF2B5EF4-FFF2-40B4-BE49-F238E27FC236}">
                <a16:creationId xmlns:a16="http://schemas.microsoft.com/office/drawing/2014/main" id="{E57C1DF4-63EB-4253-AEB4-0C6C591F26F7}"/>
              </a:ext>
            </a:extLst>
          </p:cNvPr>
          <p:cNvSpPr>
            <a:spLocks xmlns:a="http://schemas.openxmlformats.org/drawingml/2006/main" noGrp="1"/>
          </p:cNvSpPr>
          <p:nvPr/>
        </p:nvSpPr>
        <p:spPr>
          <a:xfrm xmlns:a="http://schemas.openxmlformats.org/drawingml/2006/main" rot="0">
            <a:off x="7697016" y="58959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53" name="i0-E1-cih">
            <a:extLst xmlns:a="http://schemas.openxmlformats.org/drawingml/2006/main">
              <a:ext uri="{FF2B5EF4-FFF2-40B4-BE49-F238E27FC236}">
                <a16:creationId xmlns:a16="http://schemas.microsoft.com/office/drawing/2014/main" id="{961B4D9C-3109-468E-908F-AC287C9C5D29}"/>
              </a:ext>
            </a:extLst>
          </p:cNvPr>
          <p:cNvSpPr>
            <a:spLocks xmlns:a="http://schemas.openxmlformats.org/drawingml/2006/main" noGrp="1"/>
          </p:cNvSpPr>
          <p:nvPr/>
        </p:nvSpPr>
        <p:spPr>
          <a:xfrm xmlns:a="http://schemas.openxmlformats.org/drawingml/2006/main" rot="0">
            <a:off x="9416626" y="58959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54" name="i0-E1-mark">
            <a:extLst xmlns:a="http://schemas.openxmlformats.org/drawingml/2006/main">
              <a:ext uri="{FF2B5EF4-FFF2-40B4-BE49-F238E27FC236}">
                <a16:creationId xmlns:a16="http://schemas.microsoft.com/office/drawing/2014/main" id="{C711E532-36EF-4C55-A6F6-ABF61E1D4B35}"/>
              </a:ext>
            </a:extLst>
          </p:cNvPr>
          <p:cNvSpPr>
            <a:spLocks xmlns:a="http://schemas.openxmlformats.org/drawingml/2006/main" noGrp="1"/>
          </p:cNvSpPr>
          <p:nvPr/>
        </p:nvSpPr>
        <p:spPr>
          <a:xfrm xmlns:a="http://schemas.openxmlformats.org/drawingml/2006/main" rot="0">
            <a:off x="8523697" y="5867400"/>
            <a:ext cx="0" cy="114300"/>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155" name="i0-E2-bar">
            <a:extLst xmlns:a="http://schemas.openxmlformats.org/drawingml/2006/main">
              <a:ext uri="{FF2B5EF4-FFF2-40B4-BE49-F238E27FC236}">
                <a16:creationId xmlns:a16="http://schemas.microsoft.com/office/drawing/2014/main" id="{A0FA46B2-AB53-4E59-AEBD-9F1FFE3D609C}"/>
              </a:ext>
            </a:extLst>
          </p:cNvPr>
          <p:cNvSpPr>
            <a:spLocks xmlns:a="http://schemas.openxmlformats.org/drawingml/2006/main" noGrp="1"/>
          </p:cNvSpPr>
          <p:nvPr/>
        </p:nvSpPr>
        <p:spPr>
          <a:xfrm xmlns:a="http://schemas.openxmlformats.org/drawingml/2006/main">
            <a:off x="6194395" y="5964555"/>
            <a:ext cx="85755" cy="57150"/>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156" name="i0-E2-ci">
            <a:extLst xmlns:a="http://schemas.openxmlformats.org/drawingml/2006/main">
              <a:ext uri="{FF2B5EF4-FFF2-40B4-BE49-F238E27FC236}">
                <a16:creationId xmlns:a16="http://schemas.microsoft.com/office/drawing/2014/main" id="{FDDBB134-53FA-4F10-8E60-BA2CC9055D65}"/>
              </a:ext>
            </a:extLst>
          </p:cNvPr>
          <p:cNvSpPr>
            <a:spLocks xmlns:a="http://schemas.openxmlformats.org/drawingml/2006/main" noGrp="1"/>
          </p:cNvSpPr>
          <p:nvPr/>
        </p:nvSpPr>
        <p:spPr>
          <a:xfrm xmlns:a="http://schemas.openxmlformats.org/drawingml/2006/main" rot="0">
            <a:off x="5810899" y="5993130"/>
            <a:ext cx="736205" cy="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157" name="i0-E2-cil">
            <a:extLst xmlns:a="http://schemas.openxmlformats.org/drawingml/2006/main">
              <a:ext uri="{FF2B5EF4-FFF2-40B4-BE49-F238E27FC236}">
                <a16:creationId xmlns:a16="http://schemas.microsoft.com/office/drawing/2014/main" id="{A5C665A9-9BF2-48F5-9B69-C37AE1551C67}"/>
              </a:ext>
            </a:extLst>
          </p:cNvPr>
          <p:cNvSpPr>
            <a:spLocks xmlns:a="http://schemas.openxmlformats.org/drawingml/2006/main" noGrp="1"/>
          </p:cNvSpPr>
          <p:nvPr/>
        </p:nvSpPr>
        <p:spPr>
          <a:xfrm xmlns:a="http://schemas.openxmlformats.org/drawingml/2006/main" rot="0">
            <a:off x="5810899" y="59645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158" name="i0-E2-cih">
            <a:extLst xmlns:a="http://schemas.openxmlformats.org/drawingml/2006/main">
              <a:ext uri="{FF2B5EF4-FFF2-40B4-BE49-F238E27FC236}">
                <a16:creationId xmlns:a16="http://schemas.microsoft.com/office/drawing/2014/main" id="{8D8E58AE-A80A-4B6B-871A-6C1407B0CEE4}"/>
              </a:ext>
            </a:extLst>
          </p:cNvPr>
          <p:cNvSpPr>
            <a:spLocks xmlns:a="http://schemas.openxmlformats.org/drawingml/2006/main" noGrp="1"/>
          </p:cNvSpPr>
          <p:nvPr/>
        </p:nvSpPr>
        <p:spPr>
          <a:xfrm xmlns:a="http://schemas.openxmlformats.org/drawingml/2006/main" rot="0">
            <a:off x="6547103" y="59645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159" name="i0-E2-mark">
            <a:extLst xmlns:a="http://schemas.openxmlformats.org/drawingml/2006/main">
              <a:ext uri="{FF2B5EF4-FFF2-40B4-BE49-F238E27FC236}">
                <a16:creationId xmlns:a16="http://schemas.microsoft.com/office/drawing/2014/main" id="{8E708250-B965-47B5-B9BB-2461DA716D95}"/>
              </a:ext>
            </a:extLst>
          </p:cNvPr>
          <p:cNvSpPr>
            <a:spLocks xmlns:a="http://schemas.openxmlformats.org/drawingml/2006/main" noGrp="1"/>
          </p:cNvSpPr>
          <p:nvPr/>
        </p:nvSpPr>
        <p:spPr>
          <a:xfrm xmlns:a="http://schemas.openxmlformats.org/drawingml/2006/main" rot="0">
            <a:off x="6194395" y="5935980"/>
            <a:ext cx="0" cy="114300"/>
          </a:xfrm>
          <a:prstGeom xmlns:a="http://schemas.openxmlformats.org/drawingml/2006/main" prst="line">
            <a:avLst/>
          </a:prstGeom>
          <a:noFill xmlns:a="http://schemas.openxmlformats.org/drawingml/2006/main"/>
          <a:ln xmlns:a="http://schemas.openxmlformats.org/drawingml/2006/main" w="24765">
            <a:solidFill>
              <a:srgbClr val="B27C20"/>
            </a:solidFill>
            <a:prstDash val="solid"/>
          </a:ln>
        </p:spPr>
      </p:sp>
      <p:sp>
        <p:nvSpPr>
          <p:cNvPr id="160" name="i0-E3-bar">
            <a:extLst xmlns:a="http://schemas.openxmlformats.org/drawingml/2006/main">
              <a:ext uri="{FF2B5EF4-FFF2-40B4-BE49-F238E27FC236}">
                <a16:creationId xmlns:a16="http://schemas.microsoft.com/office/drawing/2014/main" id="{991BCFBE-AC14-49BE-9180-D4B0DAEABCDF}"/>
              </a:ext>
            </a:extLst>
          </p:cNvPr>
          <p:cNvSpPr>
            <a:spLocks xmlns:a="http://schemas.openxmlformats.org/drawingml/2006/main" noGrp="1"/>
          </p:cNvSpPr>
          <p:nvPr/>
        </p:nvSpPr>
        <p:spPr>
          <a:xfrm xmlns:a="http://schemas.openxmlformats.org/drawingml/2006/main">
            <a:off x="6280150" y="6033135"/>
            <a:ext cx="3148717" cy="57150"/>
          </a:xfrm>
          <a:prstGeom xmlns:a="http://schemas.openxmlformats.org/drawingml/2006/main" prst="rect">
            <a:avLst/>
          </a:prstGeom>
          <a:solidFill xmlns:a="http://schemas.openxmlformats.org/drawingml/2006/main">
            <a:srgbClr val="F2E2E0"/>
          </a:solidFill>
          <a:ln xmlns:a="http://schemas.openxmlformats.org/drawingml/2006/main" w="0">
            <a:noFill/>
            <a:prstDash val="solid"/>
          </a:ln>
        </p:spPr>
      </p:sp>
      <p:sp>
        <p:nvSpPr>
          <p:cNvPr id="161" name="i0-E3-ci">
            <a:extLst xmlns:a="http://schemas.openxmlformats.org/drawingml/2006/main">
              <a:ext uri="{FF2B5EF4-FFF2-40B4-BE49-F238E27FC236}">
                <a16:creationId xmlns:a16="http://schemas.microsoft.com/office/drawing/2014/main" id="{3B452690-F97E-430F-834F-35D44DD8ECF9}"/>
              </a:ext>
            </a:extLst>
          </p:cNvPr>
          <p:cNvSpPr>
            <a:spLocks xmlns:a="http://schemas.openxmlformats.org/drawingml/2006/main" noGrp="1"/>
          </p:cNvSpPr>
          <p:nvPr/>
        </p:nvSpPr>
        <p:spPr>
          <a:xfrm xmlns:a="http://schemas.openxmlformats.org/drawingml/2006/main" rot="0">
            <a:off x="8303704" y="6061710"/>
            <a:ext cx="2396386" cy="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162" name="i0-E3-cil">
            <a:extLst xmlns:a="http://schemas.openxmlformats.org/drawingml/2006/main">
              <a:ext uri="{FF2B5EF4-FFF2-40B4-BE49-F238E27FC236}">
                <a16:creationId xmlns:a16="http://schemas.microsoft.com/office/drawing/2014/main" id="{5955E1D8-8A79-4ED4-A4B9-C780D329E4F6}"/>
              </a:ext>
            </a:extLst>
          </p:cNvPr>
          <p:cNvSpPr>
            <a:spLocks xmlns:a="http://schemas.openxmlformats.org/drawingml/2006/main" noGrp="1"/>
          </p:cNvSpPr>
          <p:nvPr/>
        </p:nvSpPr>
        <p:spPr>
          <a:xfrm xmlns:a="http://schemas.openxmlformats.org/drawingml/2006/main" rot="0">
            <a:off x="8303704" y="60331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163" name="i0-E3-cih">
            <a:extLst xmlns:a="http://schemas.openxmlformats.org/drawingml/2006/main">
              <a:ext uri="{FF2B5EF4-FFF2-40B4-BE49-F238E27FC236}">
                <a16:creationId xmlns:a16="http://schemas.microsoft.com/office/drawing/2014/main" id="{3BE892E1-B8A6-4238-AC38-2596FCAF8CD2}"/>
              </a:ext>
            </a:extLst>
          </p:cNvPr>
          <p:cNvSpPr>
            <a:spLocks xmlns:a="http://schemas.openxmlformats.org/drawingml/2006/main" noGrp="1"/>
          </p:cNvSpPr>
          <p:nvPr/>
        </p:nvSpPr>
        <p:spPr>
          <a:xfrm xmlns:a="http://schemas.openxmlformats.org/drawingml/2006/main" rot="0">
            <a:off x="10700090" y="60331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164" name="i0-E3-mark">
            <a:extLst xmlns:a="http://schemas.openxmlformats.org/drawingml/2006/main">
              <a:ext uri="{FF2B5EF4-FFF2-40B4-BE49-F238E27FC236}">
                <a16:creationId xmlns:a16="http://schemas.microsoft.com/office/drawing/2014/main" id="{C125EADF-5CC8-4C00-8D0F-0FD6D3972D7E}"/>
              </a:ext>
            </a:extLst>
          </p:cNvPr>
          <p:cNvSpPr>
            <a:spLocks xmlns:a="http://schemas.openxmlformats.org/drawingml/2006/main" noGrp="1"/>
          </p:cNvSpPr>
          <p:nvPr/>
        </p:nvSpPr>
        <p:spPr>
          <a:xfrm xmlns:a="http://schemas.openxmlformats.org/drawingml/2006/main" rot="0">
            <a:off x="9428867" y="6004560"/>
            <a:ext cx="0" cy="114300"/>
          </a:xfrm>
          <a:prstGeom xmlns:a="http://schemas.openxmlformats.org/drawingml/2006/main" prst="line">
            <a:avLst/>
          </a:prstGeom>
          <a:noFill xmlns:a="http://schemas.openxmlformats.org/drawingml/2006/main"/>
          <a:ln xmlns:a="http://schemas.openxmlformats.org/drawingml/2006/main" w="24765">
            <a:solidFill>
              <a:srgbClr val="B23A2C"/>
            </a:solidFill>
            <a:prstDash val="solid"/>
          </a:ln>
        </p:spPr>
      </p:sp>
      <p:sp>
        <p:nvSpPr>
          <p:cNvPr id="165" name="i1-label">
            <a:extLst xmlns:a="http://schemas.openxmlformats.org/drawingml/2006/main">
              <a:ext uri="{FF2B5EF4-FFF2-40B4-BE49-F238E27FC236}">
                <a16:creationId xmlns:a16="http://schemas.microsoft.com/office/drawing/2014/main" id="{B1C2DBED-5E7D-4607-809F-EB8FB18A7717}"/>
              </a:ext>
            </a:extLst>
          </p:cNvPr>
          <p:cNvSpPr>
            <a:spLocks xmlns:a="http://schemas.openxmlformats.org/drawingml/2006/main" noGrp="1"/>
          </p:cNvSpPr>
          <p:nvPr/>
        </p:nvSpPr>
        <p:spPr>
          <a:xfrm xmlns:a="http://schemas.openxmlformats.org/drawingml/2006/main">
            <a:off x="381000" y="60960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I </a:t>
            </a:r>
            <a:r>
              <a:rPr sz="2250" b="0" i="1">
                <a:solidFill>
                  <a:srgbClr val="1E2E38"/>
                </a:solidFill>
                <a:latin typeface="Times New Roman"/>
                <a:ea typeface="Times New Roman"/>
                <a:cs typeface="Times New Roman"/>
              </a:rPr>
              <a:t>BAL</a:t>
            </a:r>
          </a:p>
        </p:txBody>
      </p:sp>
      <p:sp>
        <p:nvSpPr>
          <p:cNvPr id="166" name="i1-S-bar">
            <a:extLst xmlns:a="http://schemas.openxmlformats.org/drawingml/2006/main">
              <a:ext uri="{FF2B5EF4-FFF2-40B4-BE49-F238E27FC236}">
                <a16:creationId xmlns:a16="http://schemas.microsoft.com/office/drawing/2014/main" id="{ED710D5C-ADC4-4033-9F42-F1BA3939C60B}"/>
              </a:ext>
            </a:extLst>
          </p:cNvPr>
          <p:cNvSpPr>
            <a:spLocks xmlns:a="http://schemas.openxmlformats.org/drawingml/2006/main" noGrp="1"/>
          </p:cNvSpPr>
          <p:nvPr/>
        </p:nvSpPr>
        <p:spPr>
          <a:xfrm xmlns:a="http://schemas.openxmlformats.org/drawingml/2006/main">
            <a:off x="6280150" y="6101715"/>
            <a:ext cx="1232974" cy="57150"/>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167" name="i1-S-ci">
            <a:extLst xmlns:a="http://schemas.openxmlformats.org/drawingml/2006/main">
              <a:ext uri="{FF2B5EF4-FFF2-40B4-BE49-F238E27FC236}">
                <a16:creationId xmlns:a16="http://schemas.microsoft.com/office/drawing/2014/main" id="{9FE51D56-74BC-47AF-87BE-AE98AD2BBD12}"/>
              </a:ext>
            </a:extLst>
          </p:cNvPr>
          <p:cNvSpPr>
            <a:spLocks xmlns:a="http://schemas.openxmlformats.org/drawingml/2006/main" noGrp="1"/>
          </p:cNvSpPr>
          <p:nvPr/>
        </p:nvSpPr>
        <p:spPr>
          <a:xfrm xmlns:a="http://schemas.openxmlformats.org/drawingml/2006/main" rot="0">
            <a:off x="6684821" y="6130290"/>
            <a:ext cx="1540853"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68" name="i1-S-cil">
            <a:extLst xmlns:a="http://schemas.openxmlformats.org/drawingml/2006/main">
              <a:ext uri="{FF2B5EF4-FFF2-40B4-BE49-F238E27FC236}">
                <a16:creationId xmlns:a16="http://schemas.microsoft.com/office/drawing/2014/main" id="{9CE5978E-95B3-4AF9-B78B-D932ACF047E4}"/>
              </a:ext>
            </a:extLst>
          </p:cNvPr>
          <p:cNvSpPr>
            <a:spLocks xmlns:a="http://schemas.openxmlformats.org/drawingml/2006/main" noGrp="1"/>
          </p:cNvSpPr>
          <p:nvPr/>
        </p:nvSpPr>
        <p:spPr>
          <a:xfrm xmlns:a="http://schemas.openxmlformats.org/drawingml/2006/main" rot="0">
            <a:off x="6684821" y="61017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69" name="i1-S-cih">
            <a:extLst xmlns:a="http://schemas.openxmlformats.org/drawingml/2006/main">
              <a:ext uri="{FF2B5EF4-FFF2-40B4-BE49-F238E27FC236}">
                <a16:creationId xmlns:a16="http://schemas.microsoft.com/office/drawing/2014/main" id="{7A39B620-D8CB-47BE-87E4-2BF819D0736F}"/>
              </a:ext>
            </a:extLst>
          </p:cNvPr>
          <p:cNvSpPr>
            <a:spLocks xmlns:a="http://schemas.openxmlformats.org/drawingml/2006/main" noGrp="1"/>
          </p:cNvSpPr>
          <p:nvPr/>
        </p:nvSpPr>
        <p:spPr>
          <a:xfrm xmlns:a="http://schemas.openxmlformats.org/drawingml/2006/main" rot="0">
            <a:off x="8225675" y="61017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70" name="i1-S-mark">
            <a:extLst xmlns:a="http://schemas.openxmlformats.org/drawingml/2006/main">
              <a:ext uri="{FF2B5EF4-FFF2-40B4-BE49-F238E27FC236}">
                <a16:creationId xmlns:a16="http://schemas.microsoft.com/office/drawing/2014/main" id="{A8B223C1-92D7-4EAD-9ADD-57E9104A4F25}"/>
              </a:ext>
            </a:extLst>
          </p:cNvPr>
          <p:cNvSpPr>
            <a:spLocks xmlns:a="http://schemas.openxmlformats.org/drawingml/2006/main" noGrp="1"/>
          </p:cNvSpPr>
          <p:nvPr/>
        </p:nvSpPr>
        <p:spPr>
          <a:xfrm xmlns:a="http://schemas.openxmlformats.org/drawingml/2006/main" rot="0">
            <a:off x="7513124" y="6073140"/>
            <a:ext cx="0" cy="114300"/>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171" name="i1-D-bar">
            <a:extLst xmlns:a="http://schemas.openxmlformats.org/drawingml/2006/main">
              <a:ext uri="{FF2B5EF4-FFF2-40B4-BE49-F238E27FC236}">
                <a16:creationId xmlns:a16="http://schemas.microsoft.com/office/drawing/2014/main" id="{30E791CF-2197-4C02-A751-EB88EF3EE72A}"/>
              </a:ext>
            </a:extLst>
          </p:cNvPr>
          <p:cNvSpPr>
            <a:spLocks xmlns:a="http://schemas.openxmlformats.org/drawingml/2006/main" noGrp="1"/>
          </p:cNvSpPr>
          <p:nvPr/>
        </p:nvSpPr>
        <p:spPr>
          <a:xfrm xmlns:a="http://schemas.openxmlformats.org/drawingml/2006/main">
            <a:off x="6280150" y="6170295"/>
            <a:ext cx="1546091" cy="57150"/>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172" name="i1-D-ci">
            <a:extLst xmlns:a="http://schemas.openxmlformats.org/drawingml/2006/main">
              <a:ext uri="{FF2B5EF4-FFF2-40B4-BE49-F238E27FC236}">
                <a16:creationId xmlns:a16="http://schemas.microsoft.com/office/drawing/2014/main" id="{7E5FFDEA-75E7-4AB9-AD2D-6C0C415EFBF0}"/>
              </a:ext>
            </a:extLst>
          </p:cNvPr>
          <p:cNvSpPr>
            <a:spLocks xmlns:a="http://schemas.openxmlformats.org/drawingml/2006/main" noGrp="1"/>
          </p:cNvSpPr>
          <p:nvPr/>
        </p:nvSpPr>
        <p:spPr>
          <a:xfrm xmlns:a="http://schemas.openxmlformats.org/drawingml/2006/main" rot="0">
            <a:off x="6908526" y="6198870"/>
            <a:ext cx="2117795"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73" name="i1-D-cil">
            <a:extLst xmlns:a="http://schemas.openxmlformats.org/drawingml/2006/main">
              <a:ext uri="{FF2B5EF4-FFF2-40B4-BE49-F238E27FC236}">
                <a16:creationId xmlns:a16="http://schemas.microsoft.com/office/drawing/2014/main" id="{B7FD0D34-6CDB-445F-AA43-734808CFFEA4}"/>
              </a:ext>
            </a:extLst>
          </p:cNvPr>
          <p:cNvSpPr>
            <a:spLocks xmlns:a="http://schemas.openxmlformats.org/drawingml/2006/main" noGrp="1"/>
          </p:cNvSpPr>
          <p:nvPr/>
        </p:nvSpPr>
        <p:spPr>
          <a:xfrm xmlns:a="http://schemas.openxmlformats.org/drawingml/2006/main" rot="0">
            <a:off x="6908526" y="61702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74" name="i1-D-cih">
            <a:extLst xmlns:a="http://schemas.openxmlformats.org/drawingml/2006/main">
              <a:ext uri="{FF2B5EF4-FFF2-40B4-BE49-F238E27FC236}">
                <a16:creationId xmlns:a16="http://schemas.microsoft.com/office/drawing/2014/main" id="{335B99FA-CE94-403F-BD42-F056D073733A}"/>
              </a:ext>
            </a:extLst>
          </p:cNvPr>
          <p:cNvSpPr>
            <a:spLocks xmlns:a="http://schemas.openxmlformats.org/drawingml/2006/main" noGrp="1"/>
          </p:cNvSpPr>
          <p:nvPr/>
        </p:nvSpPr>
        <p:spPr>
          <a:xfrm xmlns:a="http://schemas.openxmlformats.org/drawingml/2006/main" rot="0">
            <a:off x="9026321" y="61702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75" name="i1-D-mark">
            <a:extLst xmlns:a="http://schemas.openxmlformats.org/drawingml/2006/main">
              <a:ext uri="{FF2B5EF4-FFF2-40B4-BE49-F238E27FC236}">
                <a16:creationId xmlns:a16="http://schemas.microsoft.com/office/drawing/2014/main" id="{C8CBF35F-FF14-47D1-ADAA-B7BD4378CF34}"/>
              </a:ext>
            </a:extLst>
          </p:cNvPr>
          <p:cNvSpPr>
            <a:spLocks xmlns:a="http://schemas.openxmlformats.org/drawingml/2006/main" noGrp="1"/>
          </p:cNvSpPr>
          <p:nvPr/>
        </p:nvSpPr>
        <p:spPr>
          <a:xfrm xmlns:a="http://schemas.openxmlformats.org/drawingml/2006/main" rot="0">
            <a:off x="7826241" y="6141720"/>
            <a:ext cx="0" cy="114300"/>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176" name="i1-E1-bar">
            <a:extLst xmlns:a="http://schemas.openxmlformats.org/drawingml/2006/main">
              <a:ext uri="{FF2B5EF4-FFF2-40B4-BE49-F238E27FC236}">
                <a16:creationId xmlns:a16="http://schemas.microsoft.com/office/drawing/2014/main" id="{7445A1A7-BCF9-4902-BA67-AE826FDE906F}"/>
              </a:ext>
            </a:extLst>
          </p:cNvPr>
          <p:cNvSpPr>
            <a:spLocks xmlns:a="http://schemas.openxmlformats.org/drawingml/2006/main" noGrp="1"/>
          </p:cNvSpPr>
          <p:nvPr/>
        </p:nvSpPr>
        <p:spPr>
          <a:xfrm xmlns:a="http://schemas.openxmlformats.org/drawingml/2006/main">
            <a:off x="6280150" y="6238875"/>
            <a:ext cx="1683827" cy="57150"/>
          </a:xfrm>
          <a:prstGeom xmlns:a="http://schemas.openxmlformats.org/drawingml/2006/main" prst="rect">
            <a:avLst/>
          </a:prstGeom>
          <a:solidFill xmlns:a="http://schemas.openxmlformats.org/drawingml/2006/main">
            <a:srgbClr val="E7E2F3"/>
          </a:solidFill>
          <a:ln xmlns:a="http://schemas.openxmlformats.org/drawingml/2006/main" w="0">
            <a:noFill/>
            <a:prstDash val="solid"/>
          </a:ln>
        </p:spPr>
      </p:sp>
      <p:sp>
        <p:nvSpPr>
          <p:cNvPr id="177" name="i1-E1-ci">
            <a:extLst xmlns:a="http://schemas.openxmlformats.org/drawingml/2006/main">
              <a:ext uri="{FF2B5EF4-FFF2-40B4-BE49-F238E27FC236}">
                <a16:creationId xmlns:a16="http://schemas.microsoft.com/office/drawing/2014/main" id="{9CC7E992-3F20-4654-8708-91CD29DDEFD3}"/>
              </a:ext>
            </a:extLst>
          </p:cNvPr>
          <p:cNvSpPr>
            <a:spLocks xmlns:a="http://schemas.openxmlformats.org/drawingml/2006/main" noGrp="1"/>
          </p:cNvSpPr>
          <p:nvPr/>
        </p:nvSpPr>
        <p:spPr>
          <a:xfrm xmlns:a="http://schemas.openxmlformats.org/drawingml/2006/main" rot="0">
            <a:off x="7076894" y="6267450"/>
            <a:ext cx="1853836"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78" name="i1-E1-cil">
            <a:extLst xmlns:a="http://schemas.openxmlformats.org/drawingml/2006/main">
              <a:ext uri="{FF2B5EF4-FFF2-40B4-BE49-F238E27FC236}">
                <a16:creationId xmlns:a16="http://schemas.microsoft.com/office/drawing/2014/main" id="{252D1085-8790-4839-AED7-335CB76FBC6C}"/>
              </a:ext>
            </a:extLst>
          </p:cNvPr>
          <p:cNvSpPr>
            <a:spLocks xmlns:a="http://schemas.openxmlformats.org/drawingml/2006/main" noGrp="1"/>
          </p:cNvSpPr>
          <p:nvPr/>
        </p:nvSpPr>
        <p:spPr>
          <a:xfrm xmlns:a="http://schemas.openxmlformats.org/drawingml/2006/main" rot="0">
            <a:off x="7076894" y="62388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79" name="i1-E1-cih">
            <a:extLst xmlns:a="http://schemas.openxmlformats.org/drawingml/2006/main">
              <a:ext uri="{FF2B5EF4-FFF2-40B4-BE49-F238E27FC236}">
                <a16:creationId xmlns:a16="http://schemas.microsoft.com/office/drawing/2014/main" id="{937974E1-DC2F-4515-839A-6918D5B19AAF}"/>
              </a:ext>
            </a:extLst>
          </p:cNvPr>
          <p:cNvSpPr>
            <a:spLocks xmlns:a="http://schemas.openxmlformats.org/drawingml/2006/main" noGrp="1"/>
          </p:cNvSpPr>
          <p:nvPr/>
        </p:nvSpPr>
        <p:spPr>
          <a:xfrm xmlns:a="http://schemas.openxmlformats.org/drawingml/2006/main" rot="0">
            <a:off x="8930731" y="62388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80" name="i1-E1-mark">
            <a:extLst xmlns:a="http://schemas.openxmlformats.org/drawingml/2006/main">
              <a:ext uri="{FF2B5EF4-FFF2-40B4-BE49-F238E27FC236}">
                <a16:creationId xmlns:a16="http://schemas.microsoft.com/office/drawing/2014/main" id="{41349537-52AE-4AA3-901F-5FA0F364C83C}"/>
              </a:ext>
            </a:extLst>
          </p:cNvPr>
          <p:cNvSpPr>
            <a:spLocks xmlns:a="http://schemas.openxmlformats.org/drawingml/2006/main" noGrp="1"/>
          </p:cNvSpPr>
          <p:nvPr/>
        </p:nvSpPr>
        <p:spPr>
          <a:xfrm xmlns:a="http://schemas.openxmlformats.org/drawingml/2006/main" rot="0">
            <a:off x="7963977" y="6210300"/>
            <a:ext cx="0" cy="114300"/>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181" name="i1-E2-bar">
            <a:extLst xmlns:a="http://schemas.openxmlformats.org/drawingml/2006/main">
              <a:ext uri="{FF2B5EF4-FFF2-40B4-BE49-F238E27FC236}">
                <a16:creationId xmlns:a16="http://schemas.microsoft.com/office/drawing/2014/main" id="{54FF2D52-797D-4009-B49B-3D36A5C79B44}"/>
              </a:ext>
            </a:extLst>
          </p:cNvPr>
          <p:cNvSpPr>
            <a:spLocks xmlns:a="http://schemas.openxmlformats.org/drawingml/2006/main" noGrp="1"/>
          </p:cNvSpPr>
          <p:nvPr/>
        </p:nvSpPr>
        <p:spPr>
          <a:xfrm xmlns:a="http://schemas.openxmlformats.org/drawingml/2006/main">
            <a:off x="6280150" y="6307455"/>
            <a:ext cx="81703" cy="57150"/>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182" name="i1-E2-ci">
            <a:extLst xmlns:a="http://schemas.openxmlformats.org/drawingml/2006/main">
              <a:ext uri="{FF2B5EF4-FFF2-40B4-BE49-F238E27FC236}">
                <a16:creationId xmlns:a16="http://schemas.microsoft.com/office/drawing/2014/main" id="{77E3C4E4-E84C-408E-A3C1-89638161DCB2}"/>
              </a:ext>
            </a:extLst>
          </p:cNvPr>
          <p:cNvSpPr>
            <a:spLocks xmlns:a="http://schemas.openxmlformats.org/drawingml/2006/main" noGrp="1"/>
          </p:cNvSpPr>
          <p:nvPr/>
        </p:nvSpPr>
        <p:spPr>
          <a:xfrm xmlns:a="http://schemas.openxmlformats.org/drawingml/2006/main" rot="0">
            <a:off x="5875009" y="6336030"/>
            <a:ext cx="1123275" cy="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183" name="i1-E2-cil">
            <a:extLst xmlns:a="http://schemas.openxmlformats.org/drawingml/2006/main">
              <a:ext uri="{FF2B5EF4-FFF2-40B4-BE49-F238E27FC236}">
                <a16:creationId xmlns:a16="http://schemas.microsoft.com/office/drawing/2014/main" id="{F64B429B-489C-4EA5-9289-29963BF1851C}"/>
              </a:ext>
            </a:extLst>
          </p:cNvPr>
          <p:cNvSpPr>
            <a:spLocks xmlns:a="http://schemas.openxmlformats.org/drawingml/2006/main" noGrp="1"/>
          </p:cNvSpPr>
          <p:nvPr/>
        </p:nvSpPr>
        <p:spPr>
          <a:xfrm xmlns:a="http://schemas.openxmlformats.org/drawingml/2006/main" rot="0">
            <a:off x="5875009" y="63074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184" name="i1-E2-cih">
            <a:extLst xmlns:a="http://schemas.openxmlformats.org/drawingml/2006/main">
              <a:ext uri="{FF2B5EF4-FFF2-40B4-BE49-F238E27FC236}">
                <a16:creationId xmlns:a16="http://schemas.microsoft.com/office/drawing/2014/main" id="{823200F7-F1C1-4E50-8E2C-6C194F76E165}"/>
              </a:ext>
            </a:extLst>
          </p:cNvPr>
          <p:cNvSpPr>
            <a:spLocks xmlns:a="http://schemas.openxmlformats.org/drawingml/2006/main" noGrp="1"/>
          </p:cNvSpPr>
          <p:nvPr/>
        </p:nvSpPr>
        <p:spPr>
          <a:xfrm xmlns:a="http://schemas.openxmlformats.org/drawingml/2006/main" rot="0">
            <a:off x="6998284" y="63074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185" name="i1-E2-mark">
            <a:extLst xmlns:a="http://schemas.openxmlformats.org/drawingml/2006/main">
              <a:ext uri="{FF2B5EF4-FFF2-40B4-BE49-F238E27FC236}">
                <a16:creationId xmlns:a16="http://schemas.microsoft.com/office/drawing/2014/main" id="{27480804-25B7-4E53-88E8-135C48120D34}"/>
              </a:ext>
            </a:extLst>
          </p:cNvPr>
          <p:cNvSpPr>
            <a:spLocks xmlns:a="http://schemas.openxmlformats.org/drawingml/2006/main" noGrp="1"/>
          </p:cNvSpPr>
          <p:nvPr/>
        </p:nvSpPr>
        <p:spPr>
          <a:xfrm xmlns:a="http://schemas.openxmlformats.org/drawingml/2006/main" rot="0">
            <a:off x="6361853" y="6278880"/>
            <a:ext cx="0" cy="114300"/>
          </a:xfrm>
          <a:prstGeom xmlns:a="http://schemas.openxmlformats.org/drawingml/2006/main" prst="line">
            <a:avLst/>
          </a:prstGeom>
          <a:noFill xmlns:a="http://schemas.openxmlformats.org/drawingml/2006/main"/>
          <a:ln xmlns:a="http://schemas.openxmlformats.org/drawingml/2006/main" w="24765">
            <a:solidFill>
              <a:srgbClr val="B27C20"/>
            </a:solidFill>
            <a:prstDash val="solid"/>
          </a:ln>
        </p:spPr>
      </p:sp>
      <p:sp>
        <p:nvSpPr>
          <p:cNvPr id="186" name="i1-E3-bar">
            <a:extLst xmlns:a="http://schemas.openxmlformats.org/drawingml/2006/main">
              <a:ext uri="{FF2B5EF4-FFF2-40B4-BE49-F238E27FC236}">
                <a16:creationId xmlns:a16="http://schemas.microsoft.com/office/drawing/2014/main" id="{4E2DBD24-7DE1-4AFA-BF99-DD798B89EB46}"/>
              </a:ext>
            </a:extLst>
          </p:cNvPr>
          <p:cNvSpPr>
            <a:spLocks xmlns:a="http://schemas.openxmlformats.org/drawingml/2006/main" noGrp="1"/>
          </p:cNvSpPr>
          <p:nvPr/>
        </p:nvSpPr>
        <p:spPr>
          <a:xfrm xmlns:a="http://schemas.openxmlformats.org/drawingml/2006/main">
            <a:off x="6280150" y="6376035"/>
            <a:ext cx="2116377" cy="57150"/>
          </a:xfrm>
          <a:prstGeom xmlns:a="http://schemas.openxmlformats.org/drawingml/2006/main" prst="rect">
            <a:avLst/>
          </a:prstGeom>
          <a:solidFill xmlns:a="http://schemas.openxmlformats.org/drawingml/2006/main">
            <a:srgbClr val="F2E2E0"/>
          </a:solidFill>
          <a:ln xmlns:a="http://schemas.openxmlformats.org/drawingml/2006/main" w="0">
            <a:noFill/>
            <a:prstDash val="solid"/>
          </a:ln>
        </p:spPr>
      </p:sp>
      <p:sp>
        <p:nvSpPr>
          <p:cNvPr id="187" name="i1-E3-ci">
            <a:extLst xmlns:a="http://schemas.openxmlformats.org/drawingml/2006/main">
              <a:ext uri="{FF2B5EF4-FFF2-40B4-BE49-F238E27FC236}">
                <a16:creationId xmlns:a16="http://schemas.microsoft.com/office/drawing/2014/main" id="{9629EB0C-C315-468C-A4A5-48708971D51B}"/>
              </a:ext>
            </a:extLst>
          </p:cNvPr>
          <p:cNvSpPr>
            <a:spLocks xmlns:a="http://schemas.openxmlformats.org/drawingml/2006/main" noGrp="1"/>
          </p:cNvSpPr>
          <p:nvPr/>
        </p:nvSpPr>
        <p:spPr>
          <a:xfrm xmlns:a="http://schemas.openxmlformats.org/drawingml/2006/main" rot="0">
            <a:off x="7351845" y="6404610"/>
            <a:ext cx="2093374" cy="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188" name="i1-E3-cil">
            <a:extLst xmlns:a="http://schemas.openxmlformats.org/drawingml/2006/main">
              <a:ext uri="{FF2B5EF4-FFF2-40B4-BE49-F238E27FC236}">
                <a16:creationId xmlns:a16="http://schemas.microsoft.com/office/drawing/2014/main" id="{B37810D5-2E5F-4F55-8865-87C24C542859}"/>
              </a:ext>
            </a:extLst>
          </p:cNvPr>
          <p:cNvSpPr>
            <a:spLocks xmlns:a="http://schemas.openxmlformats.org/drawingml/2006/main" noGrp="1"/>
          </p:cNvSpPr>
          <p:nvPr/>
        </p:nvSpPr>
        <p:spPr>
          <a:xfrm xmlns:a="http://schemas.openxmlformats.org/drawingml/2006/main" rot="0">
            <a:off x="7351845" y="63760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189" name="i1-E3-cih">
            <a:extLst xmlns:a="http://schemas.openxmlformats.org/drawingml/2006/main">
              <a:ext uri="{FF2B5EF4-FFF2-40B4-BE49-F238E27FC236}">
                <a16:creationId xmlns:a16="http://schemas.microsoft.com/office/drawing/2014/main" id="{762395DC-7DC9-4CE2-A722-17BDFE1E5DDF}"/>
              </a:ext>
            </a:extLst>
          </p:cNvPr>
          <p:cNvSpPr>
            <a:spLocks xmlns:a="http://schemas.openxmlformats.org/drawingml/2006/main" noGrp="1"/>
          </p:cNvSpPr>
          <p:nvPr/>
        </p:nvSpPr>
        <p:spPr>
          <a:xfrm xmlns:a="http://schemas.openxmlformats.org/drawingml/2006/main" rot="0">
            <a:off x="9445220" y="63760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190" name="i1-E3-mark">
            <a:extLst xmlns:a="http://schemas.openxmlformats.org/drawingml/2006/main">
              <a:ext uri="{FF2B5EF4-FFF2-40B4-BE49-F238E27FC236}">
                <a16:creationId xmlns:a16="http://schemas.microsoft.com/office/drawing/2014/main" id="{B5FA724F-45CB-45F0-8F88-D74F7F1F8C83}"/>
              </a:ext>
            </a:extLst>
          </p:cNvPr>
          <p:cNvSpPr>
            <a:spLocks xmlns:a="http://schemas.openxmlformats.org/drawingml/2006/main" noGrp="1"/>
          </p:cNvSpPr>
          <p:nvPr/>
        </p:nvSpPr>
        <p:spPr>
          <a:xfrm xmlns:a="http://schemas.openxmlformats.org/drawingml/2006/main" rot="0">
            <a:off x="8396527" y="6347460"/>
            <a:ext cx="0" cy="114300"/>
          </a:xfrm>
          <a:prstGeom xmlns:a="http://schemas.openxmlformats.org/drawingml/2006/main" prst="line">
            <a:avLst/>
          </a:prstGeom>
          <a:noFill xmlns:a="http://schemas.openxmlformats.org/drawingml/2006/main"/>
          <a:ln xmlns:a="http://schemas.openxmlformats.org/drawingml/2006/main" w="24765">
            <a:solidFill>
              <a:srgbClr val="B23A2C"/>
            </a:solidFill>
            <a:prstDash val="solid"/>
          </a:ln>
        </p:spPr>
      </p:sp>
      <p:sp>
        <p:nvSpPr>
          <p:cNvPr id="191" name="i2-label">
            <a:extLst xmlns:a="http://schemas.openxmlformats.org/drawingml/2006/main">
              <a:ext uri="{FF2B5EF4-FFF2-40B4-BE49-F238E27FC236}">
                <a16:creationId xmlns:a16="http://schemas.microsoft.com/office/drawing/2014/main" id="{2DED1F03-CF6E-4F12-B7BB-0F92B5BA7C34}"/>
              </a:ext>
            </a:extLst>
          </p:cNvPr>
          <p:cNvSpPr>
            <a:spLocks xmlns:a="http://schemas.openxmlformats.org/drawingml/2006/main" noGrp="1"/>
          </p:cNvSpPr>
          <p:nvPr/>
        </p:nvSpPr>
        <p:spPr>
          <a:xfrm xmlns:a="http://schemas.openxmlformats.org/drawingml/2006/main">
            <a:off x="381000" y="64389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I </a:t>
            </a:r>
            <a:r>
              <a:rPr sz="2250" b="0" i="1">
                <a:solidFill>
                  <a:srgbClr val="1E2E38"/>
                </a:solidFill>
                <a:latin typeface="Times New Roman"/>
                <a:ea typeface="Times New Roman"/>
                <a:cs typeface="Times New Roman"/>
              </a:rPr>
              <a:t>TRI</a:t>
            </a:r>
          </a:p>
        </p:txBody>
      </p:sp>
      <p:sp>
        <p:nvSpPr>
          <p:cNvPr id="192" name="i2-S-bar">
            <a:extLst xmlns:a="http://schemas.openxmlformats.org/drawingml/2006/main">
              <a:ext uri="{FF2B5EF4-FFF2-40B4-BE49-F238E27FC236}">
                <a16:creationId xmlns:a16="http://schemas.microsoft.com/office/drawing/2014/main" id="{DAA6C80F-6F1D-4A33-B16E-C43BC36023ED}"/>
              </a:ext>
            </a:extLst>
          </p:cNvPr>
          <p:cNvSpPr>
            <a:spLocks xmlns:a="http://schemas.openxmlformats.org/drawingml/2006/main" noGrp="1"/>
          </p:cNvSpPr>
          <p:nvPr/>
        </p:nvSpPr>
        <p:spPr>
          <a:xfrm xmlns:a="http://schemas.openxmlformats.org/drawingml/2006/main">
            <a:off x="6280150" y="6444615"/>
            <a:ext cx="64688" cy="57150"/>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193" name="i2-S-ci">
            <a:extLst xmlns:a="http://schemas.openxmlformats.org/drawingml/2006/main">
              <a:ext uri="{FF2B5EF4-FFF2-40B4-BE49-F238E27FC236}">
                <a16:creationId xmlns:a16="http://schemas.microsoft.com/office/drawing/2014/main" id="{0808FD83-2B2D-44EE-A4D3-EA5F1A566D05}"/>
              </a:ext>
            </a:extLst>
          </p:cNvPr>
          <p:cNvSpPr>
            <a:spLocks xmlns:a="http://schemas.openxmlformats.org/drawingml/2006/main" noGrp="1"/>
          </p:cNvSpPr>
          <p:nvPr/>
        </p:nvSpPr>
        <p:spPr>
          <a:xfrm xmlns:a="http://schemas.openxmlformats.org/drawingml/2006/main" rot="0">
            <a:off x="5928497" y="6473190"/>
            <a:ext cx="890720"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94" name="i2-S-cil">
            <a:extLst xmlns:a="http://schemas.openxmlformats.org/drawingml/2006/main">
              <a:ext uri="{FF2B5EF4-FFF2-40B4-BE49-F238E27FC236}">
                <a16:creationId xmlns:a16="http://schemas.microsoft.com/office/drawing/2014/main" id="{B5505DEC-D932-4B65-A54C-92B6F498F717}"/>
              </a:ext>
            </a:extLst>
          </p:cNvPr>
          <p:cNvSpPr>
            <a:spLocks xmlns:a="http://schemas.openxmlformats.org/drawingml/2006/main" noGrp="1"/>
          </p:cNvSpPr>
          <p:nvPr/>
        </p:nvSpPr>
        <p:spPr>
          <a:xfrm xmlns:a="http://schemas.openxmlformats.org/drawingml/2006/main" rot="0">
            <a:off x="5928497" y="64446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95" name="i2-S-cih">
            <a:extLst xmlns:a="http://schemas.openxmlformats.org/drawingml/2006/main">
              <a:ext uri="{FF2B5EF4-FFF2-40B4-BE49-F238E27FC236}">
                <a16:creationId xmlns:a16="http://schemas.microsoft.com/office/drawing/2014/main" id="{EA3A45B7-9091-4380-85DA-6D16D415FFEF}"/>
              </a:ext>
            </a:extLst>
          </p:cNvPr>
          <p:cNvSpPr>
            <a:spLocks xmlns:a="http://schemas.openxmlformats.org/drawingml/2006/main" noGrp="1"/>
          </p:cNvSpPr>
          <p:nvPr/>
        </p:nvSpPr>
        <p:spPr>
          <a:xfrm xmlns:a="http://schemas.openxmlformats.org/drawingml/2006/main" rot="0">
            <a:off x="6819217" y="64446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196" name="i2-S-mark">
            <a:extLst xmlns:a="http://schemas.openxmlformats.org/drawingml/2006/main">
              <a:ext uri="{FF2B5EF4-FFF2-40B4-BE49-F238E27FC236}">
                <a16:creationId xmlns:a16="http://schemas.microsoft.com/office/drawing/2014/main" id="{67E67C11-587E-4947-ACF0-3686B91F5D66}"/>
              </a:ext>
            </a:extLst>
          </p:cNvPr>
          <p:cNvSpPr>
            <a:spLocks xmlns:a="http://schemas.openxmlformats.org/drawingml/2006/main" noGrp="1"/>
          </p:cNvSpPr>
          <p:nvPr/>
        </p:nvSpPr>
        <p:spPr>
          <a:xfrm xmlns:a="http://schemas.openxmlformats.org/drawingml/2006/main" rot="0">
            <a:off x="6344838" y="6416040"/>
            <a:ext cx="0" cy="114300"/>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197" name="i2-D-bar">
            <a:extLst xmlns:a="http://schemas.openxmlformats.org/drawingml/2006/main">
              <a:ext uri="{FF2B5EF4-FFF2-40B4-BE49-F238E27FC236}">
                <a16:creationId xmlns:a16="http://schemas.microsoft.com/office/drawing/2014/main" id="{56953DB5-8DC9-4ABF-8BBA-17124DD78D94}"/>
              </a:ext>
            </a:extLst>
          </p:cNvPr>
          <p:cNvSpPr>
            <a:spLocks xmlns:a="http://schemas.openxmlformats.org/drawingml/2006/main" noGrp="1"/>
          </p:cNvSpPr>
          <p:nvPr/>
        </p:nvSpPr>
        <p:spPr>
          <a:xfrm xmlns:a="http://schemas.openxmlformats.org/drawingml/2006/main">
            <a:off x="6280150" y="6513195"/>
            <a:ext cx="1423475" cy="57150"/>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198" name="i2-D-ci">
            <a:extLst xmlns:a="http://schemas.openxmlformats.org/drawingml/2006/main">
              <a:ext uri="{FF2B5EF4-FFF2-40B4-BE49-F238E27FC236}">
                <a16:creationId xmlns:a16="http://schemas.microsoft.com/office/drawing/2014/main" id="{19B036EB-CCB7-4858-BA6B-42F76EAE90EE}"/>
              </a:ext>
            </a:extLst>
          </p:cNvPr>
          <p:cNvSpPr>
            <a:spLocks xmlns:a="http://schemas.openxmlformats.org/drawingml/2006/main" noGrp="1"/>
          </p:cNvSpPr>
          <p:nvPr/>
        </p:nvSpPr>
        <p:spPr>
          <a:xfrm xmlns:a="http://schemas.openxmlformats.org/drawingml/2006/main" rot="0">
            <a:off x="7121785" y="6541770"/>
            <a:ext cx="1226529"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199" name="i2-D-cil">
            <a:extLst xmlns:a="http://schemas.openxmlformats.org/drawingml/2006/main">
              <a:ext uri="{FF2B5EF4-FFF2-40B4-BE49-F238E27FC236}">
                <a16:creationId xmlns:a16="http://schemas.microsoft.com/office/drawing/2014/main" id="{A61B2D62-3923-4A05-A364-D61DD574F128}"/>
              </a:ext>
            </a:extLst>
          </p:cNvPr>
          <p:cNvSpPr>
            <a:spLocks xmlns:a="http://schemas.openxmlformats.org/drawingml/2006/main" noGrp="1"/>
          </p:cNvSpPr>
          <p:nvPr/>
        </p:nvSpPr>
        <p:spPr>
          <a:xfrm xmlns:a="http://schemas.openxmlformats.org/drawingml/2006/main" rot="0">
            <a:off x="7121785" y="65131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200" name="i2-D-cih">
            <a:extLst xmlns:a="http://schemas.openxmlformats.org/drawingml/2006/main">
              <a:ext uri="{FF2B5EF4-FFF2-40B4-BE49-F238E27FC236}">
                <a16:creationId xmlns:a16="http://schemas.microsoft.com/office/drawing/2014/main" id="{293C0CA0-79FC-4733-BDB8-4633B4A94F9E}"/>
              </a:ext>
            </a:extLst>
          </p:cNvPr>
          <p:cNvSpPr>
            <a:spLocks xmlns:a="http://schemas.openxmlformats.org/drawingml/2006/main" noGrp="1"/>
          </p:cNvSpPr>
          <p:nvPr/>
        </p:nvSpPr>
        <p:spPr>
          <a:xfrm xmlns:a="http://schemas.openxmlformats.org/drawingml/2006/main" rot="0">
            <a:off x="8348314" y="65131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201" name="i2-D-mark">
            <a:extLst xmlns:a="http://schemas.openxmlformats.org/drawingml/2006/main">
              <a:ext uri="{FF2B5EF4-FFF2-40B4-BE49-F238E27FC236}">
                <a16:creationId xmlns:a16="http://schemas.microsoft.com/office/drawing/2014/main" id="{36B72A4C-10F4-474D-8679-7AA513BE0B38}"/>
              </a:ext>
            </a:extLst>
          </p:cNvPr>
          <p:cNvSpPr>
            <a:spLocks xmlns:a="http://schemas.openxmlformats.org/drawingml/2006/main" noGrp="1"/>
          </p:cNvSpPr>
          <p:nvPr/>
        </p:nvSpPr>
        <p:spPr>
          <a:xfrm xmlns:a="http://schemas.openxmlformats.org/drawingml/2006/main" rot="0">
            <a:off x="7703625" y="6484620"/>
            <a:ext cx="0" cy="114300"/>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202" name="i2-E1-bar">
            <a:extLst xmlns:a="http://schemas.openxmlformats.org/drawingml/2006/main">
              <a:ext uri="{FF2B5EF4-FFF2-40B4-BE49-F238E27FC236}">
                <a16:creationId xmlns:a16="http://schemas.microsoft.com/office/drawing/2014/main" id="{1B73C437-4937-4902-88D0-E8AD4D951827}"/>
              </a:ext>
            </a:extLst>
          </p:cNvPr>
          <p:cNvSpPr>
            <a:spLocks xmlns:a="http://schemas.openxmlformats.org/drawingml/2006/main" noGrp="1"/>
          </p:cNvSpPr>
          <p:nvPr/>
        </p:nvSpPr>
        <p:spPr>
          <a:xfrm xmlns:a="http://schemas.openxmlformats.org/drawingml/2006/main">
            <a:off x="6280150" y="6581775"/>
            <a:ext cx="994413" cy="57150"/>
          </a:xfrm>
          <a:prstGeom xmlns:a="http://schemas.openxmlformats.org/drawingml/2006/main" prst="rect">
            <a:avLst/>
          </a:prstGeom>
          <a:solidFill xmlns:a="http://schemas.openxmlformats.org/drawingml/2006/main">
            <a:srgbClr val="E7E2F3"/>
          </a:solidFill>
          <a:ln xmlns:a="http://schemas.openxmlformats.org/drawingml/2006/main" w="0">
            <a:noFill/>
            <a:prstDash val="solid"/>
          </a:ln>
        </p:spPr>
      </p:sp>
      <p:sp>
        <p:nvSpPr>
          <p:cNvPr id="203" name="i2-E1-ci">
            <a:extLst xmlns:a="http://schemas.openxmlformats.org/drawingml/2006/main">
              <a:ext uri="{FF2B5EF4-FFF2-40B4-BE49-F238E27FC236}">
                <a16:creationId xmlns:a16="http://schemas.microsoft.com/office/drawing/2014/main" id="{53C0ED1F-46AE-42E0-8820-77D1568A1575}"/>
              </a:ext>
            </a:extLst>
          </p:cNvPr>
          <p:cNvSpPr>
            <a:spLocks xmlns:a="http://schemas.openxmlformats.org/drawingml/2006/main" noGrp="1"/>
          </p:cNvSpPr>
          <p:nvPr/>
        </p:nvSpPr>
        <p:spPr>
          <a:xfrm xmlns:a="http://schemas.openxmlformats.org/drawingml/2006/main" rot="0">
            <a:off x="6635303" y="6610350"/>
            <a:ext cx="1295422"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04" name="i2-E1-cil">
            <a:extLst xmlns:a="http://schemas.openxmlformats.org/drawingml/2006/main">
              <a:ext uri="{FF2B5EF4-FFF2-40B4-BE49-F238E27FC236}">
                <a16:creationId xmlns:a16="http://schemas.microsoft.com/office/drawing/2014/main" id="{2998A6F3-ECA8-48DE-9125-12F5C5DD820F}"/>
              </a:ext>
            </a:extLst>
          </p:cNvPr>
          <p:cNvSpPr>
            <a:spLocks xmlns:a="http://schemas.openxmlformats.org/drawingml/2006/main" noGrp="1"/>
          </p:cNvSpPr>
          <p:nvPr/>
        </p:nvSpPr>
        <p:spPr>
          <a:xfrm xmlns:a="http://schemas.openxmlformats.org/drawingml/2006/main" rot="0">
            <a:off x="6635303" y="65817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05" name="i2-E1-cih">
            <a:extLst xmlns:a="http://schemas.openxmlformats.org/drawingml/2006/main">
              <a:ext uri="{FF2B5EF4-FFF2-40B4-BE49-F238E27FC236}">
                <a16:creationId xmlns:a16="http://schemas.microsoft.com/office/drawing/2014/main" id="{8653E989-1CF0-44C4-AD2E-898FA07E3AC1}"/>
              </a:ext>
            </a:extLst>
          </p:cNvPr>
          <p:cNvSpPr>
            <a:spLocks xmlns:a="http://schemas.openxmlformats.org/drawingml/2006/main" noGrp="1"/>
          </p:cNvSpPr>
          <p:nvPr/>
        </p:nvSpPr>
        <p:spPr>
          <a:xfrm xmlns:a="http://schemas.openxmlformats.org/drawingml/2006/main" rot="0">
            <a:off x="7930724" y="65817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06" name="i2-E1-mark">
            <a:extLst xmlns:a="http://schemas.openxmlformats.org/drawingml/2006/main">
              <a:ext uri="{FF2B5EF4-FFF2-40B4-BE49-F238E27FC236}">
                <a16:creationId xmlns:a16="http://schemas.microsoft.com/office/drawing/2014/main" id="{EB88DA4F-CD23-4588-BF50-C33D25B46FB2}"/>
              </a:ext>
            </a:extLst>
          </p:cNvPr>
          <p:cNvSpPr>
            <a:spLocks xmlns:a="http://schemas.openxmlformats.org/drawingml/2006/main" noGrp="1"/>
          </p:cNvSpPr>
          <p:nvPr/>
        </p:nvSpPr>
        <p:spPr>
          <a:xfrm xmlns:a="http://schemas.openxmlformats.org/drawingml/2006/main" rot="0">
            <a:off x="7274563" y="6553200"/>
            <a:ext cx="0" cy="114300"/>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207" name="i2-E2-bar">
            <a:extLst xmlns:a="http://schemas.openxmlformats.org/drawingml/2006/main">
              <a:ext uri="{FF2B5EF4-FFF2-40B4-BE49-F238E27FC236}">
                <a16:creationId xmlns:a16="http://schemas.microsoft.com/office/drawing/2014/main" id="{0F44C31B-7163-4734-99C9-907C7256AC46}"/>
              </a:ext>
            </a:extLst>
          </p:cNvPr>
          <p:cNvSpPr>
            <a:spLocks xmlns:a="http://schemas.openxmlformats.org/drawingml/2006/main" noGrp="1"/>
          </p:cNvSpPr>
          <p:nvPr/>
        </p:nvSpPr>
        <p:spPr>
          <a:xfrm xmlns:a="http://schemas.openxmlformats.org/drawingml/2006/main">
            <a:off x="6280150" y="6650355"/>
            <a:ext cx="402321" cy="57150"/>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208" name="i2-E2-ci">
            <a:extLst xmlns:a="http://schemas.openxmlformats.org/drawingml/2006/main">
              <a:ext uri="{FF2B5EF4-FFF2-40B4-BE49-F238E27FC236}">
                <a16:creationId xmlns:a16="http://schemas.microsoft.com/office/drawing/2014/main" id="{0B9D7CFE-C4F9-4BEF-A3BA-16B96149464F}"/>
              </a:ext>
            </a:extLst>
          </p:cNvPr>
          <p:cNvSpPr>
            <a:spLocks xmlns:a="http://schemas.openxmlformats.org/drawingml/2006/main" noGrp="1"/>
          </p:cNvSpPr>
          <p:nvPr/>
        </p:nvSpPr>
        <p:spPr>
          <a:xfrm xmlns:a="http://schemas.openxmlformats.org/drawingml/2006/main" rot="0">
            <a:off x="6519484" y="6678930"/>
            <a:ext cx="383566" cy="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209" name="i2-E2-cil">
            <a:extLst xmlns:a="http://schemas.openxmlformats.org/drawingml/2006/main">
              <a:ext uri="{FF2B5EF4-FFF2-40B4-BE49-F238E27FC236}">
                <a16:creationId xmlns:a16="http://schemas.microsoft.com/office/drawing/2014/main" id="{F7FF7C11-2B62-440F-9809-5237ECDDA130}"/>
              </a:ext>
            </a:extLst>
          </p:cNvPr>
          <p:cNvSpPr>
            <a:spLocks xmlns:a="http://schemas.openxmlformats.org/drawingml/2006/main" noGrp="1"/>
          </p:cNvSpPr>
          <p:nvPr/>
        </p:nvSpPr>
        <p:spPr>
          <a:xfrm xmlns:a="http://schemas.openxmlformats.org/drawingml/2006/main" rot="0">
            <a:off x="6519484" y="66503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210" name="i2-E2-cih">
            <a:extLst xmlns:a="http://schemas.openxmlformats.org/drawingml/2006/main">
              <a:ext uri="{FF2B5EF4-FFF2-40B4-BE49-F238E27FC236}">
                <a16:creationId xmlns:a16="http://schemas.microsoft.com/office/drawing/2014/main" id="{7A376337-6D79-426D-B9CA-3876626A15B3}"/>
              </a:ext>
            </a:extLst>
          </p:cNvPr>
          <p:cNvSpPr>
            <a:spLocks xmlns:a="http://schemas.openxmlformats.org/drawingml/2006/main" noGrp="1"/>
          </p:cNvSpPr>
          <p:nvPr/>
        </p:nvSpPr>
        <p:spPr>
          <a:xfrm xmlns:a="http://schemas.openxmlformats.org/drawingml/2006/main" rot="0">
            <a:off x="6903051" y="66503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211" name="i2-E2-mark">
            <a:extLst xmlns:a="http://schemas.openxmlformats.org/drawingml/2006/main">
              <a:ext uri="{FF2B5EF4-FFF2-40B4-BE49-F238E27FC236}">
                <a16:creationId xmlns:a16="http://schemas.microsoft.com/office/drawing/2014/main" id="{0859BAC8-F2DA-496D-B42F-834F1AEA6BFB}"/>
              </a:ext>
            </a:extLst>
          </p:cNvPr>
          <p:cNvSpPr>
            <a:spLocks xmlns:a="http://schemas.openxmlformats.org/drawingml/2006/main" noGrp="1"/>
          </p:cNvSpPr>
          <p:nvPr/>
        </p:nvSpPr>
        <p:spPr>
          <a:xfrm xmlns:a="http://schemas.openxmlformats.org/drawingml/2006/main" rot="0">
            <a:off x="6682471" y="6621780"/>
            <a:ext cx="0" cy="114300"/>
          </a:xfrm>
          <a:prstGeom xmlns:a="http://schemas.openxmlformats.org/drawingml/2006/main" prst="line">
            <a:avLst/>
          </a:prstGeom>
          <a:noFill xmlns:a="http://schemas.openxmlformats.org/drawingml/2006/main"/>
          <a:ln xmlns:a="http://schemas.openxmlformats.org/drawingml/2006/main" w="24765">
            <a:solidFill>
              <a:srgbClr val="B27C20"/>
            </a:solidFill>
            <a:prstDash val="solid"/>
          </a:ln>
        </p:spPr>
      </p:sp>
      <p:sp>
        <p:nvSpPr>
          <p:cNvPr id="212" name="i2-E3-bar">
            <a:extLst xmlns:a="http://schemas.openxmlformats.org/drawingml/2006/main">
              <a:ext uri="{FF2B5EF4-FFF2-40B4-BE49-F238E27FC236}">
                <a16:creationId xmlns:a16="http://schemas.microsoft.com/office/drawing/2014/main" id="{C7E1D5CA-144A-4058-950D-F6A0435C4070}"/>
              </a:ext>
            </a:extLst>
          </p:cNvPr>
          <p:cNvSpPr>
            <a:spLocks xmlns:a="http://schemas.openxmlformats.org/drawingml/2006/main" noGrp="1"/>
          </p:cNvSpPr>
          <p:nvPr/>
        </p:nvSpPr>
        <p:spPr>
          <a:xfrm xmlns:a="http://schemas.openxmlformats.org/drawingml/2006/main">
            <a:off x="6280150" y="6718935"/>
            <a:ext cx="671594" cy="57150"/>
          </a:xfrm>
          <a:prstGeom xmlns:a="http://schemas.openxmlformats.org/drawingml/2006/main" prst="rect">
            <a:avLst/>
          </a:prstGeom>
          <a:solidFill xmlns:a="http://schemas.openxmlformats.org/drawingml/2006/main">
            <a:srgbClr val="F2E2E0"/>
          </a:solidFill>
          <a:ln xmlns:a="http://schemas.openxmlformats.org/drawingml/2006/main" w="0">
            <a:noFill/>
            <a:prstDash val="solid"/>
          </a:ln>
        </p:spPr>
      </p:sp>
      <p:sp>
        <p:nvSpPr>
          <p:cNvPr id="213" name="i2-E3-ci">
            <a:extLst xmlns:a="http://schemas.openxmlformats.org/drawingml/2006/main">
              <a:ext uri="{FF2B5EF4-FFF2-40B4-BE49-F238E27FC236}">
                <a16:creationId xmlns:a16="http://schemas.microsoft.com/office/drawing/2014/main" id="{882DBA03-AB3E-471B-95A6-62BC90F13112}"/>
              </a:ext>
            </a:extLst>
          </p:cNvPr>
          <p:cNvSpPr>
            <a:spLocks xmlns:a="http://schemas.openxmlformats.org/drawingml/2006/main" noGrp="1"/>
          </p:cNvSpPr>
          <p:nvPr/>
        </p:nvSpPr>
        <p:spPr>
          <a:xfrm xmlns:a="http://schemas.openxmlformats.org/drawingml/2006/main" rot="0">
            <a:off x="6541534" y="6747510"/>
            <a:ext cx="856524" cy="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214" name="i2-E3-cil">
            <a:extLst xmlns:a="http://schemas.openxmlformats.org/drawingml/2006/main">
              <a:ext uri="{FF2B5EF4-FFF2-40B4-BE49-F238E27FC236}">
                <a16:creationId xmlns:a16="http://schemas.microsoft.com/office/drawing/2014/main" id="{42074D33-00D7-403B-90AF-0509D1AD51B3}"/>
              </a:ext>
            </a:extLst>
          </p:cNvPr>
          <p:cNvSpPr>
            <a:spLocks xmlns:a="http://schemas.openxmlformats.org/drawingml/2006/main" noGrp="1"/>
          </p:cNvSpPr>
          <p:nvPr/>
        </p:nvSpPr>
        <p:spPr>
          <a:xfrm xmlns:a="http://schemas.openxmlformats.org/drawingml/2006/main" rot="0">
            <a:off x="6541534" y="67189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215" name="i2-E3-cih">
            <a:extLst xmlns:a="http://schemas.openxmlformats.org/drawingml/2006/main">
              <a:ext uri="{FF2B5EF4-FFF2-40B4-BE49-F238E27FC236}">
                <a16:creationId xmlns:a16="http://schemas.microsoft.com/office/drawing/2014/main" id="{EE68CE3D-7B23-48E4-97EF-4817631BBDEA}"/>
              </a:ext>
            </a:extLst>
          </p:cNvPr>
          <p:cNvSpPr>
            <a:spLocks xmlns:a="http://schemas.openxmlformats.org/drawingml/2006/main" noGrp="1"/>
          </p:cNvSpPr>
          <p:nvPr/>
        </p:nvSpPr>
        <p:spPr>
          <a:xfrm xmlns:a="http://schemas.openxmlformats.org/drawingml/2006/main" rot="0">
            <a:off x="7398058" y="67189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216" name="i2-E3-mark">
            <a:extLst xmlns:a="http://schemas.openxmlformats.org/drawingml/2006/main">
              <a:ext uri="{FF2B5EF4-FFF2-40B4-BE49-F238E27FC236}">
                <a16:creationId xmlns:a16="http://schemas.microsoft.com/office/drawing/2014/main" id="{E2A1AC33-BB25-4298-82E9-977142F00D66}"/>
              </a:ext>
            </a:extLst>
          </p:cNvPr>
          <p:cNvSpPr>
            <a:spLocks xmlns:a="http://schemas.openxmlformats.org/drawingml/2006/main" noGrp="1"/>
          </p:cNvSpPr>
          <p:nvPr/>
        </p:nvSpPr>
        <p:spPr>
          <a:xfrm xmlns:a="http://schemas.openxmlformats.org/drawingml/2006/main" rot="0">
            <a:off x="6951744" y="6690360"/>
            <a:ext cx="0" cy="114300"/>
          </a:xfrm>
          <a:prstGeom xmlns:a="http://schemas.openxmlformats.org/drawingml/2006/main" prst="line">
            <a:avLst/>
          </a:prstGeom>
          <a:noFill xmlns:a="http://schemas.openxmlformats.org/drawingml/2006/main"/>
          <a:ln xmlns:a="http://schemas.openxmlformats.org/drawingml/2006/main" w="24765">
            <a:solidFill>
              <a:srgbClr val="B23A2C"/>
            </a:solidFill>
            <a:prstDash val="solid"/>
          </a:ln>
        </p:spPr>
      </p:sp>
      <p:sp>
        <p:nvSpPr>
          <p:cNvPr id="217" name="i3-label">
            <a:extLst xmlns:a="http://schemas.openxmlformats.org/drawingml/2006/main">
              <a:ext uri="{FF2B5EF4-FFF2-40B4-BE49-F238E27FC236}">
                <a16:creationId xmlns:a16="http://schemas.microsoft.com/office/drawing/2014/main" id="{9053AC84-DD1C-439B-BFDF-12214AC98BA5}"/>
              </a:ext>
            </a:extLst>
          </p:cNvPr>
          <p:cNvSpPr>
            <a:spLocks xmlns:a="http://schemas.openxmlformats.org/drawingml/2006/main" noGrp="1"/>
          </p:cNvSpPr>
          <p:nvPr/>
        </p:nvSpPr>
        <p:spPr>
          <a:xfrm xmlns:a="http://schemas.openxmlformats.org/drawingml/2006/main">
            <a:off x="381000" y="67818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I </a:t>
            </a:r>
            <a:r>
              <a:rPr sz="2250" b="0" i="1">
                <a:solidFill>
                  <a:srgbClr val="1E2E38"/>
                </a:solidFill>
                <a:latin typeface="Times New Roman"/>
                <a:ea typeface="Times New Roman"/>
                <a:cs typeface="Times New Roman"/>
              </a:rPr>
              <a:t>BAL</a:t>
            </a:r>
          </a:p>
        </p:txBody>
      </p:sp>
      <p:sp>
        <p:nvSpPr>
          <p:cNvPr id="218" name="i3-S-bar">
            <a:extLst xmlns:a="http://schemas.openxmlformats.org/drawingml/2006/main">
              <a:ext uri="{FF2B5EF4-FFF2-40B4-BE49-F238E27FC236}">
                <a16:creationId xmlns:a16="http://schemas.microsoft.com/office/drawing/2014/main" id="{65D91299-66E1-44FB-9029-C18FD7E779E0}"/>
              </a:ext>
            </a:extLst>
          </p:cNvPr>
          <p:cNvSpPr>
            <a:spLocks xmlns:a="http://schemas.openxmlformats.org/drawingml/2006/main" noGrp="1"/>
          </p:cNvSpPr>
          <p:nvPr/>
        </p:nvSpPr>
        <p:spPr>
          <a:xfrm xmlns:a="http://schemas.openxmlformats.org/drawingml/2006/main">
            <a:off x="6162717" y="6787515"/>
            <a:ext cx="117433" cy="57150"/>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219" name="i3-S-ci">
            <a:extLst xmlns:a="http://schemas.openxmlformats.org/drawingml/2006/main">
              <a:ext uri="{FF2B5EF4-FFF2-40B4-BE49-F238E27FC236}">
                <a16:creationId xmlns:a16="http://schemas.microsoft.com/office/drawing/2014/main" id="{AF719274-9867-4B5D-BC01-E14C0CCF528B}"/>
              </a:ext>
            </a:extLst>
          </p:cNvPr>
          <p:cNvSpPr>
            <a:spLocks xmlns:a="http://schemas.openxmlformats.org/drawingml/2006/main" noGrp="1"/>
          </p:cNvSpPr>
          <p:nvPr/>
        </p:nvSpPr>
        <p:spPr>
          <a:xfrm xmlns:a="http://schemas.openxmlformats.org/drawingml/2006/main" rot="0">
            <a:off x="5758645" y="6816090"/>
            <a:ext cx="869516" cy="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220" name="i3-S-cil">
            <a:extLst xmlns:a="http://schemas.openxmlformats.org/drawingml/2006/main">
              <a:ext uri="{FF2B5EF4-FFF2-40B4-BE49-F238E27FC236}">
                <a16:creationId xmlns:a16="http://schemas.microsoft.com/office/drawing/2014/main" id="{3494BA65-AC74-43AC-9A62-E50AF3C2CF9D}"/>
              </a:ext>
            </a:extLst>
          </p:cNvPr>
          <p:cNvSpPr>
            <a:spLocks xmlns:a="http://schemas.openxmlformats.org/drawingml/2006/main" noGrp="1"/>
          </p:cNvSpPr>
          <p:nvPr/>
        </p:nvSpPr>
        <p:spPr>
          <a:xfrm xmlns:a="http://schemas.openxmlformats.org/drawingml/2006/main" rot="0">
            <a:off x="5758645" y="67875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221" name="i3-S-cih">
            <a:extLst xmlns:a="http://schemas.openxmlformats.org/drawingml/2006/main">
              <a:ext uri="{FF2B5EF4-FFF2-40B4-BE49-F238E27FC236}">
                <a16:creationId xmlns:a16="http://schemas.microsoft.com/office/drawing/2014/main" id="{159444C6-634D-40D9-ABB1-4B2A83D2270F}"/>
              </a:ext>
            </a:extLst>
          </p:cNvPr>
          <p:cNvSpPr>
            <a:spLocks xmlns:a="http://schemas.openxmlformats.org/drawingml/2006/main" noGrp="1"/>
          </p:cNvSpPr>
          <p:nvPr/>
        </p:nvSpPr>
        <p:spPr>
          <a:xfrm xmlns:a="http://schemas.openxmlformats.org/drawingml/2006/main" rot="0">
            <a:off x="6628161" y="6787515"/>
            <a:ext cx="0" cy="57150"/>
          </a:xfrm>
          <a:prstGeom xmlns:a="http://schemas.openxmlformats.org/drawingml/2006/main" prst="line">
            <a:avLst/>
          </a:prstGeom>
          <a:noFill xmlns:a="http://schemas.openxmlformats.org/drawingml/2006/main"/>
          <a:ln xmlns:a="http://schemas.openxmlformats.org/drawingml/2006/main" w="15240">
            <a:solidFill>
              <a:srgbClr val="2E6F9E"/>
            </a:solidFill>
            <a:prstDash val="solid"/>
          </a:ln>
        </p:spPr>
      </p:sp>
      <p:sp>
        <p:nvSpPr>
          <p:cNvPr id="222" name="i3-S-mark">
            <a:extLst xmlns:a="http://schemas.openxmlformats.org/drawingml/2006/main">
              <a:ext uri="{FF2B5EF4-FFF2-40B4-BE49-F238E27FC236}">
                <a16:creationId xmlns:a16="http://schemas.microsoft.com/office/drawing/2014/main" id="{EBFBB694-B389-4E92-8669-A37E7707B43C}"/>
              </a:ext>
            </a:extLst>
          </p:cNvPr>
          <p:cNvSpPr>
            <a:spLocks xmlns:a="http://schemas.openxmlformats.org/drawingml/2006/main" noGrp="1"/>
          </p:cNvSpPr>
          <p:nvPr/>
        </p:nvSpPr>
        <p:spPr>
          <a:xfrm xmlns:a="http://schemas.openxmlformats.org/drawingml/2006/main" rot="0">
            <a:off x="6162717" y="6758940"/>
            <a:ext cx="0" cy="114300"/>
          </a:xfrm>
          <a:prstGeom xmlns:a="http://schemas.openxmlformats.org/drawingml/2006/main" prst="line">
            <a:avLst/>
          </a:prstGeom>
          <a:noFill xmlns:a="http://schemas.openxmlformats.org/drawingml/2006/main"/>
          <a:ln xmlns:a="http://schemas.openxmlformats.org/drawingml/2006/main" w="24765">
            <a:solidFill>
              <a:srgbClr val="2E6F9E"/>
            </a:solidFill>
            <a:prstDash val="solid"/>
          </a:ln>
        </p:spPr>
      </p:sp>
      <p:sp>
        <p:nvSpPr>
          <p:cNvPr id="223" name="i3-D-bar">
            <a:extLst xmlns:a="http://schemas.openxmlformats.org/drawingml/2006/main">
              <a:ext uri="{FF2B5EF4-FFF2-40B4-BE49-F238E27FC236}">
                <a16:creationId xmlns:a16="http://schemas.microsoft.com/office/drawing/2014/main" id="{2889B925-FC51-4658-9D04-C34E7B502572}"/>
              </a:ext>
            </a:extLst>
          </p:cNvPr>
          <p:cNvSpPr>
            <a:spLocks xmlns:a="http://schemas.openxmlformats.org/drawingml/2006/main" noGrp="1"/>
          </p:cNvSpPr>
          <p:nvPr/>
        </p:nvSpPr>
        <p:spPr>
          <a:xfrm xmlns:a="http://schemas.openxmlformats.org/drawingml/2006/main">
            <a:off x="6280150" y="6856095"/>
            <a:ext cx="1180784" cy="57150"/>
          </a:xfrm>
          <a:prstGeom xmlns:a="http://schemas.openxmlformats.org/drawingml/2006/main" prst="rect">
            <a:avLst/>
          </a:prstGeom>
          <a:solidFill xmlns:a="http://schemas.openxmlformats.org/drawingml/2006/main">
            <a:srgbClr val="D6EADD"/>
          </a:solidFill>
          <a:ln xmlns:a="http://schemas.openxmlformats.org/drawingml/2006/main" w="0">
            <a:noFill/>
            <a:prstDash val="solid"/>
          </a:ln>
        </p:spPr>
      </p:sp>
      <p:sp>
        <p:nvSpPr>
          <p:cNvPr id="224" name="i3-D-ci">
            <a:extLst xmlns:a="http://schemas.openxmlformats.org/drawingml/2006/main">
              <a:ext uri="{FF2B5EF4-FFF2-40B4-BE49-F238E27FC236}">
                <a16:creationId xmlns:a16="http://schemas.microsoft.com/office/drawing/2014/main" id="{08408C19-BF7D-4512-A061-DE355AAA3020}"/>
              </a:ext>
            </a:extLst>
          </p:cNvPr>
          <p:cNvSpPr>
            <a:spLocks xmlns:a="http://schemas.openxmlformats.org/drawingml/2006/main" noGrp="1"/>
          </p:cNvSpPr>
          <p:nvPr/>
        </p:nvSpPr>
        <p:spPr>
          <a:xfrm xmlns:a="http://schemas.openxmlformats.org/drawingml/2006/main" rot="0">
            <a:off x="6818414" y="6884670"/>
            <a:ext cx="1451786" cy="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225" name="i3-D-cil">
            <a:extLst xmlns:a="http://schemas.openxmlformats.org/drawingml/2006/main">
              <a:ext uri="{FF2B5EF4-FFF2-40B4-BE49-F238E27FC236}">
                <a16:creationId xmlns:a16="http://schemas.microsoft.com/office/drawing/2014/main" id="{67AEE896-7871-49CA-BBF8-9EF3CC4EA9FA}"/>
              </a:ext>
            </a:extLst>
          </p:cNvPr>
          <p:cNvSpPr>
            <a:spLocks xmlns:a="http://schemas.openxmlformats.org/drawingml/2006/main" noGrp="1"/>
          </p:cNvSpPr>
          <p:nvPr/>
        </p:nvSpPr>
        <p:spPr>
          <a:xfrm xmlns:a="http://schemas.openxmlformats.org/drawingml/2006/main" rot="0">
            <a:off x="6818414" y="68560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226" name="i3-D-cih">
            <a:extLst xmlns:a="http://schemas.openxmlformats.org/drawingml/2006/main">
              <a:ext uri="{FF2B5EF4-FFF2-40B4-BE49-F238E27FC236}">
                <a16:creationId xmlns:a16="http://schemas.microsoft.com/office/drawing/2014/main" id="{075C4370-F7C1-48AB-9CFD-250020163BBE}"/>
              </a:ext>
            </a:extLst>
          </p:cNvPr>
          <p:cNvSpPr>
            <a:spLocks xmlns:a="http://schemas.openxmlformats.org/drawingml/2006/main" noGrp="1"/>
          </p:cNvSpPr>
          <p:nvPr/>
        </p:nvSpPr>
        <p:spPr>
          <a:xfrm xmlns:a="http://schemas.openxmlformats.org/drawingml/2006/main" rot="0">
            <a:off x="8270200" y="6856095"/>
            <a:ext cx="0" cy="57150"/>
          </a:xfrm>
          <a:prstGeom xmlns:a="http://schemas.openxmlformats.org/drawingml/2006/main" prst="line">
            <a:avLst/>
          </a:prstGeom>
          <a:noFill xmlns:a="http://schemas.openxmlformats.org/drawingml/2006/main"/>
          <a:ln xmlns:a="http://schemas.openxmlformats.org/drawingml/2006/main" w="15240">
            <a:solidFill>
              <a:srgbClr val="3F7C5E"/>
            </a:solidFill>
            <a:prstDash val="solid"/>
          </a:ln>
        </p:spPr>
      </p:sp>
      <p:sp>
        <p:nvSpPr>
          <p:cNvPr id="227" name="i3-D-mark">
            <a:extLst xmlns:a="http://schemas.openxmlformats.org/drawingml/2006/main">
              <a:ext uri="{FF2B5EF4-FFF2-40B4-BE49-F238E27FC236}">
                <a16:creationId xmlns:a16="http://schemas.microsoft.com/office/drawing/2014/main" id="{F0AF639E-98C4-4C92-8048-5C5303ECA21F}"/>
              </a:ext>
            </a:extLst>
          </p:cNvPr>
          <p:cNvSpPr>
            <a:spLocks xmlns:a="http://schemas.openxmlformats.org/drawingml/2006/main" noGrp="1"/>
          </p:cNvSpPr>
          <p:nvPr/>
        </p:nvSpPr>
        <p:spPr>
          <a:xfrm xmlns:a="http://schemas.openxmlformats.org/drawingml/2006/main" rot="0">
            <a:off x="7460934" y="6827520"/>
            <a:ext cx="0" cy="114300"/>
          </a:xfrm>
          <a:prstGeom xmlns:a="http://schemas.openxmlformats.org/drawingml/2006/main" prst="line">
            <a:avLst/>
          </a:prstGeom>
          <a:noFill xmlns:a="http://schemas.openxmlformats.org/drawingml/2006/main"/>
          <a:ln xmlns:a="http://schemas.openxmlformats.org/drawingml/2006/main" w="24765">
            <a:solidFill>
              <a:srgbClr val="3F7C5E"/>
            </a:solidFill>
            <a:prstDash val="solid"/>
          </a:ln>
        </p:spPr>
      </p:sp>
      <p:sp>
        <p:nvSpPr>
          <p:cNvPr id="228" name="i3-E1-bar">
            <a:extLst xmlns:a="http://schemas.openxmlformats.org/drawingml/2006/main">
              <a:ext uri="{FF2B5EF4-FFF2-40B4-BE49-F238E27FC236}">
                <a16:creationId xmlns:a16="http://schemas.microsoft.com/office/drawing/2014/main" id="{5CCBFCFD-9297-49D5-BC1B-A0DE61A60EEE}"/>
              </a:ext>
            </a:extLst>
          </p:cNvPr>
          <p:cNvSpPr>
            <a:spLocks xmlns:a="http://schemas.openxmlformats.org/drawingml/2006/main" noGrp="1"/>
          </p:cNvSpPr>
          <p:nvPr/>
        </p:nvSpPr>
        <p:spPr>
          <a:xfrm xmlns:a="http://schemas.openxmlformats.org/drawingml/2006/main">
            <a:off x="6280150" y="6924675"/>
            <a:ext cx="391720" cy="57150"/>
          </a:xfrm>
          <a:prstGeom xmlns:a="http://schemas.openxmlformats.org/drawingml/2006/main" prst="rect">
            <a:avLst/>
          </a:prstGeom>
          <a:solidFill xmlns:a="http://schemas.openxmlformats.org/drawingml/2006/main">
            <a:srgbClr val="E7E2F3"/>
          </a:solidFill>
          <a:ln xmlns:a="http://schemas.openxmlformats.org/drawingml/2006/main" w="0">
            <a:noFill/>
            <a:prstDash val="solid"/>
          </a:ln>
        </p:spPr>
      </p:sp>
      <p:sp>
        <p:nvSpPr>
          <p:cNvPr id="229" name="i3-E1-ci">
            <a:extLst xmlns:a="http://schemas.openxmlformats.org/drawingml/2006/main">
              <a:ext uri="{FF2B5EF4-FFF2-40B4-BE49-F238E27FC236}">
                <a16:creationId xmlns:a16="http://schemas.microsoft.com/office/drawing/2014/main" id="{18F97F51-4DFB-4680-B013-49DE5BAB4F78}"/>
              </a:ext>
            </a:extLst>
          </p:cNvPr>
          <p:cNvSpPr>
            <a:spLocks xmlns:a="http://schemas.openxmlformats.org/drawingml/2006/main" noGrp="1"/>
          </p:cNvSpPr>
          <p:nvPr/>
        </p:nvSpPr>
        <p:spPr>
          <a:xfrm xmlns:a="http://schemas.openxmlformats.org/drawingml/2006/main" rot="0">
            <a:off x="6077278" y="6953250"/>
            <a:ext cx="1197204"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30" name="i3-E1-cil">
            <a:extLst xmlns:a="http://schemas.openxmlformats.org/drawingml/2006/main">
              <a:ext uri="{FF2B5EF4-FFF2-40B4-BE49-F238E27FC236}">
                <a16:creationId xmlns:a16="http://schemas.microsoft.com/office/drawing/2014/main" id="{20D9EDBF-B2AF-4FF9-AAA5-68D0824FFBD6}"/>
              </a:ext>
            </a:extLst>
          </p:cNvPr>
          <p:cNvSpPr>
            <a:spLocks xmlns:a="http://schemas.openxmlformats.org/drawingml/2006/main" noGrp="1"/>
          </p:cNvSpPr>
          <p:nvPr/>
        </p:nvSpPr>
        <p:spPr>
          <a:xfrm xmlns:a="http://schemas.openxmlformats.org/drawingml/2006/main" rot="0">
            <a:off x="6077278" y="69246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31" name="i3-E1-cih">
            <a:extLst xmlns:a="http://schemas.openxmlformats.org/drawingml/2006/main">
              <a:ext uri="{FF2B5EF4-FFF2-40B4-BE49-F238E27FC236}">
                <a16:creationId xmlns:a16="http://schemas.microsoft.com/office/drawing/2014/main" id="{7A826D2A-3332-40D9-AE39-1D3E2C650F04}"/>
              </a:ext>
            </a:extLst>
          </p:cNvPr>
          <p:cNvSpPr>
            <a:spLocks xmlns:a="http://schemas.openxmlformats.org/drawingml/2006/main" noGrp="1"/>
          </p:cNvSpPr>
          <p:nvPr/>
        </p:nvSpPr>
        <p:spPr>
          <a:xfrm xmlns:a="http://schemas.openxmlformats.org/drawingml/2006/main" rot="0">
            <a:off x="7274483" y="6924675"/>
            <a:ext cx="0" cy="571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32" name="i3-E1-mark">
            <a:extLst xmlns:a="http://schemas.openxmlformats.org/drawingml/2006/main">
              <a:ext uri="{FF2B5EF4-FFF2-40B4-BE49-F238E27FC236}">
                <a16:creationId xmlns:a16="http://schemas.microsoft.com/office/drawing/2014/main" id="{89037C2D-2B86-4C12-8416-5CDFAD33DC3C}"/>
              </a:ext>
            </a:extLst>
          </p:cNvPr>
          <p:cNvSpPr>
            <a:spLocks xmlns:a="http://schemas.openxmlformats.org/drawingml/2006/main" noGrp="1"/>
          </p:cNvSpPr>
          <p:nvPr/>
        </p:nvSpPr>
        <p:spPr>
          <a:xfrm xmlns:a="http://schemas.openxmlformats.org/drawingml/2006/main" rot="0">
            <a:off x="6671870" y="6896100"/>
            <a:ext cx="0" cy="114300"/>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233" name="i3-E2-bar">
            <a:extLst xmlns:a="http://schemas.openxmlformats.org/drawingml/2006/main">
              <a:ext uri="{FF2B5EF4-FFF2-40B4-BE49-F238E27FC236}">
                <a16:creationId xmlns:a16="http://schemas.microsoft.com/office/drawing/2014/main" id="{D0DDCF78-5D10-48FF-AB91-EBA8A932E01D}"/>
              </a:ext>
            </a:extLst>
          </p:cNvPr>
          <p:cNvSpPr>
            <a:spLocks xmlns:a="http://schemas.openxmlformats.org/drawingml/2006/main" noGrp="1"/>
          </p:cNvSpPr>
          <p:nvPr/>
        </p:nvSpPr>
        <p:spPr>
          <a:xfrm xmlns:a="http://schemas.openxmlformats.org/drawingml/2006/main">
            <a:off x="6280150" y="6993255"/>
            <a:ext cx="509174" cy="57150"/>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234" name="i3-E2-ci">
            <a:extLst xmlns:a="http://schemas.openxmlformats.org/drawingml/2006/main">
              <a:ext uri="{FF2B5EF4-FFF2-40B4-BE49-F238E27FC236}">
                <a16:creationId xmlns:a16="http://schemas.microsoft.com/office/drawing/2014/main" id="{B9F60BC5-AAC7-4D05-8D14-84436852C241}"/>
              </a:ext>
            </a:extLst>
          </p:cNvPr>
          <p:cNvSpPr>
            <a:spLocks xmlns:a="http://schemas.openxmlformats.org/drawingml/2006/main" noGrp="1"/>
          </p:cNvSpPr>
          <p:nvPr/>
        </p:nvSpPr>
        <p:spPr>
          <a:xfrm xmlns:a="http://schemas.openxmlformats.org/drawingml/2006/main" rot="0">
            <a:off x="6489435" y="7021830"/>
            <a:ext cx="758377" cy="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235" name="i3-E2-cil">
            <a:extLst xmlns:a="http://schemas.openxmlformats.org/drawingml/2006/main">
              <a:ext uri="{FF2B5EF4-FFF2-40B4-BE49-F238E27FC236}">
                <a16:creationId xmlns:a16="http://schemas.microsoft.com/office/drawing/2014/main" id="{458B2BD0-1864-4294-89AA-738652C7E64A}"/>
              </a:ext>
            </a:extLst>
          </p:cNvPr>
          <p:cNvSpPr>
            <a:spLocks xmlns:a="http://schemas.openxmlformats.org/drawingml/2006/main" noGrp="1"/>
          </p:cNvSpPr>
          <p:nvPr/>
        </p:nvSpPr>
        <p:spPr>
          <a:xfrm xmlns:a="http://schemas.openxmlformats.org/drawingml/2006/main" rot="0">
            <a:off x="6489435" y="69932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236" name="i3-E2-cih">
            <a:extLst xmlns:a="http://schemas.openxmlformats.org/drawingml/2006/main">
              <a:ext uri="{FF2B5EF4-FFF2-40B4-BE49-F238E27FC236}">
                <a16:creationId xmlns:a16="http://schemas.microsoft.com/office/drawing/2014/main" id="{3812F924-CA29-445A-A1CA-6AF3ABCD2A8A}"/>
              </a:ext>
            </a:extLst>
          </p:cNvPr>
          <p:cNvSpPr>
            <a:spLocks xmlns:a="http://schemas.openxmlformats.org/drawingml/2006/main" noGrp="1"/>
          </p:cNvSpPr>
          <p:nvPr/>
        </p:nvSpPr>
        <p:spPr>
          <a:xfrm xmlns:a="http://schemas.openxmlformats.org/drawingml/2006/main" rot="0">
            <a:off x="7247813" y="6993255"/>
            <a:ext cx="0" cy="57150"/>
          </a:xfrm>
          <a:prstGeom xmlns:a="http://schemas.openxmlformats.org/drawingml/2006/main" prst="line">
            <a:avLst/>
          </a:prstGeom>
          <a:noFill xmlns:a="http://schemas.openxmlformats.org/drawingml/2006/main"/>
          <a:ln xmlns:a="http://schemas.openxmlformats.org/drawingml/2006/main" w="15240">
            <a:solidFill>
              <a:srgbClr val="B27C20"/>
            </a:solidFill>
            <a:prstDash val="solid"/>
          </a:ln>
        </p:spPr>
      </p:sp>
      <p:sp>
        <p:nvSpPr>
          <p:cNvPr id="237" name="i3-E2-mark">
            <a:extLst xmlns:a="http://schemas.openxmlformats.org/drawingml/2006/main">
              <a:ext uri="{FF2B5EF4-FFF2-40B4-BE49-F238E27FC236}">
                <a16:creationId xmlns:a16="http://schemas.microsoft.com/office/drawing/2014/main" id="{8C203A01-E019-430A-84E9-8940F762E083}"/>
              </a:ext>
            </a:extLst>
          </p:cNvPr>
          <p:cNvSpPr>
            <a:spLocks xmlns:a="http://schemas.openxmlformats.org/drawingml/2006/main" noGrp="1"/>
          </p:cNvSpPr>
          <p:nvPr/>
        </p:nvSpPr>
        <p:spPr>
          <a:xfrm xmlns:a="http://schemas.openxmlformats.org/drawingml/2006/main" rot="0">
            <a:off x="6789324" y="6964680"/>
            <a:ext cx="0" cy="114300"/>
          </a:xfrm>
          <a:prstGeom xmlns:a="http://schemas.openxmlformats.org/drawingml/2006/main" prst="line">
            <a:avLst/>
          </a:prstGeom>
          <a:noFill xmlns:a="http://schemas.openxmlformats.org/drawingml/2006/main"/>
          <a:ln xmlns:a="http://schemas.openxmlformats.org/drawingml/2006/main" w="24765">
            <a:solidFill>
              <a:srgbClr val="B27C20"/>
            </a:solidFill>
            <a:prstDash val="solid"/>
          </a:ln>
        </p:spPr>
      </p:sp>
      <p:sp>
        <p:nvSpPr>
          <p:cNvPr id="238" name="i3-E3-bar">
            <a:extLst xmlns:a="http://schemas.openxmlformats.org/drawingml/2006/main">
              <a:ext uri="{FF2B5EF4-FFF2-40B4-BE49-F238E27FC236}">
                <a16:creationId xmlns:a16="http://schemas.microsoft.com/office/drawing/2014/main" id="{BEB45EC9-95DB-4439-845E-FD9544460399}"/>
              </a:ext>
            </a:extLst>
          </p:cNvPr>
          <p:cNvSpPr>
            <a:spLocks xmlns:a="http://schemas.openxmlformats.org/drawingml/2006/main" noGrp="1"/>
          </p:cNvSpPr>
          <p:nvPr/>
        </p:nvSpPr>
        <p:spPr>
          <a:xfrm xmlns:a="http://schemas.openxmlformats.org/drawingml/2006/main">
            <a:off x="6280150" y="7061835"/>
            <a:ext cx="406006" cy="57150"/>
          </a:xfrm>
          <a:prstGeom xmlns:a="http://schemas.openxmlformats.org/drawingml/2006/main" prst="rect">
            <a:avLst/>
          </a:prstGeom>
          <a:solidFill xmlns:a="http://schemas.openxmlformats.org/drawingml/2006/main">
            <a:srgbClr val="F2E2E0"/>
          </a:solidFill>
          <a:ln xmlns:a="http://schemas.openxmlformats.org/drawingml/2006/main" w="0">
            <a:noFill/>
            <a:prstDash val="solid"/>
          </a:ln>
        </p:spPr>
      </p:sp>
      <p:sp>
        <p:nvSpPr>
          <p:cNvPr id="239" name="i3-E3-ci">
            <a:extLst xmlns:a="http://schemas.openxmlformats.org/drawingml/2006/main">
              <a:ext uri="{FF2B5EF4-FFF2-40B4-BE49-F238E27FC236}">
                <a16:creationId xmlns:a16="http://schemas.microsoft.com/office/drawing/2014/main" id="{ACFCEAF7-E53C-4B62-B150-86F118EAFE88}"/>
              </a:ext>
            </a:extLst>
          </p:cNvPr>
          <p:cNvSpPr>
            <a:spLocks xmlns:a="http://schemas.openxmlformats.org/drawingml/2006/main" noGrp="1"/>
          </p:cNvSpPr>
          <p:nvPr/>
        </p:nvSpPr>
        <p:spPr>
          <a:xfrm xmlns:a="http://schemas.openxmlformats.org/drawingml/2006/main" rot="0">
            <a:off x="6315615" y="7090410"/>
            <a:ext cx="826434" cy="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240" name="i3-E3-cil">
            <a:extLst xmlns:a="http://schemas.openxmlformats.org/drawingml/2006/main">
              <a:ext uri="{FF2B5EF4-FFF2-40B4-BE49-F238E27FC236}">
                <a16:creationId xmlns:a16="http://schemas.microsoft.com/office/drawing/2014/main" id="{2EAF2A94-2282-4C18-BFD7-4ABD3CA69D6B}"/>
              </a:ext>
            </a:extLst>
          </p:cNvPr>
          <p:cNvSpPr>
            <a:spLocks xmlns:a="http://schemas.openxmlformats.org/drawingml/2006/main" noGrp="1"/>
          </p:cNvSpPr>
          <p:nvPr/>
        </p:nvSpPr>
        <p:spPr>
          <a:xfrm xmlns:a="http://schemas.openxmlformats.org/drawingml/2006/main" rot="0">
            <a:off x="6315615" y="70618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241" name="i3-E3-cih">
            <a:extLst xmlns:a="http://schemas.openxmlformats.org/drawingml/2006/main">
              <a:ext uri="{FF2B5EF4-FFF2-40B4-BE49-F238E27FC236}">
                <a16:creationId xmlns:a16="http://schemas.microsoft.com/office/drawing/2014/main" id="{ACF62A90-6158-46AA-8A22-C6B33D3E1C4E}"/>
              </a:ext>
            </a:extLst>
          </p:cNvPr>
          <p:cNvSpPr>
            <a:spLocks xmlns:a="http://schemas.openxmlformats.org/drawingml/2006/main" noGrp="1"/>
          </p:cNvSpPr>
          <p:nvPr/>
        </p:nvSpPr>
        <p:spPr>
          <a:xfrm xmlns:a="http://schemas.openxmlformats.org/drawingml/2006/main" rot="0">
            <a:off x="7142049" y="7061835"/>
            <a:ext cx="0" cy="57150"/>
          </a:xfrm>
          <a:prstGeom xmlns:a="http://schemas.openxmlformats.org/drawingml/2006/main" prst="line">
            <a:avLst/>
          </a:prstGeom>
          <a:noFill xmlns:a="http://schemas.openxmlformats.org/drawingml/2006/main"/>
          <a:ln xmlns:a="http://schemas.openxmlformats.org/drawingml/2006/main" w="15240">
            <a:solidFill>
              <a:srgbClr val="B23A2C"/>
            </a:solidFill>
            <a:prstDash val="solid"/>
          </a:ln>
        </p:spPr>
      </p:sp>
      <p:sp>
        <p:nvSpPr>
          <p:cNvPr id="242" name="i3-E3-mark">
            <a:extLst xmlns:a="http://schemas.openxmlformats.org/drawingml/2006/main">
              <a:ext uri="{FF2B5EF4-FFF2-40B4-BE49-F238E27FC236}">
                <a16:creationId xmlns:a16="http://schemas.microsoft.com/office/drawing/2014/main" id="{F9046B83-2402-4EB9-8D4E-9F2031AA5865}"/>
              </a:ext>
            </a:extLst>
          </p:cNvPr>
          <p:cNvSpPr>
            <a:spLocks xmlns:a="http://schemas.openxmlformats.org/drawingml/2006/main" noGrp="1"/>
          </p:cNvSpPr>
          <p:nvPr/>
        </p:nvSpPr>
        <p:spPr>
          <a:xfrm xmlns:a="http://schemas.openxmlformats.org/drawingml/2006/main" rot="0">
            <a:off x="6686156" y="7033260"/>
            <a:ext cx="0" cy="114300"/>
          </a:xfrm>
          <a:prstGeom xmlns:a="http://schemas.openxmlformats.org/drawingml/2006/main" prst="line">
            <a:avLst/>
          </a:prstGeom>
          <a:noFill xmlns:a="http://schemas.openxmlformats.org/drawingml/2006/main"/>
          <a:ln xmlns:a="http://schemas.openxmlformats.org/drawingml/2006/main" w="24765">
            <a:solidFill>
              <a:srgbClr val="B23A2C"/>
            </a:solidFill>
            <a:prstDash val="solid"/>
          </a:ln>
        </p:spPr>
      </p:sp>
      <p:sp>
        <p:nvSpPr>
          <p:cNvPr id="243" name="i4-label">
            <a:extLst xmlns:a="http://schemas.openxmlformats.org/drawingml/2006/main">
              <a:ext uri="{FF2B5EF4-FFF2-40B4-BE49-F238E27FC236}">
                <a16:creationId xmlns:a16="http://schemas.microsoft.com/office/drawing/2014/main" id="{2746EDA3-25A9-460C-AF07-79A47C5FD576}"/>
              </a:ext>
            </a:extLst>
          </p:cNvPr>
          <p:cNvSpPr>
            <a:spLocks xmlns:a="http://schemas.openxmlformats.org/drawingml/2006/main" noGrp="1"/>
          </p:cNvSpPr>
          <p:nvPr/>
        </p:nvSpPr>
        <p:spPr>
          <a:xfrm xmlns:a="http://schemas.openxmlformats.org/drawingml/2006/main">
            <a:off x="381000" y="71247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MVTec   I </a:t>
            </a:r>
            <a:r>
              <a:rPr sz="2250" b="0" i="1">
                <a:solidFill>
                  <a:srgbClr val="1E2E38"/>
                </a:solidFill>
                <a:latin typeface="Times New Roman"/>
                <a:ea typeface="Times New Roman"/>
                <a:cs typeface="Times New Roman"/>
              </a:rPr>
              <a:t>TRI</a:t>
            </a:r>
          </a:p>
        </p:txBody>
      </p:sp>
      <p:sp>
        <p:nvSpPr>
          <p:cNvPr id="244" name="i4-GEN-bar">
            <a:extLst xmlns:a="http://schemas.openxmlformats.org/drawingml/2006/main">
              <a:ext uri="{FF2B5EF4-FFF2-40B4-BE49-F238E27FC236}">
                <a16:creationId xmlns:a16="http://schemas.microsoft.com/office/drawing/2014/main" id="{C919FA63-E18E-415A-8BC5-3D78EBC14776}"/>
              </a:ext>
            </a:extLst>
          </p:cNvPr>
          <p:cNvSpPr>
            <a:spLocks xmlns:a="http://schemas.openxmlformats.org/drawingml/2006/main" noGrp="1"/>
          </p:cNvSpPr>
          <p:nvPr/>
        </p:nvSpPr>
        <p:spPr>
          <a:xfrm xmlns:a="http://schemas.openxmlformats.org/drawingml/2006/main">
            <a:off x="6280150" y="7224713"/>
            <a:ext cx="974891" cy="142875"/>
          </a:xfrm>
          <a:prstGeom xmlns:a="http://schemas.openxmlformats.org/drawingml/2006/main" prst="rect">
            <a:avLst/>
          </a:prstGeom>
          <a:solidFill xmlns:a="http://schemas.openxmlformats.org/drawingml/2006/main">
            <a:srgbClr val="EDE6F6"/>
          </a:solidFill>
          <a:ln xmlns:a="http://schemas.openxmlformats.org/drawingml/2006/main" w="0">
            <a:noFill/>
            <a:prstDash val="solid"/>
          </a:ln>
        </p:spPr>
      </p:sp>
      <p:sp>
        <p:nvSpPr>
          <p:cNvPr id="245" name="i4-GEN-ci">
            <a:extLst xmlns:a="http://schemas.openxmlformats.org/drawingml/2006/main">
              <a:ext uri="{FF2B5EF4-FFF2-40B4-BE49-F238E27FC236}">
                <a16:creationId xmlns:a16="http://schemas.microsoft.com/office/drawing/2014/main" id="{7C949974-6895-44F3-94A1-D562F8BD87A7}"/>
              </a:ext>
            </a:extLst>
          </p:cNvPr>
          <p:cNvSpPr>
            <a:spLocks xmlns:a="http://schemas.openxmlformats.org/drawingml/2006/main" noGrp="1"/>
          </p:cNvSpPr>
          <p:nvPr/>
        </p:nvSpPr>
        <p:spPr>
          <a:xfrm xmlns:a="http://schemas.openxmlformats.org/drawingml/2006/main" rot="0">
            <a:off x="7050330" y="7296150"/>
            <a:ext cx="425363"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46" name="i4-GEN-cil">
            <a:extLst xmlns:a="http://schemas.openxmlformats.org/drawingml/2006/main">
              <a:ext uri="{FF2B5EF4-FFF2-40B4-BE49-F238E27FC236}">
                <a16:creationId xmlns:a16="http://schemas.microsoft.com/office/drawing/2014/main" id="{B5C2F73A-DF11-48C2-9EC4-CC6B46506D02}"/>
              </a:ext>
            </a:extLst>
          </p:cNvPr>
          <p:cNvSpPr>
            <a:spLocks xmlns:a="http://schemas.openxmlformats.org/drawingml/2006/main" noGrp="1"/>
          </p:cNvSpPr>
          <p:nvPr/>
        </p:nvSpPr>
        <p:spPr>
          <a:xfrm xmlns:a="http://schemas.openxmlformats.org/drawingml/2006/main" rot="0">
            <a:off x="7050330" y="72247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47" name="i4-GEN-cih">
            <a:extLst xmlns:a="http://schemas.openxmlformats.org/drawingml/2006/main">
              <a:ext uri="{FF2B5EF4-FFF2-40B4-BE49-F238E27FC236}">
                <a16:creationId xmlns:a16="http://schemas.microsoft.com/office/drawing/2014/main" id="{A73A7E12-46CD-4B07-BCB1-4E0EE276D73F}"/>
              </a:ext>
            </a:extLst>
          </p:cNvPr>
          <p:cNvSpPr>
            <a:spLocks xmlns:a="http://schemas.openxmlformats.org/drawingml/2006/main" noGrp="1"/>
          </p:cNvSpPr>
          <p:nvPr/>
        </p:nvSpPr>
        <p:spPr>
          <a:xfrm xmlns:a="http://schemas.openxmlformats.org/drawingml/2006/main" rot="0">
            <a:off x="7475693" y="72247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48" name="i4-GEN-mark">
            <a:extLst xmlns:a="http://schemas.openxmlformats.org/drawingml/2006/main">
              <a:ext uri="{FF2B5EF4-FFF2-40B4-BE49-F238E27FC236}">
                <a16:creationId xmlns:a16="http://schemas.microsoft.com/office/drawing/2014/main" id="{AB0014F8-67B3-4FAE-9DF4-6810D4A51E74}"/>
              </a:ext>
            </a:extLst>
          </p:cNvPr>
          <p:cNvSpPr>
            <a:spLocks xmlns:a="http://schemas.openxmlformats.org/drawingml/2006/main" noGrp="1"/>
          </p:cNvSpPr>
          <p:nvPr/>
        </p:nvSpPr>
        <p:spPr>
          <a:xfrm xmlns:a="http://schemas.openxmlformats.org/drawingml/2006/main" rot="0">
            <a:off x="7255041" y="7196138"/>
            <a:ext cx="0" cy="200025"/>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249" name="i5-label">
            <a:extLst xmlns:a="http://schemas.openxmlformats.org/drawingml/2006/main">
              <a:ext uri="{FF2B5EF4-FFF2-40B4-BE49-F238E27FC236}">
                <a16:creationId xmlns:a16="http://schemas.microsoft.com/office/drawing/2014/main" id="{AC056158-BEE2-435F-8E81-623B245CBB56}"/>
              </a:ext>
            </a:extLst>
          </p:cNvPr>
          <p:cNvSpPr>
            <a:spLocks xmlns:a="http://schemas.openxmlformats.org/drawingml/2006/main" noGrp="1"/>
          </p:cNvSpPr>
          <p:nvPr/>
        </p:nvSpPr>
        <p:spPr>
          <a:xfrm xmlns:a="http://schemas.openxmlformats.org/drawingml/2006/main">
            <a:off x="381000" y="74676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MVTec   I </a:t>
            </a:r>
            <a:r>
              <a:rPr sz="2250" b="0" i="1">
                <a:solidFill>
                  <a:srgbClr val="1E2E38"/>
                </a:solidFill>
                <a:latin typeface="Times New Roman"/>
                <a:ea typeface="Times New Roman"/>
                <a:cs typeface="Times New Roman"/>
              </a:rPr>
              <a:t>BAL</a:t>
            </a:r>
          </a:p>
        </p:txBody>
      </p:sp>
      <p:sp>
        <p:nvSpPr>
          <p:cNvPr id="250" name="i5-GEN-bar">
            <a:extLst xmlns:a="http://schemas.openxmlformats.org/drawingml/2006/main">
              <a:ext uri="{FF2B5EF4-FFF2-40B4-BE49-F238E27FC236}">
                <a16:creationId xmlns:a16="http://schemas.microsoft.com/office/drawing/2014/main" id="{29467EBA-2EA3-4327-A0B3-EBA199B2351E}"/>
              </a:ext>
            </a:extLst>
          </p:cNvPr>
          <p:cNvSpPr>
            <a:spLocks xmlns:a="http://schemas.openxmlformats.org/drawingml/2006/main" noGrp="1"/>
          </p:cNvSpPr>
          <p:nvPr/>
        </p:nvSpPr>
        <p:spPr>
          <a:xfrm xmlns:a="http://schemas.openxmlformats.org/drawingml/2006/main">
            <a:off x="6280150" y="7567613"/>
            <a:ext cx="906110" cy="142875"/>
          </a:xfrm>
          <a:prstGeom xmlns:a="http://schemas.openxmlformats.org/drawingml/2006/main" prst="rect">
            <a:avLst/>
          </a:prstGeom>
          <a:solidFill xmlns:a="http://schemas.openxmlformats.org/drawingml/2006/main">
            <a:srgbClr val="EDE6F6"/>
          </a:solidFill>
          <a:ln xmlns:a="http://schemas.openxmlformats.org/drawingml/2006/main" w="0">
            <a:noFill/>
            <a:prstDash val="solid"/>
          </a:ln>
        </p:spPr>
      </p:sp>
      <p:sp>
        <p:nvSpPr>
          <p:cNvPr id="251" name="i5-GEN-ci">
            <a:extLst xmlns:a="http://schemas.openxmlformats.org/drawingml/2006/main">
              <a:ext uri="{FF2B5EF4-FFF2-40B4-BE49-F238E27FC236}">
                <a16:creationId xmlns:a16="http://schemas.microsoft.com/office/drawing/2014/main" id="{5656A99A-9257-4DFD-9F5B-D3048C2E7B85}"/>
              </a:ext>
            </a:extLst>
          </p:cNvPr>
          <p:cNvSpPr>
            <a:spLocks xmlns:a="http://schemas.openxmlformats.org/drawingml/2006/main" noGrp="1"/>
          </p:cNvSpPr>
          <p:nvPr/>
        </p:nvSpPr>
        <p:spPr>
          <a:xfrm xmlns:a="http://schemas.openxmlformats.org/drawingml/2006/main" rot="0">
            <a:off x="6986654" y="7639050"/>
            <a:ext cx="427323"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52" name="i5-GEN-cil">
            <a:extLst xmlns:a="http://schemas.openxmlformats.org/drawingml/2006/main">
              <a:ext uri="{FF2B5EF4-FFF2-40B4-BE49-F238E27FC236}">
                <a16:creationId xmlns:a16="http://schemas.microsoft.com/office/drawing/2014/main" id="{6414A0EC-4956-4659-9B84-614BE554CB24}"/>
              </a:ext>
            </a:extLst>
          </p:cNvPr>
          <p:cNvSpPr>
            <a:spLocks xmlns:a="http://schemas.openxmlformats.org/drawingml/2006/main" noGrp="1"/>
          </p:cNvSpPr>
          <p:nvPr/>
        </p:nvSpPr>
        <p:spPr>
          <a:xfrm xmlns:a="http://schemas.openxmlformats.org/drawingml/2006/main" rot="0">
            <a:off x="6986654" y="75676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53" name="i5-GEN-cih">
            <a:extLst xmlns:a="http://schemas.openxmlformats.org/drawingml/2006/main">
              <a:ext uri="{FF2B5EF4-FFF2-40B4-BE49-F238E27FC236}">
                <a16:creationId xmlns:a16="http://schemas.microsoft.com/office/drawing/2014/main" id="{A36F909A-10AB-4A30-8914-D44086162071}"/>
              </a:ext>
            </a:extLst>
          </p:cNvPr>
          <p:cNvSpPr>
            <a:spLocks xmlns:a="http://schemas.openxmlformats.org/drawingml/2006/main" noGrp="1"/>
          </p:cNvSpPr>
          <p:nvPr/>
        </p:nvSpPr>
        <p:spPr>
          <a:xfrm xmlns:a="http://schemas.openxmlformats.org/drawingml/2006/main" rot="0">
            <a:off x="7413977" y="75676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54" name="i5-GEN-mark">
            <a:extLst xmlns:a="http://schemas.openxmlformats.org/drawingml/2006/main">
              <a:ext uri="{FF2B5EF4-FFF2-40B4-BE49-F238E27FC236}">
                <a16:creationId xmlns:a16="http://schemas.microsoft.com/office/drawing/2014/main" id="{91FFA7DC-71C4-4378-B67C-8CA6D747ECCD}"/>
              </a:ext>
            </a:extLst>
          </p:cNvPr>
          <p:cNvSpPr>
            <a:spLocks xmlns:a="http://schemas.openxmlformats.org/drawingml/2006/main" noGrp="1"/>
          </p:cNvSpPr>
          <p:nvPr/>
        </p:nvSpPr>
        <p:spPr>
          <a:xfrm xmlns:a="http://schemas.openxmlformats.org/drawingml/2006/main" rot="0">
            <a:off x="7186260" y="7539038"/>
            <a:ext cx="0" cy="200025"/>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255" name="i6-label">
            <a:extLst xmlns:a="http://schemas.openxmlformats.org/drawingml/2006/main">
              <a:ext uri="{FF2B5EF4-FFF2-40B4-BE49-F238E27FC236}">
                <a16:creationId xmlns:a16="http://schemas.microsoft.com/office/drawing/2014/main" id="{BDDBBDF6-1C0D-4078-A712-72371B38D8B7}"/>
              </a:ext>
            </a:extLst>
          </p:cNvPr>
          <p:cNvSpPr>
            <a:spLocks xmlns:a="http://schemas.openxmlformats.org/drawingml/2006/main" noGrp="1"/>
          </p:cNvSpPr>
          <p:nvPr/>
        </p:nvSpPr>
        <p:spPr>
          <a:xfrm xmlns:a="http://schemas.openxmlformats.org/drawingml/2006/main">
            <a:off x="381000" y="78105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VisA   I </a:t>
            </a:r>
            <a:r>
              <a:rPr sz="2250" b="0" i="1">
                <a:solidFill>
                  <a:srgbClr val="1E2E38"/>
                </a:solidFill>
                <a:latin typeface="Times New Roman"/>
                <a:ea typeface="Times New Roman"/>
                <a:cs typeface="Times New Roman"/>
              </a:rPr>
              <a:t>TRI</a:t>
            </a:r>
          </a:p>
        </p:txBody>
      </p:sp>
      <p:sp>
        <p:nvSpPr>
          <p:cNvPr id="256" name="i6-GEN-bar">
            <a:extLst xmlns:a="http://schemas.openxmlformats.org/drawingml/2006/main">
              <a:ext uri="{FF2B5EF4-FFF2-40B4-BE49-F238E27FC236}">
                <a16:creationId xmlns:a16="http://schemas.microsoft.com/office/drawing/2014/main" id="{83E9A24C-D38A-422B-8EB7-5347C9A302A0}"/>
              </a:ext>
            </a:extLst>
          </p:cNvPr>
          <p:cNvSpPr>
            <a:spLocks xmlns:a="http://schemas.openxmlformats.org/drawingml/2006/main" noGrp="1"/>
          </p:cNvSpPr>
          <p:nvPr/>
        </p:nvSpPr>
        <p:spPr>
          <a:xfrm xmlns:a="http://schemas.openxmlformats.org/drawingml/2006/main">
            <a:off x="6280150" y="7910513"/>
            <a:ext cx="2089030" cy="142875"/>
          </a:xfrm>
          <a:prstGeom xmlns:a="http://schemas.openxmlformats.org/drawingml/2006/main" prst="rect">
            <a:avLst/>
          </a:prstGeom>
          <a:solidFill xmlns:a="http://schemas.openxmlformats.org/drawingml/2006/main">
            <a:srgbClr val="EDE6F6"/>
          </a:solidFill>
          <a:ln xmlns:a="http://schemas.openxmlformats.org/drawingml/2006/main" w="0">
            <a:noFill/>
            <a:prstDash val="solid"/>
          </a:ln>
        </p:spPr>
      </p:sp>
      <p:sp>
        <p:nvSpPr>
          <p:cNvPr id="257" name="i6-GEN-ci">
            <a:extLst xmlns:a="http://schemas.openxmlformats.org/drawingml/2006/main">
              <a:ext uri="{FF2B5EF4-FFF2-40B4-BE49-F238E27FC236}">
                <a16:creationId xmlns:a16="http://schemas.microsoft.com/office/drawing/2014/main" id="{388C8DB6-D8A6-49A4-8AC4-C65DDD9E4272}"/>
              </a:ext>
            </a:extLst>
          </p:cNvPr>
          <p:cNvSpPr>
            <a:spLocks xmlns:a="http://schemas.openxmlformats.org/drawingml/2006/main" noGrp="1"/>
          </p:cNvSpPr>
          <p:nvPr/>
        </p:nvSpPr>
        <p:spPr>
          <a:xfrm xmlns:a="http://schemas.openxmlformats.org/drawingml/2006/main" rot="0">
            <a:off x="8057610" y="7981950"/>
            <a:ext cx="621072"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58" name="i6-GEN-cil">
            <a:extLst xmlns:a="http://schemas.openxmlformats.org/drawingml/2006/main">
              <a:ext uri="{FF2B5EF4-FFF2-40B4-BE49-F238E27FC236}">
                <a16:creationId xmlns:a16="http://schemas.microsoft.com/office/drawing/2014/main" id="{7AD0E796-3008-4F50-9390-4E165BC32BFE}"/>
              </a:ext>
            </a:extLst>
          </p:cNvPr>
          <p:cNvSpPr>
            <a:spLocks xmlns:a="http://schemas.openxmlformats.org/drawingml/2006/main" noGrp="1"/>
          </p:cNvSpPr>
          <p:nvPr/>
        </p:nvSpPr>
        <p:spPr>
          <a:xfrm xmlns:a="http://schemas.openxmlformats.org/drawingml/2006/main" rot="0">
            <a:off x="8057610" y="79105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59" name="i6-GEN-cih">
            <a:extLst xmlns:a="http://schemas.openxmlformats.org/drawingml/2006/main">
              <a:ext uri="{FF2B5EF4-FFF2-40B4-BE49-F238E27FC236}">
                <a16:creationId xmlns:a16="http://schemas.microsoft.com/office/drawing/2014/main" id="{016516AC-4EF7-463F-ABE3-D3BD114192BE}"/>
              </a:ext>
            </a:extLst>
          </p:cNvPr>
          <p:cNvSpPr>
            <a:spLocks xmlns:a="http://schemas.openxmlformats.org/drawingml/2006/main" noGrp="1"/>
          </p:cNvSpPr>
          <p:nvPr/>
        </p:nvSpPr>
        <p:spPr>
          <a:xfrm xmlns:a="http://schemas.openxmlformats.org/drawingml/2006/main" rot="0">
            <a:off x="8678682" y="79105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60" name="i6-GEN-mark">
            <a:extLst xmlns:a="http://schemas.openxmlformats.org/drawingml/2006/main">
              <a:ext uri="{FF2B5EF4-FFF2-40B4-BE49-F238E27FC236}">
                <a16:creationId xmlns:a16="http://schemas.microsoft.com/office/drawing/2014/main" id="{93CABC07-C111-47CB-AD49-F8F770E898E7}"/>
              </a:ext>
            </a:extLst>
          </p:cNvPr>
          <p:cNvSpPr>
            <a:spLocks xmlns:a="http://schemas.openxmlformats.org/drawingml/2006/main" noGrp="1"/>
          </p:cNvSpPr>
          <p:nvPr/>
        </p:nvSpPr>
        <p:spPr>
          <a:xfrm xmlns:a="http://schemas.openxmlformats.org/drawingml/2006/main" rot="0">
            <a:off x="8369180" y="7881938"/>
            <a:ext cx="0" cy="200025"/>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
        <p:nvSpPr>
          <p:cNvPr id="261" name="i7-label">
            <a:extLst xmlns:a="http://schemas.openxmlformats.org/drawingml/2006/main">
              <a:ext uri="{FF2B5EF4-FFF2-40B4-BE49-F238E27FC236}">
                <a16:creationId xmlns:a16="http://schemas.microsoft.com/office/drawing/2014/main" id="{6B0A5C78-B5E6-4AA1-A599-0FF734D2D52A}"/>
              </a:ext>
            </a:extLst>
          </p:cNvPr>
          <p:cNvSpPr>
            <a:spLocks xmlns:a="http://schemas.openxmlformats.org/drawingml/2006/main" noGrp="1"/>
          </p:cNvSpPr>
          <p:nvPr/>
        </p:nvSpPr>
        <p:spPr>
          <a:xfrm xmlns:a="http://schemas.openxmlformats.org/drawingml/2006/main">
            <a:off x="381000" y="81534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VisA   I </a:t>
            </a:r>
            <a:r>
              <a:rPr sz="2250" b="0" i="1">
                <a:solidFill>
                  <a:srgbClr val="1E2E38"/>
                </a:solidFill>
                <a:latin typeface="Times New Roman"/>
                <a:ea typeface="Times New Roman"/>
                <a:cs typeface="Times New Roman"/>
              </a:rPr>
              <a:t>BAL</a:t>
            </a:r>
          </a:p>
        </p:txBody>
      </p:sp>
      <p:sp>
        <p:nvSpPr>
          <p:cNvPr id="262" name="i7-GEN-bar">
            <a:extLst xmlns:a="http://schemas.openxmlformats.org/drawingml/2006/main">
              <a:ext uri="{FF2B5EF4-FFF2-40B4-BE49-F238E27FC236}">
                <a16:creationId xmlns:a16="http://schemas.microsoft.com/office/drawing/2014/main" id="{70FD90ED-641C-4755-AA6F-6018C03ED1AE}"/>
              </a:ext>
            </a:extLst>
          </p:cNvPr>
          <p:cNvSpPr>
            <a:spLocks xmlns:a="http://schemas.openxmlformats.org/drawingml/2006/main" noGrp="1"/>
          </p:cNvSpPr>
          <p:nvPr/>
        </p:nvSpPr>
        <p:spPr>
          <a:xfrm xmlns:a="http://schemas.openxmlformats.org/drawingml/2006/main">
            <a:off x="6280150" y="8253413"/>
            <a:ext cx="1825498" cy="142875"/>
          </a:xfrm>
          <a:prstGeom xmlns:a="http://schemas.openxmlformats.org/drawingml/2006/main" prst="rect">
            <a:avLst/>
          </a:prstGeom>
          <a:solidFill xmlns:a="http://schemas.openxmlformats.org/drawingml/2006/main">
            <a:srgbClr val="EDE6F6"/>
          </a:solidFill>
          <a:ln xmlns:a="http://schemas.openxmlformats.org/drawingml/2006/main" w="0">
            <a:noFill/>
            <a:prstDash val="solid"/>
          </a:ln>
        </p:spPr>
      </p:sp>
      <p:sp>
        <p:nvSpPr>
          <p:cNvPr id="263" name="i7-GEN-ci">
            <a:extLst xmlns:a="http://schemas.openxmlformats.org/drawingml/2006/main">
              <a:ext uri="{FF2B5EF4-FFF2-40B4-BE49-F238E27FC236}">
                <a16:creationId xmlns:a16="http://schemas.microsoft.com/office/drawing/2014/main" id="{F5583DB0-8A04-4925-AE33-E4BA4518F7B1}"/>
              </a:ext>
            </a:extLst>
          </p:cNvPr>
          <p:cNvSpPr>
            <a:spLocks xmlns:a="http://schemas.openxmlformats.org/drawingml/2006/main" noGrp="1"/>
          </p:cNvSpPr>
          <p:nvPr/>
        </p:nvSpPr>
        <p:spPr>
          <a:xfrm xmlns:a="http://schemas.openxmlformats.org/drawingml/2006/main" rot="0">
            <a:off x="7798112" y="8324850"/>
            <a:ext cx="644841" cy="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64" name="i7-GEN-cil">
            <a:extLst xmlns:a="http://schemas.openxmlformats.org/drawingml/2006/main">
              <a:ext uri="{FF2B5EF4-FFF2-40B4-BE49-F238E27FC236}">
                <a16:creationId xmlns:a16="http://schemas.microsoft.com/office/drawing/2014/main" id="{101458BD-26BA-4A65-A406-43325F4B1C63}"/>
              </a:ext>
            </a:extLst>
          </p:cNvPr>
          <p:cNvSpPr>
            <a:spLocks xmlns:a="http://schemas.openxmlformats.org/drawingml/2006/main" noGrp="1"/>
          </p:cNvSpPr>
          <p:nvPr/>
        </p:nvSpPr>
        <p:spPr>
          <a:xfrm xmlns:a="http://schemas.openxmlformats.org/drawingml/2006/main" rot="0">
            <a:off x="7798112" y="82534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65" name="i7-GEN-cih">
            <a:extLst xmlns:a="http://schemas.openxmlformats.org/drawingml/2006/main">
              <a:ext uri="{FF2B5EF4-FFF2-40B4-BE49-F238E27FC236}">
                <a16:creationId xmlns:a16="http://schemas.microsoft.com/office/drawing/2014/main" id="{1C489073-630D-4C08-9C44-4447F4B5E568}"/>
              </a:ext>
            </a:extLst>
          </p:cNvPr>
          <p:cNvSpPr>
            <a:spLocks xmlns:a="http://schemas.openxmlformats.org/drawingml/2006/main" noGrp="1"/>
          </p:cNvSpPr>
          <p:nvPr/>
        </p:nvSpPr>
        <p:spPr>
          <a:xfrm xmlns:a="http://schemas.openxmlformats.org/drawingml/2006/main" rot="0">
            <a:off x="8442953" y="8253413"/>
            <a:ext cx="0" cy="142875"/>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66" name="i7-GEN-mark">
            <a:extLst xmlns:a="http://schemas.openxmlformats.org/drawingml/2006/main">
              <a:ext uri="{FF2B5EF4-FFF2-40B4-BE49-F238E27FC236}">
                <a16:creationId xmlns:a16="http://schemas.microsoft.com/office/drawing/2014/main" id="{28200BA1-6890-414E-A989-7969C465B1C5}"/>
              </a:ext>
            </a:extLst>
          </p:cNvPr>
          <p:cNvSpPr>
            <a:spLocks xmlns:a="http://schemas.openxmlformats.org/drawingml/2006/main" noGrp="1"/>
          </p:cNvSpPr>
          <p:nvPr/>
        </p:nvSpPr>
        <p:spPr>
          <a:xfrm xmlns:a="http://schemas.openxmlformats.org/drawingml/2006/main" rot="0">
            <a:off x="8105648" y="8224838"/>
            <a:ext cx="0" cy="200025"/>
          </a:xfrm>
          <a:prstGeom xmlns:a="http://schemas.openxmlformats.org/drawingml/2006/main" prst="line">
            <a:avLst/>
          </a:prstGeom>
          <a:noFill xmlns:a="http://schemas.openxmlformats.org/drawingml/2006/main"/>
          <a:ln xmlns:a="http://schemas.openxmlformats.org/drawingml/2006/main" w="24765">
            <a:solidFill>
              <a:srgbClr val="6E4E9E"/>
            </a:solidFill>
            <a:prstDash val="solid"/>
          </a:ln>
        </p:spPr>
      </p:sp>
    </p:spTree>
    <p:extLst>
      <p:ext uri="{BB962C8B-B14F-4D97-AF65-F5344CB8AC3E}">
        <p14:creationId xmlns:p14="http://schemas.microsoft.com/office/powerpoint/2010/main" val="11275816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0" name="band-a">
            <a:extLst xmlns:a="http://schemas.openxmlformats.org/drawingml/2006/main">
              <a:ext uri="{FF2B5EF4-FFF2-40B4-BE49-F238E27FC236}">
                <a16:creationId xmlns:a16="http://schemas.microsoft.com/office/drawing/2014/main" id="{32AA408F-0662-4179-B88A-13BD2C66E030}"/>
              </a:ext>
            </a:extLst>
          </p:cNvPr>
          <p:cNvSpPr>
            <a:spLocks xmlns:a="http://schemas.openxmlformats.org/drawingml/2006/main" noGrp="1"/>
          </p:cNvSpPr>
          <p:nvPr/>
        </p:nvSpPr>
        <p:spPr>
          <a:xfrm xmlns:a="http://schemas.openxmlformats.org/drawingml/2006/main">
            <a:off x="152400" y="57150"/>
            <a:ext cx="11887200" cy="228600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band-b">
            <a:extLst xmlns:a="http://schemas.openxmlformats.org/drawingml/2006/main">
              <a:ext uri="{FF2B5EF4-FFF2-40B4-BE49-F238E27FC236}">
                <a16:creationId xmlns:a16="http://schemas.microsoft.com/office/drawing/2014/main" id="{E3F7E992-8541-4E72-A09B-70870CAB295B}"/>
              </a:ext>
            </a:extLst>
          </p:cNvPr>
          <p:cNvSpPr>
            <a:spLocks xmlns:a="http://schemas.openxmlformats.org/drawingml/2006/main" noGrp="1"/>
          </p:cNvSpPr>
          <p:nvPr/>
        </p:nvSpPr>
        <p:spPr>
          <a:xfrm xmlns:a="http://schemas.openxmlformats.org/drawingml/2006/main">
            <a:off x="152400" y="2400300"/>
            <a:ext cx="11887200" cy="371475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3" name="band-c">
            <a:extLst xmlns:a="http://schemas.openxmlformats.org/drawingml/2006/main">
              <a:ext uri="{FF2B5EF4-FFF2-40B4-BE49-F238E27FC236}">
                <a16:creationId xmlns:a16="http://schemas.microsoft.com/office/drawing/2014/main" id="{E3446E47-9381-43C0-A75A-909D9A84D5D6}"/>
              </a:ext>
            </a:extLst>
          </p:cNvPr>
          <p:cNvSpPr>
            <a:spLocks xmlns:a="http://schemas.openxmlformats.org/drawingml/2006/main" noGrp="1"/>
          </p:cNvSpPr>
          <p:nvPr/>
        </p:nvSpPr>
        <p:spPr>
          <a:xfrm xmlns:a="http://schemas.openxmlformats.org/drawingml/2006/main">
            <a:off x="152400" y="6172200"/>
            <a:ext cx="11887200" cy="2362200"/>
          </a:xfrm>
          <a:prstGeom xmlns:a="http://schemas.openxmlformats.org/drawingml/2006/main" prst="rect">
            <a:avLst/>
          </a:prstGeom>
          <a:solidFill xmlns:a="http://schemas.openxmlformats.org/drawingml/2006/main">
            <a:srgbClr val="F7F8F9"/>
          </a:solidFill>
          <a:ln xmlns:a="http://schemas.openxmlformats.org/drawingml/2006/main" w="0">
            <a:noFill/>
            <a:prstDash val="solid"/>
          </a:ln>
        </p:spPr>
      </p:sp>
      <p:sp>
        <p:nvSpPr>
          <p:cNvPr id="4" name="sec-a-chip">
            <a:extLst xmlns:a="http://schemas.openxmlformats.org/drawingml/2006/main">
              <a:ext uri="{FF2B5EF4-FFF2-40B4-BE49-F238E27FC236}">
                <a16:creationId xmlns:a16="http://schemas.microsoft.com/office/drawing/2014/main" id="{1614E820-2CC5-4842-906D-78C8090798A6}"/>
              </a:ext>
            </a:extLst>
          </p:cNvPr>
          <p:cNvSpPr>
            <a:spLocks xmlns:a="http://schemas.openxmlformats.org/drawingml/2006/main" noGrp="1"/>
          </p:cNvSpPr>
          <p:nvPr/>
        </p:nvSpPr>
        <p:spPr>
          <a:xfrm xmlns:a="http://schemas.openxmlformats.org/drawingml/2006/main">
            <a:off x="304800" y="1333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 name="sec-a-chip-text">
            <a:extLst xmlns:a="http://schemas.openxmlformats.org/drawingml/2006/main">
              <a:ext uri="{FF2B5EF4-FFF2-40B4-BE49-F238E27FC236}">
                <a16:creationId xmlns:a16="http://schemas.microsoft.com/office/drawing/2014/main" id="{51BC7A2C-3794-4D94-9F24-EF03615D28A9}"/>
              </a:ext>
            </a:extLst>
          </p:cNvPr>
          <p:cNvSpPr>
            <a:spLocks xmlns:a="http://schemas.openxmlformats.org/drawingml/2006/main" noGrp="1"/>
          </p:cNvSpPr>
          <p:nvPr/>
        </p:nvSpPr>
        <p:spPr>
          <a:xfrm xmlns:a="http://schemas.openxmlformats.org/drawingml/2006/main">
            <a:off x="323850" y="1333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6" name="sec-a">
            <a:extLst xmlns:a="http://schemas.openxmlformats.org/drawingml/2006/main">
              <a:ext uri="{FF2B5EF4-FFF2-40B4-BE49-F238E27FC236}">
                <a16:creationId xmlns:a16="http://schemas.microsoft.com/office/drawing/2014/main" id="{3447082D-758F-4394-AFC6-64BDA8CBD6D1}"/>
              </a:ext>
            </a:extLst>
          </p:cNvPr>
          <p:cNvSpPr>
            <a:spLocks xmlns:a="http://schemas.openxmlformats.org/drawingml/2006/main" noGrp="1"/>
          </p:cNvSpPr>
          <p:nvPr/>
        </p:nvSpPr>
        <p:spPr>
          <a:xfrm xmlns:a="http://schemas.openxmlformats.org/drawingml/2006/main">
            <a:off x="838200" y="952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Interaction against </a:t>
            </a:r>
            <a:r>
              <a:rPr sz="2550" b="1" i="1">
                <a:solidFill>
                  <a:srgbClr val="1E2E38"/>
                </a:solidFill>
                <a:latin typeface="Times New Roman"/>
                <a:ea typeface="Times New Roman"/>
                <a:cs typeface="Times New Roman"/>
              </a:rPr>
              <a:t>K</a:t>
            </a:r>
          </a:p>
        </p:txBody>
      </p:sp>
      <p:sp>
        <p:nvSpPr>
          <p:cNvPr id="7" name="sec-a-sub">
            <a:extLst xmlns:a="http://schemas.openxmlformats.org/drawingml/2006/main">
              <a:ext uri="{FF2B5EF4-FFF2-40B4-BE49-F238E27FC236}">
                <a16:creationId xmlns:a16="http://schemas.microsoft.com/office/drawing/2014/main" id="{FA58D19A-3B0D-4012-BE85-AD8D56C5767F}"/>
              </a:ext>
            </a:extLst>
          </p:cNvPr>
          <p:cNvSpPr>
            <a:spLocks xmlns:a="http://schemas.openxmlformats.org/drawingml/2006/main" noGrp="1"/>
          </p:cNvSpPr>
          <p:nvPr/>
        </p:nvSpPr>
        <p:spPr>
          <a:xfrm xmlns:a="http://schemas.openxmlformats.org/drawingml/2006/main">
            <a:off x="838200" y="45720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seed-averaged over seeds 0–2 · K1–K8 are nested support sets, not independent samples</a:t>
            </a:r>
          </a:p>
        </p:txBody>
      </p:sp>
      <p:sp>
        <p:nvSpPr>
          <p:cNvPr id="8" name="k-key-0">
            <a:extLst xmlns:a="http://schemas.openxmlformats.org/drawingml/2006/main">
              <a:ext uri="{FF2B5EF4-FFF2-40B4-BE49-F238E27FC236}">
                <a16:creationId xmlns:a16="http://schemas.microsoft.com/office/drawing/2014/main" id="{4AC16954-5E0E-49D9-B710-1B6D521BDA43}"/>
              </a:ext>
            </a:extLst>
          </p:cNvPr>
          <p:cNvSpPr>
            <a:spLocks xmlns:a="http://schemas.openxmlformats.org/drawingml/2006/main" noGrp="1"/>
          </p:cNvSpPr>
          <p:nvPr/>
        </p:nvSpPr>
        <p:spPr>
          <a:xfrm xmlns:a="http://schemas.openxmlformats.org/drawingml/2006/main">
            <a:off x="4476750" y="876300"/>
            <a:ext cx="190500" cy="152400"/>
          </a:xfrm>
          <a:prstGeom xmlns:a="http://schemas.openxmlformats.org/drawingml/2006/main" prst="roundRect">
            <a:avLst>
              <a:gd name="adj" fmla="val 18750"/>
            </a:avLst>
          </a:prstGeom>
          <a:solidFill xmlns:a="http://schemas.openxmlformats.org/drawingml/2006/main">
            <a:srgbClr val="2E6F9E"/>
          </a:solidFill>
          <a:ln xmlns:a="http://schemas.openxmlformats.org/drawingml/2006/main" w="15240">
            <a:solidFill>
              <a:srgbClr val="2E6F9E"/>
            </a:solidFill>
            <a:prstDash val="solid"/>
          </a:ln>
        </p:spPr>
      </p:sp>
      <p:sp>
        <p:nvSpPr>
          <p:cNvPr id="9" name="k-key-lab-0">
            <a:extLst xmlns:a="http://schemas.openxmlformats.org/drawingml/2006/main">
              <a:ext uri="{FF2B5EF4-FFF2-40B4-BE49-F238E27FC236}">
                <a16:creationId xmlns:a16="http://schemas.microsoft.com/office/drawing/2014/main" id="{72208F3A-BBAC-4F77-A474-1A7BE0C0A43F}"/>
              </a:ext>
            </a:extLst>
          </p:cNvPr>
          <p:cNvSpPr>
            <a:spLocks xmlns:a="http://schemas.openxmlformats.org/drawingml/2006/main" noGrp="1"/>
          </p:cNvSpPr>
          <p:nvPr/>
        </p:nvSpPr>
        <p:spPr>
          <a:xfrm xmlns:a="http://schemas.openxmlformats.org/drawingml/2006/main">
            <a:off x="4724400" y="819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I_TRI</a:t>
            </a:r>
          </a:p>
        </p:txBody>
      </p:sp>
      <p:sp>
        <p:nvSpPr>
          <p:cNvPr id="10" name="k-key-1">
            <a:extLst xmlns:a="http://schemas.openxmlformats.org/drawingml/2006/main">
              <a:ext uri="{FF2B5EF4-FFF2-40B4-BE49-F238E27FC236}">
                <a16:creationId xmlns:a16="http://schemas.microsoft.com/office/drawing/2014/main" id="{956792C3-E204-4EF5-9579-F8A0FA814E54}"/>
              </a:ext>
            </a:extLst>
          </p:cNvPr>
          <p:cNvSpPr>
            <a:spLocks xmlns:a="http://schemas.openxmlformats.org/drawingml/2006/main" noGrp="1"/>
          </p:cNvSpPr>
          <p:nvPr/>
        </p:nvSpPr>
        <p:spPr>
          <a:xfrm xmlns:a="http://schemas.openxmlformats.org/drawingml/2006/main">
            <a:off x="6286500" y="876300"/>
            <a:ext cx="190500" cy="152400"/>
          </a:xfrm>
          <a:prstGeom xmlns:a="http://schemas.openxmlformats.org/drawingml/2006/main" prst="roundRect">
            <a:avLst>
              <a:gd name="adj" fmla="val 18750"/>
            </a:avLst>
          </a:prstGeom>
          <a:solidFill xmlns:a="http://schemas.openxmlformats.org/drawingml/2006/main">
            <a:srgbClr val="79AECE"/>
          </a:solidFill>
          <a:ln xmlns:a="http://schemas.openxmlformats.org/drawingml/2006/main" w="15240">
            <a:solidFill>
              <a:srgbClr val="79AECE"/>
            </a:solidFill>
            <a:prstDash val="solid"/>
          </a:ln>
        </p:spPr>
      </p:sp>
      <p:sp>
        <p:nvSpPr>
          <p:cNvPr id="11" name="k-key-lab-1">
            <a:extLst xmlns:a="http://schemas.openxmlformats.org/drawingml/2006/main">
              <a:ext uri="{FF2B5EF4-FFF2-40B4-BE49-F238E27FC236}">
                <a16:creationId xmlns:a16="http://schemas.microsoft.com/office/drawing/2014/main" id="{3631B726-E2FE-4A39-862D-84F66B9B5EEF}"/>
              </a:ext>
            </a:extLst>
          </p:cNvPr>
          <p:cNvSpPr>
            <a:spLocks xmlns:a="http://schemas.openxmlformats.org/drawingml/2006/main" noGrp="1"/>
          </p:cNvSpPr>
          <p:nvPr/>
        </p:nvSpPr>
        <p:spPr>
          <a:xfrm xmlns:a="http://schemas.openxmlformats.org/drawingml/2006/main">
            <a:off x="6534150" y="819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I_BAL</a:t>
            </a:r>
          </a:p>
        </p:txBody>
      </p:sp>
      <p:sp>
        <p:nvSpPr>
          <p:cNvPr id="12" name="k-key-2">
            <a:extLst xmlns:a="http://schemas.openxmlformats.org/drawingml/2006/main">
              <a:ext uri="{FF2B5EF4-FFF2-40B4-BE49-F238E27FC236}">
                <a16:creationId xmlns:a16="http://schemas.microsoft.com/office/drawing/2014/main" id="{8C5A5D1C-E7C0-458A-B0E8-5E5653FC08B7}"/>
              </a:ext>
            </a:extLst>
          </p:cNvPr>
          <p:cNvSpPr>
            <a:spLocks xmlns:a="http://schemas.openxmlformats.org/drawingml/2006/main" noGrp="1"/>
          </p:cNvSpPr>
          <p:nvPr/>
        </p:nvSpPr>
        <p:spPr>
          <a:xfrm xmlns:a="http://schemas.openxmlformats.org/drawingml/2006/main">
            <a:off x="8096250" y="876300"/>
            <a:ext cx="190500" cy="152400"/>
          </a:xfrm>
          <a:prstGeom xmlns:a="http://schemas.openxmlformats.org/drawingml/2006/main" prst="roundRect">
            <a:avLst>
              <a:gd name="adj" fmla="val 18750"/>
            </a:avLst>
          </a:prstGeom>
          <a:solidFill xmlns:a="http://schemas.openxmlformats.org/drawingml/2006/main">
            <a:srgbClr val="B27C20"/>
          </a:solidFill>
          <a:ln xmlns:a="http://schemas.openxmlformats.org/drawingml/2006/main" w="15240">
            <a:solidFill>
              <a:srgbClr val="B27C20"/>
            </a:solidFill>
            <a:prstDash val="solid"/>
          </a:ln>
        </p:spPr>
      </p:sp>
      <p:sp>
        <p:nvSpPr>
          <p:cNvPr id="13" name="k-key-lab-2">
            <a:extLst xmlns:a="http://schemas.openxmlformats.org/drawingml/2006/main">
              <a:ext uri="{FF2B5EF4-FFF2-40B4-BE49-F238E27FC236}">
                <a16:creationId xmlns:a16="http://schemas.microsoft.com/office/drawing/2014/main" id="{849A5350-4536-4201-B17D-06A3727816ED}"/>
              </a:ext>
            </a:extLst>
          </p:cNvPr>
          <p:cNvSpPr>
            <a:spLocks xmlns:a="http://schemas.openxmlformats.org/drawingml/2006/main" noGrp="1"/>
          </p:cNvSpPr>
          <p:nvPr/>
        </p:nvSpPr>
        <p:spPr>
          <a:xfrm xmlns:a="http://schemas.openxmlformats.org/drawingml/2006/main">
            <a:off x="8343900" y="819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I_TRI</a:t>
            </a:r>
          </a:p>
        </p:txBody>
      </p:sp>
      <p:sp>
        <p:nvSpPr>
          <p:cNvPr id="14" name="k-key-3">
            <a:extLst xmlns:a="http://schemas.openxmlformats.org/drawingml/2006/main">
              <a:ext uri="{FF2B5EF4-FFF2-40B4-BE49-F238E27FC236}">
                <a16:creationId xmlns:a16="http://schemas.microsoft.com/office/drawing/2014/main" id="{C219C7FE-2F92-4607-B715-57FE41383C66}"/>
              </a:ext>
            </a:extLst>
          </p:cNvPr>
          <p:cNvSpPr>
            <a:spLocks xmlns:a="http://schemas.openxmlformats.org/drawingml/2006/main" noGrp="1"/>
          </p:cNvSpPr>
          <p:nvPr/>
        </p:nvSpPr>
        <p:spPr>
          <a:xfrm xmlns:a="http://schemas.openxmlformats.org/drawingml/2006/main">
            <a:off x="9906000" y="876300"/>
            <a:ext cx="190500" cy="152400"/>
          </a:xfrm>
          <a:prstGeom xmlns:a="http://schemas.openxmlformats.org/drawingml/2006/main" prst="roundRect">
            <a:avLst>
              <a:gd name="adj" fmla="val 18750"/>
            </a:avLst>
          </a:prstGeom>
          <a:solidFill xmlns:a="http://schemas.openxmlformats.org/drawingml/2006/main">
            <a:srgbClr val="D9B478"/>
          </a:solidFill>
          <a:ln xmlns:a="http://schemas.openxmlformats.org/drawingml/2006/main" w="15240">
            <a:solidFill>
              <a:srgbClr val="D9B478"/>
            </a:solidFill>
            <a:prstDash val="solid"/>
          </a:ln>
        </p:spPr>
      </p:sp>
      <p:sp>
        <p:nvSpPr>
          <p:cNvPr id="15" name="k-key-lab-3">
            <a:extLst xmlns:a="http://schemas.openxmlformats.org/drawingml/2006/main">
              <a:ext uri="{FF2B5EF4-FFF2-40B4-BE49-F238E27FC236}">
                <a16:creationId xmlns:a16="http://schemas.microsoft.com/office/drawing/2014/main" id="{C7226FEA-757C-4A46-A0CC-03FB2D80E863}"/>
              </a:ext>
            </a:extLst>
          </p:cNvPr>
          <p:cNvSpPr>
            <a:spLocks xmlns:a="http://schemas.openxmlformats.org/drawingml/2006/main" noGrp="1"/>
          </p:cNvSpPr>
          <p:nvPr/>
        </p:nvSpPr>
        <p:spPr>
          <a:xfrm xmlns:a="http://schemas.openxmlformats.org/drawingml/2006/main">
            <a:off x="10153650" y="8191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I_BAL</a:t>
            </a:r>
          </a:p>
        </p:txBody>
      </p:sp>
      <p:sp>
        <p:nvSpPr>
          <p:cNvPr id="16" name="k-grid-0">
            <a:extLst xmlns:a="http://schemas.openxmlformats.org/drawingml/2006/main">
              <a:ext uri="{FF2B5EF4-FFF2-40B4-BE49-F238E27FC236}">
                <a16:creationId xmlns:a16="http://schemas.microsoft.com/office/drawing/2014/main" id="{0B6F7097-B07A-48A7-8A94-6B07999C8EDE}"/>
              </a:ext>
            </a:extLst>
          </p:cNvPr>
          <p:cNvSpPr>
            <a:spLocks xmlns:a="http://schemas.openxmlformats.org/drawingml/2006/main" noGrp="1"/>
          </p:cNvSpPr>
          <p:nvPr/>
        </p:nvSpPr>
        <p:spPr>
          <a:xfrm xmlns:a="http://schemas.openxmlformats.org/drawingml/2006/main" rot="0">
            <a:off x="4476750" y="1181100"/>
            <a:ext cx="0" cy="6858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7" name="k-lab-0">
            <a:extLst xmlns:a="http://schemas.openxmlformats.org/drawingml/2006/main">
              <a:ext uri="{FF2B5EF4-FFF2-40B4-BE49-F238E27FC236}">
                <a16:creationId xmlns:a16="http://schemas.microsoft.com/office/drawing/2014/main" id="{61A8555E-1FD4-4B15-897A-4AE770BCE59C}"/>
              </a:ext>
            </a:extLst>
          </p:cNvPr>
          <p:cNvSpPr>
            <a:spLocks xmlns:a="http://schemas.openxmlformats.org/drawingml/2006/main" noGrp="1"/>
          </p:cNvSpPr>
          <p:nvPr/>
        </p:nvSpPr>
        <p:spPr>
          <a:xfrm xmlns:a="http://schemas.openxmlformats.org/drawingml/2006/main">
            <a:off x="3905250" y="1905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K</a:t>
            </a:r>
            <a:r>
              <a:rPr sz="2250" b="0" i="0">
                <a:solidFill>
                  <a:srgbClr val="5E717C"/>
                </a:solidFill>
                <a:latin typeface="Times New Roman"/>
                <a:ea typeface="Times New Roman"/>
                <a:cs typeface="Times New Roman"/>
              </a:rPr>
              <a:t> = 1</a:t>
            </a:r>
          </a:p>
        </p:txBody>
      </p:sp>
      <p:sp>
        <p:nvSpPr>
          <p:cNvPr id="18" name="k-grid-1">
            <a:extLst xmlns:a="http://schemas.openxmlformats.org/drawingml/2006/main">
              <a:ext uri="{FF2B5EF4-FFF2-40B4-BE49-F238E27FC236}">
                <a16:creationId xmlns:a16="http://schemas.microsoft.com/office/drawing/2014/main" id="{90B8D125-16D1-4B67-97A5-22920918B185}"/>
              </a:ext>
            </a:extLst>
          </p:cNvPr>
          <p:cNvSpPr>
            <a:spLocks xmlns:a="http://schemas.openxmlformats.org/drawingml/2006/main" noGrp="1"/>
          </p:cNvSpPr>
          <p:nvPr/>
        </p:nvSpPr>
        <p:spPr>
          <a:xfrm xmlns:a="http://schemas.openxmlformats.org/drawingml/2006/main" rot="0">
            <a:off x="6731000" y="1181100"/>
            <a:ext cx="0" cy="6858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9" name="k-lab-1">
            <a:extLst xmlns:a="http://schemas.openxmlformats.org/drawingml/2006/main">
              <a:ext uri="{FF2B5EF4-FFF2-40B4-BE49-F238E27FC236}">
                <a16:creationId xmlns:a16="http://schemas.microsoft.com/office/drawing/2014/main" id="{B777573B-1098-4949-92B3-1EBE6823D14F}"/>
              </a:ext>
            </a:extLst>
          </p:cNvPr>
          <p:cNvSpPr>
            <a:spLocks xmlns:a="http://schemas.openxmlformats.org/drawingml/2006/main" noGrp="1"/>
          </p:cNvSpPr>
          <p:nvPr/>
        </p:nvSpPr>
        <p:spPr>
          <a:xfrm xmlns:a="http://schemas.openxmlformats.org/drawingml/2006/main">
            <a:off x="6159500" y="1905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K</a:t>
            </a:r>
            <a:r>
              <a:rPr sz="2250" b="0" i="0">
                <a:solidFill>
                  <a:srgbClr val="5E717C"/>
                </a:solidFill>
                <a:latin typeface="Times New Roman"/>
                <a:ea typeface="Times New Roman"/>
                <a:cs typeface="Times New Roman"/>
              </a:rPr>
              <a:t> = 2</a:t>
            </a:r>
          </a:p>
        </p:txBody>
      </p:sp>
      <p:sp>
        <p:nvSpPr>
          <p:cNvPr id="20" name="k-grid-2">
            <a:extLst xmlns:a="http://schemas.openxmlformats.org/drawingml/2006/main">
              <a:ext uri="{FF2B5EF4-FFF2-40B4-BE49-F238E27FC236}">
                <a16:creationId xmlns:a16="http://schemas.microsoft.com/office/drawing/2014/main" id="{63636734-88F0-4F48-83A1-A3DEDDBEC256}"/>
              </a:ext>
            </a:extLst>
          </p:cNvPr>
          <p:cNvSpPr>
            <a:spLocks xmlns:a="http://schemas.openxmlformats.org/drawingml/2006/main" noGrp="1"/>
          </p:cNvSpPr>
          <p:nvPr/>
        </p:nvSpPr>
        <p:spPr>
          <a:xfrm xmlns:a="http://schemas.openxmlformats.org/drawingml/2006/main" rot="0">
            <a:off x="8985250" y="1181100"/>
            <a:ext cx="0" cy="6858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21" name="k-lab-2">
            <a:extLst xmlns:a="http://schemas.openxmlformats.org/drawingml/2006/main">
              <a:ext uri="{FF2B5EF4-FFF2-40B4-BE49-F238E27FC236}">
                <a16:creationId xmlns:a16="http://schemas.microsoft.com/office/drawing/2014/main" id="{02774DA9-6999-457F-8063-56E973E5588C}"/>
              </a:ext>
            </a:extLst>
          </p:cNvPr>
          <p:cNvSpPr>
            <a:spLocks xmlns:a="http://schemas.openxmlformats.org/drawingml/2006/main" noGrp="1"/>
          </p:cNvSpPr>
          <p:nvPr/>
        </p:nvSpPr>
        <p:spPr>
          <a:xfrm xmlns:a="http://schemas.openxmlformats.org/drawingml/2006/main">
            <a:off x="8413750" y="1905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K</a:t>
            </a:r>
            <a:r>
              <a:rPr sz="2250" b="0" i="0">
                <a:solidFill>
                  <a:srgbClr val="5E717C"/>
                </a:solidFill>
                <a:latin typeface="Times New Roman"/>
                <a:ea typeface="Times New Roman"/>
                <a:cs typeface="Times New Roman"/>
              </a:rPr>
              <a:t> = 4</a:t>
            </a:r>
          </a:p>
        </p:txBody>
      </p:sp>
      <p:sp>
        <p:nvSpPr>
          <p:cNvPr id="22" name="k-grid-3">
            <a:extLst xmlns:a="http://schemas.openxmlformats.org/drawingml/2006/main">
              <a:ext uri="{FF2B5EF4-FFF2-40B4-BE49-F238E27FC236}">
                <a16:creationId xmlns:a16="http://schemas.microsoft.com/office/drawing/2014/main" id="{3EF711F2-C439-4D09-A4B7-388B3B36C025}"/>
              </a:ext>
            </a:extLst>
          </p:cNvPr>
          <p:cNvSpPr>
            <a:spLocks xmlns:a="http://schemas.openxmlformats.org/drawingml/2006/main" noGrp="1"/>
          </p:cNvSpPr>
          <p:nvPr/>
        </p:nvSpPr>
        <p:spPr>
          <a:xfrm xmlns:a="http://schemas.openxmlformats.org/drawingml/2006/main" rot="0">
            <a:off x="11239500" y="1181100"/>
            <a:ext cx="0" cy="6858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23" name="k-lab-3">
            <a:extLst xmlns:a="http://schemas.openxmlformats.org/drawingml/2006/main">
              <a:ext uri="{FF2B5EF4-FFF2-40B4-BE49-F238E27FC236}">
                <a16:creationId xmlns:a16="http://schemas.microsoft.com/office/drawing/2014/main" id="{834EBCB5-1B1A-47B9-8DCF-1FEA8D2BB009}"/>
              </a:ext>
            </a:extLst>
          </p:cNvPr>
          <p:cNvSpPr>
            <a:spLocks xmlns:a="http://schemas.openxmlformats.org/drawingml/2006/main" noGrp="1"/>
          </p:cNvSpPr>
          <p:nvPr/>
        </p:nvSpPr>
        <p:spPr>
          <a:xfrm xmlns:a="http://schemas.openxmlformats.org/drawingml/2006/main">
            <a:off x="10668000" y="1905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1">
                <a:solidFill>
                  <a:srgbClr val="5E717C"/>
                </a:solidFill>
                <a:latin typeface="Times New Roman"/>
                <a:ea typeface="Times New Roman"/>
                <a:cs typeface="Times New Roman"/>
              </a:rPr>
              <a:t>K</a:t>
            </a:r>
            <a:r>
              <a:rPr sz="2250" b="0" i="0">
                <a:solidFill>
                  <a:srgbClr val="5E717C"/>
                </a:solidFill>
                <a:latin typeface="Times New Roman"/>
                <a:ea typeface="Times New Roman"/>
                <a:cs typeface="Times New Roman"/>
              </a:rPr>
              <a:t> = 8</a:t>
            </a:r>
          </a:p>
        </p:txBody>
      </p:sp>
      <p:sp>
        <p:nvSpPr>
          <p:cNvPr id="24" name="k-zero">
            <a:extLst xmlns:a="http://schemas.openxmlformats.org/drawingml/2006/main">
              <a:ext uri="{FF2B5EF4-FFF2-40B4-BE49-F238E27FC236}">
                <a16:creationId xmlns:a16="http://schemas.microsoft.com/office/drawing/2014/main" id="{BCAEC86A-9F59-47CE-98C3-D2A567F8B648}"/>
              </a:ext>
            </a:extLst>
          </p:cNvPr>
          <p:cNvSpPr>
            <a:spLocks xmlns:a="http://schemas.openxmlformats.org/drawingml/2006/main" noGrp="1"/>
          </p:cNvSpPr>
          <p:nvPr/>
        </p:nvSpPr>
        <p:spPr>
          <a:xfrm xmlns:a="http://schemas.openxmlformats.org/drawingml/2006/main" rot="0">
            <a:off x="4476750" y="1181100"/>
            <a:ext cx="0" cy="685800"/>
          </a:xfrm>
          <a:prstGeom xmlns:a="http://schemas.openxmlformats.org/drawingml/2006/main" prst="line">
            <a:avLst/>
          </a:prstGeom>
          <a:noFill xmlns:a="http://schemas.openxmlformats.org/drawingml/2006/main"/>
          <a:ln xmlns:a="http://schemas.openxmlformats.org/drawingml/2006/main" w="15240">
            <a:solidFill>
              <a:srgbClr val="1E2E38"/>
            </a:solidFill>
            <a:prstDash val="solid"/>
          </a:ln>
        </p:spPr>
      </p:sp>
      <p:sp>
        <p:nvSpPr>
          <p:cNvPr id="25" name="k-scale">
            <a:extLst xmlns:a="http://schemas.openxmlformats.org/drawingml/2006/main">
              <a:ext uri="{FF2B5EF4-FFF2-40B4-BE49-F238E27FC236}">
                <a16:creationId xmlns:a16="http://schemas.microsoft.com/office/drawing/2014/main" id="{7590FC31-FA3E-4A86-BF21-22C19E22CC74}"/>
              </a:ext>
            </a:extLst>
          </p:cNvPr>
          <p:cNvSpPr>
            <a:spLocks xmlns:a="http://schemas.openxmlformats.org/drawingml/2006/main" noGrp="1"/>
          </p:cNvSpPr>
          <p:nvPr/>
        </p:nvSpPr>
        <p:spPr>
          <a:xfrm xmlns:a="http://schemas.openxmlformats.org/drawingml/2006/main" rot="0">
            <a:off x="8280797" y="1181100"/>
            <a:ext cx="0" cy="68580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26" name="k-seg-MPDD I_TRI-0">
            <a:extLst xmlns:a="http://schemas.openxmlformats.org/drawingml/2006/main">
              <a:ext uri="{FF2B5EF4-FFF2-40B4-BE49-F238E27FC236}">
                <a16:creationId xmlns:a16="http://schemas.microsoft.com/office/drawing/2014/main" id="{9719586E-B419-4ED2-80D1-2E82788C8755}"/>
              </a:ext>
            </a:extLst>
          </p:cNvPr>
          <p:cNvSpPr>
            <a:spLocks xmlns:a="http://schemas.openxmlformats.org/drawingml/2006/main" noGrp="1"/>
          </p:cNvSpPr>
          <p:nvPr/>
        </p:nvSpPr>
        <p:spPr>
          <a:xfrm xmlns:a="http://schemas.openxmlformats.org/drawingml/2006/main" rot="0">
            <a:off x="4476750" y="1695450"/>
            <a:ext cx="2254250" cy="0"/>
          </a:xfrm>
          <a:prstGeom xmlns:a="http://schemas.openxmlformats.org/drawingml/2006/main" prst="line">
            <a:avLst/>
          </a:prstGeom>
          <a:noFill xmlns:a="http://schemas.openxmlformats.org/drawingml/2006/main"/>
          <a:ln xmlns:a="http://schemas.openxmlformats.org/drawingml/2006/main" w="22860">
            <a:solidFill>
              <a:srgbClr val="2E6F9E"/>
            </a:solidFill>
            <a:prstDash val="solid"/>
          </a:ln>
        </p:spPr>
      </p:sp>
      <p:sp>
        <p:nvSpPr>
          <p:cNvPr id="27" name="k-seg-MPDD I_TRI-1">
            <a:extLst xmlns:a="http://schemas.openxmlformats.org/drawingml/2006/main">
              <a:ext uri="{FF2B5EF4-FFF2-40B4-BE49-F238E27FC236}">
                <a16:creationId xmlns:a16="http://schemas.microsoft.com/office/drawing/2014/main" id="{39C22976-7F41-40C6-8DC1-48A498C3D5C1}"/>
              </a:ext>
            </a:extLst>
          </p:cNvPr>
          <p:cNvSpPr>
            <a:spLocks xmlns:a="http://schemas.openxmlformats.org/drawingml/2006/main" noGrp="1"/>
          </p:cNvSpPr>
          <p:nvPr/>
        </p:nvSpPr>
        <p:spPr>
          <a:xfrm xmlns:a="http://schemas.openxmlformats.org/drawingml/2006/main" rot="0">
            <a:off x="6731000" y="1695450"/>
            <a:ext cx="2254250" cy="0"/>
          </a:xfrm>
          <a:prstGeom xmlns:a="http://schemas.openxmlformats.org/drawingml/2006/main" prst="line">
            <a:avLst/>
          </a:prstGeom>
          <a:noFill xmlns:a="http://schemas.openxmlformats.org/drawingml/2006/main"/>
          <a:ln xmlns:a="http://schemas.openxmlformats.org/drawingml/2006/main" w="22860">
            <a:solidFill>
              <a:srgbClr val="2E6F9E"/>
            </a:solidFill>
            <a:prstDash val="solid"/>
          </a:ln>
        </p:spPr>
      </p:sp>
      <p:sp>
        <p:nvSpPr>
          <p:cNvPr id="28" name="k-seg-MPDD I_TRI-2">
            <a:extLst xmlns:a="http://schemas.openxmlformats.org/drawingml/2006/main">
              <a:ext uri="{FF2B5EF4-FFF2-40B4-BE49-F238E27FC236}">
                <a16:creationId xmlns:a16="http://schemas.microsoft.com/office/drawing/2014/main" id="{E888FE9D-CD5B-4FAB-9E73-32034E59057A}"/>
              </a:ext>
            </a:extLst>
          </p:cNvPr>
          <p:cNvSpPr>
            <a:spLocks xmlns:a="http://schemas.openxmlformats.org/drawingml/2006/main" noGrp="1"/>
          </p:cNvSpPr>
          <p:nvPr/>
        </p:nvSpPr>
        <p:spPr>
          <a:xfrm xmlns:a="http://schemas.openxmlformats.org/drawingml/2006/main" rot="0">
            <a:off x="8985250" y="1695450"/>
            <a:ext cx="2254250" cy="0"/>
          </a:xfrm>
          <a:prstGeom xmlns:a="http://schemas.openxmlformats.org/drawingml/2006/main" prst="line">
            <a:avLst/>
          </a:prstGeom>
          <a:noFill xmlns:a="http://schemas.openxmlformats.org/drawingml/2006/main"/>
          <a:ln xmlns:a="http://schemas.openxmlformats.org/drawingml/2006/main" w="22860">
            <a:solidFill>
              <a:srgbClr val="2E6F9E"/>
            </a:solidFill>
            <a:prstDash val="solid"/>
          </a:ln>
        </p:spPr>
      </p:sp>
      <p:sp>
        <p:nvSpPr>
          <p:cNvPr id="29" name="k-dot-MPDD I_TRI-0">
            <a:extLst xmlns:a="http://schemas.openxmlformats.org/drawingml/2006/main">
              <a:ext uri="{FF2B5EF4-FFF2-40B4-BE49-F238E27FC236}">
                <a16:creationId xmlns:a16="http://schemas.microsoft.com/office/drawing/2014/main" id="{09F66645-9C59-42B3-8E74-254F05E4F636}"/>
              </a:ext>
            </a:extLst>
          </p:cNvPr>
          <p:cNvSpPr>
            <a:spLocks xmlns:a="http://schemas.openxmlformats.org/drawingml/2006/main" noGrp="1"/>
          </p:cNvSpPr>
          <p:nvPr/>
        </p:nvSpPr>
        <p:spPr>
          <a:xfrm xmlns:a="http://schemas.openxmlformats.org/drawingml/2006/main">
            <a:off x="4419600" y="1638300"/>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30" name="k-dot-MPDD I_TRI-1">
            <a:extLst xmlns:a="http://schemas.openxmlformats.org/drawingml/2006/main">
              <a:ext uri="{FF2B5EF4-FFF2-40B4-BE49-F238E27FC236}">
                <a16:creationId xmlns:a16="http://schemas.microsoft.com/office/drawing/2014/main" id="{D59B28F3-CFD4-42D9-88E9-68EE8F150F30}"/>
              </a:ext>
            </a:extLst>
          </p:cNvPr>
          <p:cNvSpPr>
            <a:spLocks xmlns:a="http://schemas.openxmlformats.org/drawingml/2006/main" noGrp="1"/>
          </p:cNvSpPr>
          <p:nvPr/>
        </p:nvSpPr>
        <p:spPr>
          <a:xfrm xmlns:a="http://schemas.openxmlformats.org/drawingml/2006/main">
            <a:off x="6673850" y="1638300"/>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31" name="k-dot-MPDD I_TRI-2">
            <a:extLst xmlns:a="http://schemas.openxmlformats.org/drawingml/2006/main">
              <a:ext uri="{FF2B5EF4-FFF2-40B4-BE49-F238E27FC236}">
                <a16:creationId xmlns:a16="http://schemas.microsoft.com/office/drawing/2014/main" id="{CE4B63FC-F5D2-40E5-932E-2F70D52CBAA2}"/>
              </a:ext>
            </a:extLst>
          </p:cNvPr>
          <p:cNvSpPr>
            <a:spLocks xmlns:a="http://schemas.openxmlformats.org/drawingml/2006/main" noGrp="1"/>
          </p:cNvSpPr>
          <p:nvPr/>
        </p:nvSpPr>
        <p:spPr>
          <a:xfrm xmlns:a="http://schemas.openxmlformats.org/drawingml/2006/main">
            <a:off x="8928100" y="1638300"/>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32" name="k-dot-MPDD I_TRI-3">
            <a:extLst xmlns:a="http://schemas.openxmlformats.org/drawingml/2006/main">
              <a:ext uri="{FF2B5EF4-FFF2-40B4-BE49-F238E27FC236}">
                <a16:creationId xmlns:a16="http://schemas.microsoft.com/office/drawing/2014/main" id="{DF18FB6C-855F-40F0-A557-AFD83D626720}"/>
              </a:ext>
            </a:extLst>
          </p:cNvPr>
          <p:cNvSpPr>
            <a:spLocks xmlns:a="http://schemas.openxmlformats.org/drawingml/2006/main" noGrp="1"/>
          </p:cNvSpPr>
          <p:nvPr/>
        </p:nvSpPr>
        <p:spPr>
          <a:xfrm xmlns:a="http://schemas.openxmlformats.org/drawingml/2006/main">
            <a:off x="11182350" y="1638300"/>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33" name="k-seg-MPDD I_BAL-0">
            <a:extLst xmlns:a="http://schemas.openxmlformats.org/drawingml/2006/main">
              <a:ext uri="{FF2B5EF4-FFF2-40B4-BE49-F238E27FC236}">
                <a16:creationId xmlns:a16="http://schemas.microsoft.com/office/drawing/2014/main" id="{B03E758A-19B8-4617-8480-605A91769193}"/>
              </a:ext>
            </a:extLst>
          </p:cNvPr>
          <p:cNvSpPr>
            <a:spLocks xmlns:a="http://schemas.openxmlformats.org/drawingml/2006/main" noGrp="1"/>
          </p:cNvSpPr>
          <p:nvPr/>
        </p:nvSpPr>
        <p:spPr>
          <a:xfrm xmlns:a="http://schemas.openxmlformats.org/drawingml/2006/main" rot="0">
            <a:off x="4476750" y="1695450"/>
            <a:ext cx="2254250" cy="0"/>
          </a:xfrm>
          <a:prstGeom xmlns:a="http://schemas.openxmlformats.org/drawingml/2006/main" prst="line">
            <a:avLst/>
          </a:prstGeom>
          <a:noFill xmlns:a="http://schemas.openxmlformats.org/drawingml/2006/main"/>
          <a:ln xmlns:a="http://schemas.openxmlformats.org/drawingml/2006/main" w="22860">
            <a:solidFill>
              <a:srgbClr val="79AECE"/>
            </a:solidFill>
            <a:prstDash val="solid"/>
          </a:ln>
        </p:spPr>
      </p:sp>
      <p:sp>
        <p:nvSpPr>
          <p:cNvPr id="34" name="k-seg-MPDD I_BAL-1">
            <a:extLst xmlns:a="http://schemas.openxmlformats.org/drawingml/2006/main">
              <a:ext uri="{FF2B5EF4-FFF2-40B4-BE49-F238E27FC236}">
                <a16:creationId xmlns:a16="http://schemas.microsoft.com/office/drawing/2014/main" id="{9B0FEDD7-863F-4970-810D-E653A15C2C62}"/>
              </a:ext>
            </a:extLst>
          </p:cNvPr>
          <p:cNvSpPr>
            <a:spLocks xmlns:a="http://schemas.openxmlformats.org/drawingml/2006/main" noGrp="1"/>
          </p:cNvSpPr>
          <p:nvPr/>
        </p:nvSpPr>
        <p:spPr>
          <a:xfrm xmlns:a="http://schemas.openxmlformats.org/drawingml/2006/main" rot="0">
            <a:off x="6731000" y="1695450"/>
            <a:ext cx="2254250" cy="0"/>
          </a:xfrm>
          <a:prstGeom xmlns:a="http://schemas.openxmlformats.org/drawingml/2006/main" prst="line">
            <a:avLst/>
          </a:prstGeom>
          <a:noFill xmlns:a="http://schemas.openxmlformats.org/drawingml/2006/main"/>
          <a:ln xmlns:a="http://schemas.openxmlformats.org/drawingml/2006/main" w="22860">
            <a:solidFill>
              <a:srgbClr val="79AECE"/>
            </a:solidFill>
            <a:prstDash val="solid"/>
          </a:ln>
        </p:spPr>
      </p:sp>
      <p:sp>
        <p:nvSpPr>
          <p:cNvPr id="35" name="k-seg-MPDD I_BAL-2">
            <a:extLst xmlns:a="http://schemas.openxmlformats.org/drawingml/2006/main">
              <a:ext uri="{FF2B5EF4-FFF2-40B4-BE49-F238E27FC236}">
                <a16:creationId xmlns:a16="http://schemas.microsoft.com/office/drawing/2014/main" id="{CE51CE74-7166-48C9-AF65-36F65EFF6466}"/>
              </a:ext>
            </a:extLst>
          </p:cNvPr>
          <p:cNvSpPr>
            <a:spLocks xmlns:a="http://schemas.openxmlformats.org/drawingml/2006/main" noGrp="1"/>
          </p:cNvSpPr>
          <p:nvPr/>
        </p:nvSpPr>
        <p:spPr>
          <a:xfrm xmlns:a="http://schemas.openxmlformats.org/drawingml/2006/main" rot="0">
            <a:off x="8985250" y="1695450"/>
            <a:ext cx="2254250" cy="0"/>
          </a:xfrm>
          <a:prstGeom xmlns:a="http://schemas.openxmlformats.org/drawingml/2006/main" prst="line">
            <a:avLst/>
          </a:prstGeom>
          <a:noFill xmlns:a="http://schemas.openxmlformats.org/drawingml/2006/main"/>
          <a:ln xmlns:a="http://schemas.openxmlformats.org/drawingml/2006/main" w="22860">
            <a:solidFill>
              <a:srgbClr val="79AECE"/>
            </a:solidFill>
            <a:prstDash val="solid"/>
          </a:ln>
        </p:spPr>
      </p:sp>
      <p:sp>
        <p:nvSpPr>
          <p:cNvPr id="36" name="k-dot-MPDD I_BAL-0">
            <a:extLst xmlns:a="http://schemas.openxmlformats.org/drawingml/2006/main">
              <a:ext uri="{FF2B5EF4-FFF2-40B4-BE49-F238E27FC236}">
                <a16:creationId xmlns:a16="http://schemas.microsoft.com/office/drawing/2014/main" id="{23946572-B205-49E6-9120-280BD2170912}"/>
              </a:ext>
            </a:extLst>
          </p:cNvPr>
          <p:cNvSpPr>
            <a:spLocks xmlns:a="http://schemas.openxmlformats.org/drawingml/2006/main" noGrp="1"/>
          </p:cNvSpPr>
          <p:nvPr/>
        </p:nvSpPr>
        <p:spPr>
          <a:xfrm xmlns:a="http://schemas.openxmlformats.org/drawingml/2006/main">
            <a:off x="4419600" y="1638300"/>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37" name="k-dot-MPDD I_BAL-1">
            <a:extLst xmlns:a="http://schemas.openxmlformats.org/drawingml/2006/main">
              <a:ext uri="{FF2B5EF4-FFF2-40B4-BE49-F238E27FC236}">
                <a16:creationId xmlns:a16="http://schemas.microsoft.com/office/drawing/2014/main" id="{FB8552C1-E1EB-4DD6-97C7-E27DAB23BCB9}"/>
              </a:ext>
            </a:extLst>
          </p:cNvPr>
          <p:cNvSpPr>
            <a:spLocks xmlns:a="http://schemas.openxmlformats.org/drawingml/2006/main" noGrp="1"/>
          </p:cNvSpPr>
          <p:nvPr/>
        </p:nvSpPr>
        <p:spPr>
          <a:xfrm xmlns:a="http://schemas.openxmlformats.org/drawingml/2006/main">
            <a:off x="6673850" y="1638300"/>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38" name="k-dot-MPDD I_BAL-2">
            <a:extLst xmlns:a="http://schemas.openxmlformats.org/drawingml/2006/main">
              <a:ext uri="{FF2B5EF4-FFF2-40B4-BE49-F238E27FC236}">
                <a16:creationId xmlns:a16="http://schemas.microsoft.com/office/drawing/2014/main" id="{CAE2DD40-5460-40FE-B55F-890DB29042C5}"/>
              </a:ext>
            </a:extLst>
          </p:cNvPr>
          <p:cNvSpPr>
            <a:spLocks xmlns:a="http://schemas.openxmlformats.org/drawingml/2006/main" noGrp="1"/>
          </p:cNvSpPr>
          <p:nvPr/>
        </p:nvSpPr>
        <p:spPr>
          <a:xfrm xmlns:a="http://schemas.openxmlformats.org/drawingml/2006/main">
            <a:off x="8928100" y="1638300"/>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39" name="k-dot-MPDD I_BAL-3">
            <a:extLst xmlns:a="http://schemas.openxmlformats.org/drawingml/2006/main">
              <a:ext uri="{FF2B5EF4-FFF2-40B4-BE49-F238E27FC236}">
                <a16:creationId xmlns:a16="http://schemas.microsoft.com/office/drawing/2014/main" id="{EBE83160-197C-44A6-B5F3-417AF68410DE}"/>
              </a:ext>
            </a:extLst>
          </p:cNvPr>
          <p:cNvSpPr>
            <a:spLocks xmlns:a="http://schemas.openxmlformats.org/drawingml/2006/main" noGrp="1"/>
          </p:cNvSpPr>
          <p:nvPr/>
        </p:nvSpPr>
        <p:spPr>
          <a:xfrm xmlns:a="http://schemas.openxmlformats.org/drawingml/2006/main">
            <a:off x="11182350" y="1638300"/>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40" name="k-seg-BTAD I_TRI-0">
            <a:extLst xmlns:a="http://schemas.openxmlformats.org/drawingml/2006/main">
              <a:ext uri="{FF2B5EF4-FFF2-40B4-BE49-F238E27FC236}">
                <a16:creationId xmlns:a16="http://schemas.microsoft.com/office/drawing/2014/main" id="{31F15BFF-6784-4792-B5F7-3496A314EF5D}"/>
              </a:ext>
            </a:extLst>
          </p:cNvPr>
          <p:cNvSpPr>
            <a:spLocks xmlns:a="http://schemas.openxmlformats.org/drawingml/2006/main" noGrp="1"/>
          </p:cNvSpPr>
          <p:nvPr/>
        </p:nvSpPr>
        <p:spPr>
          <a:xfrm xmlns:a="http://schemas.openxmlformats.org/drawingml/2006/main" rot="0">
            <a:off x="4476750" y="1695450"/>
            <a:ext cx="2254250" cy="0"/>
          </a:xfrm>
          <a:prstGeom xmlns:a="http://schemas.openxmlformats.org/drawingml/2006/main" prst="line">
            <a:avLst/>
          </a:prstGeom>
          <a:noFill xmlns:a="http://schemas.openxmlformats.org/drawingml/2006/main"/>
          <a:ln xmlns:a="http://schemas.openxmlformats.org/drawingml/2006/main" w="22860">
            <a:solidFill>
              <a:srgbClr val="B27C20"/>
            </a:solidFill>
            <a:prstDash val="solid"/>
          </a:ln>
        </p:spPr>
      </p:sp>
      <p:sp>
        <p:nvSpPr>
          <p:cNvPr id="41" name="k-seg-BTAD I_TRI-1">
            <a:extLst xmlns:a="http://schemas.openxmlformats.org/drawingml/2006/main">
              <a:ext uri="{FF2B5EF4-FFF2-40B4-BE49-F238E27FC236}">
                <a16:creationId xmlns:a16="http://schemas.microsoft.com/office/drawing/2014/main" id="{B13F0F10-4FF3-4940-9A97-A95060BDC5E5}"/>
              </a:ext>
            </a:extLst>
          </p:cNvPr>
          <p:cNvSpPr>
            <a:spLocks xmlns:a="http://schemas.openxmlformats.org/drawingml/2006/main" noGrp="1"/>
          </p:cNvSpPr>
          <p:nvPr/>
        </p:nvSpPr>
        <p:spPr>
          <a:xfrm xmlns:a="http://schemas.openxmlformats.org/drawingml/2006/main" rot="0">
            <a:off x="6731000" y="1695450"/>
            <a:ext cx="2254250" cy="0"/>
          </a:xfrm>
          <a:prstGeom xmlns:a="http://schemas.openxmlformats.org/drawingml/2006/main" prst="line">
            <a:avLst/>
          </a:prstGeom>
          <a:noFill xmlns:a="http://schemas.openxmlformats.org/drawingml/2006/main"/>
          <a:ln xmlns:a="http://schemas.openxmlformats.org/drawingml/2006/main" w="22860">
            <a:solidFill>
              <a:srgbClr val="B27C20"/>
            </a:solidFill>
            <a:prstDash val="solid"/>
          </a:ln>
        </p:spPr>
      </p:sp>
      <p:sp>
        <p:nvSpPr>
          <p:cNvPr id="42" name="k-seg-BTAD I_TRI-2">
            <a:extLst xmlns:a="http://schemas.openxmlformats.org/drawingml/2006/main">
              <a:ext uri="{FF2B5EF4-FFF2-40B4-BE49-F238E27FC236}">
                <a16:creationId xmlns:a16="http://schemas.microsoft.com/office/drawing/2014/main" id="{298A8AB1-3194-403F-968E-684159674A57}"/>
              </a:ext>
            </a:extLst>
          </p:cNvPr>
          <p:cNvSpPr>
            <a:spLocks xmlns:a="http://schemas.openxmlformats.org/drawingml/2006/main" noGrp="1"/>
          </p:cNvSpPr>
          <p:nvPr/>
        </p:nvSpPr>
        <p:spPr>
          <a:xfrm xmlns:a="http://schemas.openxmlformats.org/drawingml/2006/main" rot="0">
            <a:off x="8985250" y="1695450"/>
            <a:ext cx="2254250" cy="0"/>
          </a:xfrm>
          <a:prstGeom xmlns:a="http://schemas.openxmlformats.org/drawingml/2006/main" prst="line">
            <a:avLst/>
          </a:prstGeom>
          <a:noFill xmlns:a="http://schemas.openxmlformats.org/drawingml/2006/main"/>
          <a:ln xmlns:a="http://schemas.openxmlformats.org/drawingml/2006/main" w="22860">
            <a:solidFill>
              <a:srgbClr val="B27C20"/>
            </a:solidFill>
            <a:prstDash val="solid"/>
          </a:ln>
        </p:spPr>
      </p:sp>
      <p:sp>
        <p:nvSpPr>
          <p:cNvPr id="43" name="k-dot-BTAD I_TRI-0">
            <a:extLst xmlns:a="http://schemas.openxmlformats.org/drawingml/2006/main">
              <a:ext uri="{FF2B5EF4-FFF2-40B4-BE49-F238E27FC236}">
                <a16:creationId xmlns:a16="http://schemas.microsoft.com/office/drawing/2014/main" id="{B0A7B4BC-6C49-4629-964E-786012B18723}"/>
              </a:ext>
            </a:extLst>
          </p:cNvPr>
          <p:cNvSpPr>
            <a:spLocks xmlns:a="http://schemas.openxmlformats.org/drawingml/2006/main" noGrp="1"/>
          </p:cNvSpPr>
          <p:nvPr/>
        </p:nvSpPr>
        <p:spPr>
          <a:xfrm xmlns:a="http://schemas.openxmlformats.org/drawingml/2006/main">
            <a:off x="4419600" y="1638300"/>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44" name="k-dot-BTAD I_TRI-1">
            <a:extLst xmlns:a="http://schemas.openxmlformats.org/drawingml/2006/main">
              <a:ext uri="{FF2B5EF4-FFF2-40B4-BE49-F238E27FC236}">
                <a16:creationId xmlns:a16="http://schemas.microsoft.com/office/drawing/2014/main" id="{3D850B80-18EB-4B9A-9821-7F5FA2E237D0}"/>
              </a:ext>
            </a:extLst>
          </p:cNvPr>
          <p:cNvSpPr>
            <a:spLocks xmlns:a="http://schemas.openxmlformats.org/drawingml/2006/main" noGrp="1"/>
          </p:cNvSpPr>
          <p:nvPr/>
        </p:nvSpPr>
        <p:spPr>
          <a:xfrm xmlns:a="http://schemas.openxmlformats.org/drawingml/2006/main">
            <a:off x="6673850" y="1638300"/>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45" name="k-dot-BTAD I_TRI-2">
            <a:extLst xmlns:a="http://schemas.openxmlformats.org/drawingml/2006/main">
              <a:ext uri="{FF2B5EF4-FFF2-40B4-BE49-F238E27FC236}">
                <a16:creationId xmlns:a16="http://schemas.microsoft.com/office/drawing/2014/main" id="{1BB0BFE0-DF53-4F47-9069-3C2A41059949}"/>
              </a:ext>
            </a:extLst>
          </p:cNvPr>
          <p:cNvSpPr>
            <a:spLocks xmlns:a="http://schemas.openxmlformats.org/drawingml/2006/main" noGrp="1"/>
          </p:cNvSpPr>
          <p:nvPr/>
        </p:nvSpPr>
        <p:spPr>
          <a:xfrm xmlns:a="http://schemas.openxmlformats.org/drawingml/2006/main">
            <a:off x="8928100" y="1638300"/>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46" name="k-dot-BTAD I_TRI-3">
            <a:extLst xmlns:a="http://schemas.openxmlformats.org/drawingml/2006/main">
              <a:ext uri="{FF2B5EF4-FFF2-40B4-BE49-F238E27FC236}">
                <a16:creationId xmlns:a16="http://schemas.microsoft.com/office/drawing/2014/main" id="{40CE0243-676B-485D-94E6-1038EADA301D}"/>
              </a:ext>
            </a:extLst>
          </p:cNvPr>
          <p:cNvSpPr>
            <a:spLocks xmlns:a="http://schemas.openxmlformats.org/drawingml/2006/main" noGrp="1"/>
          </p:cNvSpPr>
          <p:nvPr/>
        </p:nvSpPr>
        <p:spPr>
          <a:xfrm xmlns:a="http://schemas.openxmlformats.org/drawingml/2006/main">
            <a:off x="11182350" y="1638300"/>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47" name="k-seg-BTAD I_BAL-0">
            <a:extLst xmlns:a="http://schemas.openxmlformats.org/drawingml/2006/main">
              <a:ext uri="{FF2B5EF4-FFF2-40B4-BE49-F238E27FC236}">
                <a16:creationId xmlns:a16="http://schemas.microsoft.com/office/drawing/2014/main" id="{5BE0B3BF-FBB8-4303-B2C6-ECE8965681F0}"/>
              </a:ext>
            </a:extLst>
          </p:cNvPr>
          <p:cNvSpPr>
            <a:spLocks xmlns:a="http://schemas.openxmlformats.org/drawingml/2006/main" noGrp="1"/>
          </p:cNvSpPr>
          <p:nvPr/>
        </p:nvSpPr>
        <p:spPr>
          <a:xfrm xmlns:a="http://schemas.openxmlformats.org/drawingml/2006/main" rot="0">
            <a:off x="4476750" y="1695450"/>
            <a:ext cx="2254250" cy="0"/>
          </a:xfrm>
          <a:prstGeom xmlns:a="http://schemas.openxmlformats.org/drawingml/2006/main" prst="line">
            <a:avLst/>
          </a:prstGeom>
          <a:noFill xmlns:a="http://schemas.openxmlformats.org/drawingml/2006/main"/>
          <a:ln xmlns:a="http://schemas.openxmlformats.org/drawingml/2006/main" w="22860">
            <a:solidFill>
              <a:srgbClr val="D9B478"/>
            </a:solidFill>
            <a:prstDash val="solid"/>
          </a:ln>
        </p:spPr>
      </p:sp>
      <p:sp>
        <p:nvSpPr>
          <p:cNvPr id="48" name="k-seg-BTAD I_BAL-1">
            <a:extLst xmlns:a="http://schemas.openxmlformats.org/drawingml/2006/main">
              <a:ext uri="{FF2B5EF4-FFF2-40B4-BE49-F238E27FC236}">
                <a16:creationId xmlns:a16="http://schemas.microsoft.com/office/drawing/2014/main" id="{CBF8C2C9-2231-4C60-9AA0-4182C2865962}"/>
              </a:ext>
            </a:extLst>
          </p:cNvPr>
          <p:cNvSpPr>
            <a:spLocks xmlns:a="http://schemas.openxmlformats.org/drawingml/2006/main" noGrp="1"/>
          </p:cNvSpPr>
          <p:nvPr/>
        </p:nvSpPr>
        <p:spPr>
          <a:xfrm xmlns:a="http://schemas.openxmlformats.org/drawingml/2006/main" rot="0">
            <a:off x="6731000" y="1695450"/>
            <a:ext cx="2254250" cy="0"/>
          </a:xfrm>
          <a:prstGeom xmlns:a="http://schemas.openxmlformats.org/drawingml/2006/main" prst="line">
            <a:avLst/>
          </a:prstGeom>
          <a:noFill xmlns:a="http://schemas.openxmlformats.org/drawingml/2006/main"/>
          <a:ln xmlns:a="http://schemas.openxmlformats.org/drawingml/2006/main" w="22860">
            <a:solidFill>
              <a:srgbClr val="D9B478"/>
            </a:solidFill>
            <a:prstDash val="solid"/>
          </a:ln>
        </p:spPr>
      </p:sp>
      <p:sp>
        <p:nvSpPr>
          <p:cNvPr id="49" name="k-seg-BTAD I_BAL-2">
            <a:extLst xmlns:a="http://schemas.openxmlformats.org/drawingml/2006/main">
              <a:ext uri="{FF2B5EF4-FFF2-40B4-BE49-F238E27FC236}">
                <a16:creationId xmlns:a16="http://schemas.microsoft.com/office/drawing/2014/main" id="{8CF61B79-45A9-4858-A607-AD3136ED4E2C}"/>
              </a:ext>
            </a:extLst>
          </p:cNvPr>
          <p:cNvSpPr>
            <a:spLocks xmlns:a="http://schemas.openxmlformats.org/drawingml/2006/main" noGrp="1"/>
          </p:cNvSpPr>
          <p:nvPr/>
        </p:nvSpPr>
        <p:spPr>
          <a:xfrm xmlns:a="http://schemas.openxmlformats.org/drawingml/2006/main" rot="0">
            <a:off x="8985250" y="1695450"/>
            <a:ext cx="2254250" cy="0"/>
          </a:xfrm>
          <a:prstGeom xmlns:a="http://schemas.openxmlformats.org/drawingml/2006/main" prst="line">
            <a:avLst/>
          </a:prstGeom>
          <a:noFill xmlns:a="http://schemas.openxmlformats.org/drawingml/2006/main"/>
          <a:ln xmlns:a="http://schemas.openxmlformats.org/drawingml/2006/main" w="22860">
            <a:solidFill>
              <a:srgbClr val="D9B478"/>
            </a:solidFill>
            <a:prstDash val="solid"/>
          </a:ln>
        </p:spPr>
      </p:sp>
      <p:sp>
        <p:nvSpPr>
          <p:cNvPr id="50" name="k-dot-BTAD I_BAL-0">
            <a:extLst xmlns:a="http://schemas.openxmlformats.org/drawingml/2006/main">
              <a:ext uri="{FF2B5EF4-FFF2-40B4-BE49-F238E27FC236}">
                <a16:creationId xmlns:a16="http://schemas.microsoft.com/office/drawing/2014/main" id="{8E516B63-74AF-4BAB-AFA5-4F2F9BDE2BEA}"/>
              </a:ext>
            </a:extLst>
          </p:cNvPr>
          <p:cNvSpPr>
            <a:spLocks xmlns:a="http://schemas.openxmlformats.org/drawingml/2006/main" noGrp="1"/>
          </p:cNvSpPr>
          <p:nvPr/>
        </p:nvSpPr>
        <p:spPr>
          <a:xfrm xmlns:a="http://schemas.openxmlformats.org/drawingml/2006/main">
            <a:off x="4419600" y="1638300"/>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51" name="k-dot-BTAD I_BAL-1">
            <a:extLst xmlns:a="http://schemas.openxmlformats.org/drawingml/2006/main">
              <a:ext uri="{FF2B5EF4-FFF2-40B4-BE49-F238E27FC236}">
                <a16:creationId xmlns:a16="http://schemas.microsoft.com/office/drawing/2014/main" id="{0373DC75-CBAB-4DA3-AB74-9F0F1CB144ED}"/>
              </a:ext>
            </a:extLst>
          </p:cNvPr>
          <p:cNvSpPr>
            <a:spLocks xmlns:a="http://schemas.openxmlformats.org/drawingml/2006/main" noGrp="1"/>
          </p:cNvSpPr>
          <p:nvPr/>
        </p:nvSpPr>
        <p:spPr>
          <a:xfrm xmlns:a="http://schemas.openxmlformats.org/drawingml/2006/main">
            <a:off x="6673850" y="1638300"/>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52" name="k-dot-BTAD I_BAL-2">
            <a:extLst xmlns:a="http://schemas.openxmlformats.org/drawingml/2006/main">
              <a:ext uri="{FF2B5EF4-FFF2-40B4-BE49-F238E27FC236}">
                <a16:creationId xmlns:a16="http://schemas.microsoft.com/office/drawing/2014/main" id="{4C791BAF-4CC7-401D-B889-84EE5F0C4F49}"/>
              </a:ext>
            </a:extLst>
          </p:cNvPr>
          <p:cNvSpPr>
            <a:spLocks xmlns:a="http://schemas.openxmlformats.org/drawingml/2006/main" noGrp="1"/>
          </p:cNvSpPr>
          <p:nvPr/>
        </p:nvSpPr>
        <p:spPr>
          <a:xfrm xmlns:a="http://schemas.openxmlformats.org/drawingml/2006/main">
            <a:off x="8928100" y="1638300"/>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53" name="k-dot-BTAD I_BAL-3">
            <a:extLst xmlns:a="http://schemas.openxmlformats.org/drawingml/2006/main">
              <a:ext uri="{FF2B5EF4-FFF2-40B4-BE49-F238E27FC236}">
                <a16:creationId xmlns:a16="http://schemas.microsoft.com/office/drawing/2014/main" id="{6EB25D9D-AE4E-40BB-B8B0-C186BD65855A}"/>
              </a:ext>
            </a:extLst>
          </p:cNvPr>
          <p:cNvSpPr>
            <a:spLocks xmlns:a="http://schemas.openxmlformats.org/drawingml/2006/main" noGrp="1"/>
          </p:cNvSpPr>
          <p:nvPr/>
        </p:nvSpPr>
        <p:spPr>
          <a:xfrm xmlns:a="http://schemas.openxmlformats.org/drawingml/2006/main">
            <a:off x="11182350" y="1638300"/>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54" name="sec-b-chip">
            <a:extLst xmlns:a="http://schemas.openxmlformats.org/drawingml/2006/main">
              <a:ext uri="{FF2B5EF4-FFF2-40B4-BE49-F238E27FC236}">
                <a16:creationId xmlns:a16="http://schemas.microsoft.com/office/drawing/2014/main" id="{16C8008D-E4CD-4249-810D-33DBA8BA70D5}"/>
              </a:ext>
            </a:extLst>
          </p:cNvPr>
          <p:cNvSpPr>
            <a:spLocks xmlns:a="http://schemas.openxmlformats.org/drawingml/2006/main" noGrp="1"/>
          </p:cNvSpPr>
          <p:nvPr/>
        </p:nvSpPr>
        <p:spPr>
          <a:xfrm xmlns:a="http://schemas.openxmlformats.org/drawingml/2006/main">
            <a:off x="304800" y="24765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5" name="sec-b-chip-text">
            <a:extLst xmlns:a="http://schemas.openxmlformats.org/drawingml/2006/main">
              <a:ext uri="{FF2B5EF4-FFF2-40B4-BE49-F238E27FC236}">
                <a16:creationId xmlns:a16="http://schemas.microsoft.com/office/drawing/2014/main" id="{7C3DE250-87AC-484E-B59D-0D7904AACB11}"/>
              </a:ext>
            </a:extLst>
          </p:cNvPr>
          <p:cNvSpPr>
            <a:spLocks xmlns:a="http://schemas.openxmlformats.org/drawingml/2006/main" noGrp="1"/>
          </p:cNvSpPr>
          <p:nvPr/>
        </p:nvSpPr>
        <p:spPr>
          <a:xfrm xmlns:a="http://schemas.openxmlformats.org/drawingml/2006/main">
            <a:off x="323850" y="24765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56" name="sec-b">
            <a:extLst xmlns:a="http://schemas.openxmlformats.org/drawingml/2006/main">
              <a:ext uri="{FF2B5EF4-FFF2-40B4-BE49-F238E27FC236}">
                <a16:creationId xmlns:a16="http://schemas.microsoft.com/office/drawing/2014/main" id="{97356483-DF90-49E7-8F41-1ECBF544EB97}"/>
              </a:ext>
            </a:extLst>
          </p:cNvPr>
          <p:cNvSpPr>
            <a:spLocks xmlns:a="http://schemas.openxmlformats.org/drawingml/2006/main" noGrp="1"/>
          </p:cNvSpPr>
          <p:nvPr/>
        </p:nvSpPr>
        <p:spPr>
          <a:xfrm xmlns:a="http://schemas.openxmlformats.org/drawingml/2006/main">
            <a:off x="838200" y="2438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Per category</a:t>
            </a:r>
          </a:p>
        </p:txBody>
      </p:sp>
      <p:sp>
        <p:nvSpPr>
          <p:cNvPr id="57" name="sec-b-sub">
            <a:extLst xmlns:a="http://schemas.openxmlformats.org/drawingml/2006/main">
              <a:ext uri="{FF2B5EF4-FFF2-40B4-BE49-F238E27FC236}">
                <a16:creationId xmlns:a16="http://schemas.microsoft.com/office/drawing/2014/main" id="{F2282D9C-FC6C-4169-BA4E-D59EFF5FFA6C}"/>
              </a:ext>
            </a:extLst>
          </p:cNvPr>
          <p:cNvSpPr>
            <a:spLocks xmlns:a="http://schemas.openxmlformats.org/drawingml/2006/main" noGrp="1"/>
          </p:cNvSpPr>
          <p:nvPr/>
        </p:nvSpPr>
        <p:spPr>
          <a:xfrm xmlns:a="http://schemas.openxmlformats.org/drawingml/2006/main">
            <a:off x="838200" y="28003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I_TRI · MPDD study revision, BTAD corrected revision</a:t>
            </a:r>
          </a:p>
        </p:txBody>
      </p:sp>
      <p:sp>
        <p:nvSpPr>
          <p:cNvPr id="58" name="c-tick--0.020">
            <a:extLst xmlns:a="http://schemas.openxmlformats.org/drawingml/2006/main">
              <a:ext uri="{FF2B5EF4-FFF2-40B4-BE49-F238E27FC236}">
                <a16:creationId xmlns:a16="http://schemas.microsoft.com/office/drawing/2014/main" id="{92C14E46-372D-49EE-8343-B8EDB25B5756}"/>
              </a:ext>
            </a:extLst>
          </p:cNvPr>
          <p:cNvSpPr>
            <a:spLocks xmlns:a="http://schemas.openxmlformats.org/drawingml/2006/main" noGrp="1"/>
          </p:cNvSpPr>
          <p:nvPr/>
        </p:nvSpPr>
        <p:spPr>
          <a:xfrm xmlns:a="http://schemas.openxmlformats.org/drawingml/2006/main" rot="0">
            <a:off x="4476750"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59" name="c-lab--0.020">
            <a:extLst xmlns:a="http://schemas.openxmlformats.org/drawingml/2006/main">
              <a:ext uri="{FF2B5EF4-FFF2-40B4-BE49-F238E27FC236}">
                <a16:creationId xmlns:a16="http://schemas.microsoft.com/office/drawing/2014/main" id="{2AF8FE78-3161-4B20-9049-72ECF58B7A4F}"/>
              </a:ext>
            </a:extLst>
          </p:cNvPr>
          <p:cNvSpPr>
            <a:spLocks xmlns:a="http://schemas.openxmlformats.org/drawingml/2006/main" noGrp="1"/>
          </p:cNvSpPr>
          <p:nvPr/>
        </p:nvSpPr>
        <p:spPr>
          <a:xfrm xmlns:a="http://schemas.openxmlformats.org/drawingml/2006/main">
            <a:off x="3952875"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-0.02</a:t>
            </a:r>
          </a:p>
        </p:txBody>
      </p:sp>
      <p:sp>
        <p:nvSpPr>
          <p:cNvPr id="60" name="c-tick--0.010">
            <a:extLst xmlns:a="http://schemas.openxmlformats.org/drawingml/2006/main">
              <a:ext uri="{FF2B5EF4-FFF2-40B4-BE49-F238E27FC236}">
                <a16:creationId xmlns:a16="http://schemas.microsoft.com/office/drawing/2014/main" id="{7795DA4C-B85E-4DA0-9B85-4015914D2A3E}"/>
              </a:ext>
            </a:extLst>
          </p:cNvPr>
          <p:cNvSpPr>
            <a:spLocks xmlns:a="http://schemas.openxmlformats.org/drawingml/2006/main" noGrp="1"/>
          </p:cNvSpPr>
          <p:nvPr/>
        </p:nvSpPr>
        <p:spPr>
          <a:xfrm xmlns:a="http://schemas.openxmlformats.org/drawingml/2006/main" rot="0">
            <a:off x="5603875"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61" name="c-lab--0.010">
            <a:extLst xmlns:a="http://schemas.openxmlformats.org/drawingml/2006/main">
              <a:ext uri="{FF2B5EF4-FFF2-40B4-BE49-F238E27FC236}">
                <a16:creationId xmlns:a16="http://schemas.microsoft.com/office/drawing/2014/main" id="{2F4A7240-FF4C-4F65-9CB1-977B3A9D77F9}"/>
              </a:ext>
            </a:extLst>
          </p:cNvPr>
          <p:cNvSpPr>
            <a:spLocks xmlns:a="http://schemas.openxmlformats.org/drawingml/2006/main" noGrp="1"/>
          </p:cNvSpPr>
          <p:nvPr/>
        </p:nvSpPr>
        <p:spPr>
          <a:xfrm xmlns:a="http://schemas.openxmlformats.org/drawingml/2006/main">
            <a:off x="5080000"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-0.01</a:t>
            </a:r>
          </a:p>
        </p:txBody>
      </p:sp>
      <p:sp>
        <p:nvSpPr>
          <p:cNvPr id="62" name="c-tick-0.000">
            <a:extLst xmlns:a="http://schemas.openxmlformats.org/drawingml/2006/main">
              <a:ext uri="{FF2B5EF4-FFF2-40B4-BE49-F238E27FC236}">
                <a16:creationId xmlns:a16="http://schemas.microsoft.com/office/drawing/2014/main" id="{D9BD910B-2139-408F-B1D8-0EE3278FE39F}"/>
              </a:ext>
            </a:extLst>
          </p:cNvPr>
          <p:cNvSpPr>
            <a:spLocks xmlns:a="http://schemas.openxmlformats.org/drawingml/2006/main" noGrp="1"/>
          </p:cNvSpPr>
          <p:nvPr/>
        </p:nvSpPr>
        <p:spPr>
          <a:xfrm xmlns:a="http://schemas.openxmlformats.org/drawingml/2006/main" rot="0">
            <a:off x="6731000"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63" name="c-lab-0.000">
            <a:extLst xmlns:a="http://schemas.openxmlformats.org/drawingml/2006/main">
              <a:ext uri="{FF2B5EF4-FFF2-40B4-BE49-F238E27FC236}">
                <a16:creationId xmlns:a16="http://schemas.microsoft.com/office/drawing/2014/main" id="{61D79050-F7E8-42B9-A578-A1AA87BF6831}"/>
              </a:ext>
            </a:extLst>
          </p:cNvPr>
          <p:cNvSpPr>
            <a:spLocks xmlns:a="http://schemas.openxmlformats.org/drawingml/2006/main" noGrp="1"/>
          </p:cNvSpPr>
          <p:nvPr/>
        </p:nvSpPr>
        <p:spPr>
          <a:xfrm xmlns:a="http://schemas.openxmlformats.org/drawingml/2006/main">
            <a:off x="6207125"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a:t>
            </a:r>
          </a:p>
        </p:txBody>
      </p:sp>
      <p:sp>
        <p:nvSpPr>
          <p:cNvPr id="64" name="c-tick-0.010">
            <a:extLst xmlns:a="http://schemas.openxmlformats.org/drawingml/2006/main">
              <a:ext uri="{FF2B5EF4-FFF2-40B4-BE49-F238E27FC236}">
                <a16:creationId xmlns:a16="http://schemas.microsoft.com/office/drawing/2014/main" id="{1A716A98-451B-4A7C-A4B0-4C29199561D0}"/>
              </a:ext>
            </a:extLst>
          </p:cNvPr>
          <p:cNvSpPr>
            <a:spLocks xmlns:a="http://schemas.openxmlformats.org/drawingml/2006/main" noGrp="1"/>
          </p:cNvSpPr>
          <p:nvPr/>
        </p:nvSpPr>
        <p:spPr>
          <a:xfrm xmlns:a="http://schemas.openxmlformats.org/drawingml/2006/main" rot="0">
            <a:off x="7858125"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65" name="c-lab-0.010">
            <a:extLst xmlns:a="http://schemas.openxmlformats.org/drawingml/2006/main">
              <a:ext uri="{FF2B5EF4-FFF2-40B4-BE49-F238E27FC236}">
                <a16:creationId xmlns:a16="http://schemas.microsoft.com/office/drawing/2014/main" id="{D09ABE8E-E25B-45F9-B957-31EB8D91C1E7}"/>
              </a:ext>
            </a:extLst>
          </p:cNvPr>
          <p:cNvSpPr>
            <a:spLocks xmlns:a="http://schemas.openxmlformats.org/drawingml/2006/main" noGrp="1"/>
          </p:cNvSpPr>
          <p:nvPr/>
        </p:nvSpPr>
        <p:spPr>
          <a:xfrm xmlns:a="http://schemas.openxmlformats.org/drawingml/2006/main">
            <a:off x="7334250"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+0.01</a:t>
            </a:r>
          </a:p>
        </p:txBody>
      </p:sp>
      <p:sp>
        <p:nvSpPr>
          <p:cNvPr id="66" name="c-tick-0.020">
            <a:extLst xmlns:a="http://schemas.openxmlformats.org/drawingml/2006/main">
              <a:ext uri="{FF2B5EF4-FFF2-40B4-BE49-F238E27FC236}">
                <a16:creationId xmlns:a16="http://schemas.microsoft.com/office/drawing/2014/main" id="{330422B1-A8D2-4A6A-82DC-F5207EFD48E2}"/>
              </a:ext>
            </a:extLst>
          </p:cNvPr>
          <p:cNvSpPr>
            <a:spLocks xmlns:a="http://schemas.openxmlformats.org/drawingml/2006/main" noGrp="1"/>
          </p:cNvSpPr>
          <p:nvPr/>
        </p:nvSpPr>
        <p:spPr>
          <a:xfrm xmlns:a="http://schemas.openxmlformats.org/drawingml/2006/main" rot="0">
            <a:off x="8985250"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67" name="c-lab-0.020">
            <a:extLst xmlns:a="http://schemas.openxmlformats.org/drawingml/2006/main">
              <a:ext uri="{FF2B5EF4-FFF2-40B4-BE49-F238E27FC236}">
                <a16:creationId xmlns:a16="http://schemas.microsoft.com/office/drawing/2014/main" id="{08055178-CDF4-46CC-B7ED-072165FBDC78}"/>
              </a:ext>
            </a:extLst>
          </p:cNvPr>
          <p:cNvSpPr>
            <a:spLocks xmlns:a="http://schemas.openxmlformats.org/drawingml/2006/main" noGrp="1"/>
          </p:cNvSpPr>
          <p:nvPr/>
        </p:nvSpPr>
        <p:spPr>
          <a:xfrm xmlns:a="http://schemas.openxmlformats.org/drawingml/2006/main">
            <a:off x="8461375"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+0.02</a:t>
            </a:r>
          </a:p>
        </p:txBody>
      </p:sp>
      <p:sp>
        <p:nvSpPr>
          <p:cNvPr id="68" name="c-tick-0.030">
            <a:extLst xmlns:a="http://schemas.openxmlformats.org/drawingml/2006/main">
              <a:ext uri="{FF2B5EF4-FFF2-40B4-BE49-F238E27FC236}">
                <a16:creationId xmlns:a16="http://schemas.microsoft.com/office/drawing/2014/main" id="{0ACD6CBE-7760-43AE-AD67-47484E767160}"/>
              </a:ext>
            </a:extLst>
          </p:cNvPr>
          <p:cNvSpPr>
            <a:spLocks xmlns:a="http://schemas.openxmlformats.org/drawingml/2006/main" noGrp="1"/>
          </p:cNvSpPr>
          <p:nvPr/>
        </p:nvSpPr>
        <p:spPr>
          <a:xfrm xmlns:a="http://schemas.openxmlformats.org/drawingml/2006/main" rot="0">
            <a:off x="10112375"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69" name="c-lab-0.030">
            <a:extLst xmlns:a="http://schemas.openxmlformats.org/drawingml/2006/main">
              <a:ext uri="{FF2B5EF4-FFF2-40B4-BE49-F238E27FC236}">
                <a16:creationId xmlns:a16="http://schemas.microsoft.com/office/drawing/2014/main" id="{20433963-3140-44CA-8BCB-76F744A8BE70}"/>
              </a:ext>
            </a:extLst>
          </p:cNvPr>
          <p:cNvSpPr>
            <a:spLocks xmlns:a="http://schemas.openxmlformats.org/drawingml/2006/main" noGrp="1"/>
          </p:cNvSpPr>
          <p:nvPr/>
        </p:nvSpPr>
        <p:spPr>
          <a:xfrm xmlns:a="http://schemas.openxmlformats.org/drawingml/2006/main">
            <a:off x="9588500"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+0.03</a:t>
            </a:r>
          </a:p>
        </p:txBody>
      </p:sp>
      <p:sp>
        <p:nvSpPr>
          <p:cNvPr id="70" name="c-tick-0.040">
            <a:extLst xmlns:a="http://schemas.openxmlformats.org/drawingml/2006/main">
              <a:ext uri="{FF2B5EF4-FFF2-40B4-BE49-F238E27FC236}">
                <a16:creationId xmlns:a16="http://schemas.microsoft.com/office/drawing/2014/main" id="{1C878448-57EA-444C-831A-9F0B9746A81B}"/>
              </a:ext>
            </a:extLst>
          </p:cNvPr>
          <p:cNvSpPr>
            <a:spLocks xmlns:a="http://schemas.openxmlformats.org/drawingml/2006/main" noGrp="1"/>
          </p:cNvSpPr>
          <p:nvPr/>
        </p:nvSpPr>
        <p:spPr>
          <a:xfrm xmlns:a="http://schemas.openxmlformats.org/drawingml/2006/main" rot="0">
            <a:off x="11239500" y="2476500"/>
            <a:ext cx="0" cy="76200"/>
          </a:xfrm>
          <a:prstGeom xmlns:a="http://schemas.openxmlformats.org/drawingml/2006/main" prst="line">
            <a:avLst/>
          </a:prstGeom>
          <a:noFill xmlns:a="http://schemas.openxmlformats.org/drawingml/2006/main"/>
          <a:ln xmlns:a="http://schemas.openxmlformats.org/drawingml/2006/main" w="11430">
            <a:solidFill>
              <a:srgbClr val="5E717C"/>
            </a:solidFill>
            <a:prstDash val="solid"/>
          </a:ln>
        </p:spPr>
      </p:sp>
      <p:sp>
        <p:nvSpPr>
          <p:cNvPr id="71" name="c-lab-0.040">
            <a:extLst xmlns:a="http://schemas.openxmlformats.org/drawingml/2006/main">
              <a:ext uri="{FF2B5EF4-FFF2-40B4-BE49-F238E27FC236}">
                <a16:creationId xmlns:a16="http://schemas.microsoft.com/office/drawing/2014/main" id="{B16A8A88-E4C6-4AFF-8D05-8601FD2A1107}"/>
              </a:ext>
            </a:extLst>
          </p:cNvPr>
          <p:cNvSpPr>
            <a:spLocks xmlns:a="http://schemas.openxmlformats.org/drawingml/2006/main" noGrp="1"/>
          </p:cNvSpPr>
          <p:nvPr/>
        </p:nvSpPr>
        <p:spPr>
          <a:xfrm xmlns:a="http://schemas.openxmlformats.org/drawingml/2006/main">
            <a:off x="10715625" y="24955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+0.04</a:t>
            </a:r>
          </a:p>
        </p:txBody>
      </p:sp>
      <p:sp>
        <p:nvSpPr>
          <p:cNvPr id="72" name="c-zero">
            <a:extLst xmlns:a="http://schemas.openxmlformats.org/drawingml/2006/main">
              <a:ext uri="{FF2B5EF4-FFF2-40B4-BE49-F238E27FC236}">
                <a16:creationId xmlns:a16="http://schemas.microsoft.com/office/drawing/2014/main" id="{7DB53FFA-9C8D-45CD-A8B4-5C67E13E6C36}"/>
              </a:ext>
            </a:extLst>
          </p:cNvPr>
          <p:cNvSpPr>
            <a:spLocks xmlns:a="http://schemas.openxmlformats.org/drawingml/2006/main" noGrp="1"/>
          </p:cNvSpPr>
          <p:nvPr/>
        </p:nvSpPr>
        <p:spPr>
          <a:xfrm xmlns:a="http://schemas.openxmlformats.org/drawingml/2006/main" rot="0">
            <a:off x="6731000" y="3200400"/>
            <a:ext cx="0" cy="2571750"/>
          </a:xfrm>
          <a:prstGeom xmlns:a="http://schemas.openxmlformats.org/drawingml/2006/main" prst="line">
            <a:avLst/>
          </a:prstGeom>
          <a:noFill xmlns:a="http://schemas.openxmlformats.org/drawingml/2006/main"/>
          <a:ln xmlns:a="http://schemas.openxmlformats.org/drawingml/2006/main" w="15240">
            <a:solidFill>
              <a:srgbClr val="1E2E38"/>
            </a:solidFill>
            <a:prstDash val="solid"/>
          </a:ln>
        </p:spPr>
      </p:sp>
      <p:sp>
        <p:nvSpPr>
          <p:cNvPr id="73" name="c-scale">
            <a:extLst xmlns:a="http://schemas.openxmlformats.org/drawingml/2006/main">
              <a:ext uri="{FF2B5EF4-FFF2-40B4-BE49-F238E27FC236}">
                <a16:creationId xmlns:a16="http://schemas.microsoft.com/office/drawing/2014/main" id="{CC7FE7E7-1C64-48A4-9C86-CD15EF62F3A8}"/>
              </a:ext>
            </a:extLst>
          </p:cNvPr>
          <p:cNvSpPr>
            <a:spLocks xmlns:a="http://schemas.openxmlformats.org/drawingml/2006/main" noGrp="1"/>
          </p:cNvSpPr>
          <p:nvPr/>
        </p:nvSpPr>
        <p:spPr>
          <a:xfrm xmlns:a="http://schemas.openxmlformats.org/drawingml/2006/main" rot="0">
            <a:off x="7294563" y="3200400"/>
            <a:ext cx="0" cy="257175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74" name="c0-label">
            <a:extLst xmlns:a="http://schemas.openxmlformats.org/drawingml/2006/main">
              <a:ext uri="{FF2B5EF4-FFF2-40B4-BE49-F238E27FC236}">
                <a16:creationId xmlns:a16="http://schemas.microsoft.com/office/drawing/2014/main" id="{E867FB8C-496E-42D3-8391-9D8E9A564189}"/>
              </a:ext>
            </a:extLst>
          </p:cNvPr>
          <p:cNvSpPr>
            <a:spLocks xmlns:a="http://schemas.openxmlformats.org/drawingml/2006/main" noGrp="1"/>
          </p:cNvSpPr>
          <p:nvPr/>
        </p:nvSpPr>
        <p:spPr>
          <a:xfrm xmlns:a="http://schemas.openxmlformats.org/drawingml/2006/main">
            <a:off x="381000" y="32004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bracket_black</a:t>
            </a:r>
          </a:p>
        </p:txBody>
      </p:sp>
      <p:sp>
        <p:nvSpPr>
          <p:cNvPr id="75" name="c0-note">
            <a:extLst xmlns:a="http://schemas.openxmlformats.org/drawingml/2006/main">
              <a:ext uri="{FF2B5EF4-FFF2-40B4-BE49-F238E27FC236}">
                <a16:creationId xmlns:a16="http://schemas.microsoft.com/office/drawing/2014/main" id="{52D951A1-43FF-44A4-802A-8EF0AD2EB7B0}"/>
              </a:ext>
            </a:extLst>
          </p:cNvPr>
          <p:cNvSpPr>
            <a:spLocks xmlns:a="http://schemas.openxmlformats.org/drawingml/2006/main" noGrp="1"/>
          </p:cNvSpPr>
          <p:nvPr/>
        </p:nvSpPr>
        <p:spPr>
          <a:xfrm xmlns:a="http://schemas.openxmlformats.org/drawingml/2006/main">
            <a:off x="3257550" y="320040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76" name="c0-bar">
            <a:extLst xmlns:a="http://schemas.openxmlformats.org/drawingml/2006/main">
              <a:ext uri="{FF2B5EF4-FFF2-40B4-BE49-F238E27FC236}">
                <a16:creationId xmlns:a16="http://schemas.microsoft.com/office/drawing/2014/main" id="{2D3C6755-EE1D-4BE2-BD08-5A686ED51348}"/>
              </a:ext>
            </a:extLst>
          </p:cNvPr>
          <p:cNvSpPr>
            <a:spLocks xmlns:a="http://schemas.openxmlformats.org/drawingml/2006/main" noGrp="1"/>
          </p:cNvSpPr>
          <p:nvPr/>
        </p:nvSpPr>
        <p:spPr>
          <a:xfrm xmlns:a="http://schemas.openxmlformats.org/drawingml/2006/main">
            <a:off x="6731000" y="3276600"/>
            <a:ext cx="280422" cy="14287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77" name="c0-ci">
            <a:extLst xmlns:a="http://schemas.openxmlformats.org/drawingml/2006/main">
              <a:ext uri="{FF2B5EF4-FFF2-40B4-BE49-F238E27FC236}">
                <a16:creationId xmlns:a16="http://schemas.microsoft.com/office/drawing/2014/main" id="{0E1F75B6-71BA-46B0-9CBA-88AB0404CA93}"/>
              </a:ext>
            </a:extLst>
          </p:cNvPr>
          <p:cNvSpPr>
            <a:spLocks xmlns:a="http://schemas.openxmlformats.org/drawingml/2006/main" noGrp="1"/>
          </p:cNvSpPr>
          <p:nvPr/>
        </p:nvSpPr>
        <p:spPr>
          <a:xfrm xmlns:a="http://schemas.openxmlformats.org/drawingml/2006/main" rot="0">
            <a:off x="6629761" y="3348038"/>
            <a:ext cx="783589" cy="0"/>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78" name="c0-cil">
            <a:extLst xmlns:a="http://schemas.openxmlformats.org/drawingml/2006/main">
              <a:ext uri="{FF2B5EF4-FFF2-40B4-BE49-F238E27FC236}">
                <a16:creationId xmlns:a16="http://schemas.microsoft.com/office/drawing/2014/main" id="{F65BC68F-5CE1-48D3-B758-B1BFE40EB50B}"/>
              </a:ext>
            </a:extLst>
          </p:cNvPr>
          <p:cNvSpPr>
            <a:spLocks xmlns:a="http://schemas.openxmlformats.org/drawingml/2006/main" noGrp="1"/>
          </p:cNvSpPr>
          <p:nvPr/>
        </p:nvSpPr>
        <p:spPr>
          <a:xfrm xmlns:a="http://schemas.openxmlformats.org/drawingml/2006/main" rot="0">
            <a:off x="6629761" y="327660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79" name="c0-cih">
            <a:extLst xmlns:a="http://schemas.openxmlformats.org/drawingml/2006/main">
              <a:ext uri="{FF2B5EF4-FFF2-40B4-BE49-F238E27FC236}">
                <a16:creationId xmlns:a16="http://schemas.microsoft.com/office/drawing/2014/main" id="{1FA986F9-5076-4C37-B193-3D4BFF6D106B}"/>
              </a:ext>
            </a:extLst>
          </p:cNvPr>
          <p:cNvSpPr>
            <a:spLocks xmlns:a="http://schemas.openxmlformats.org/drawingml/2006/main" noGrp="1"/>
          </p:cNvSpPr>
          <p:nvPr/>
        </p:nvSpPr>
        <p:spPr>
          <a:xfrm xmlns:a="http://schemas.openxmlformats.org/drawingml/2006/main" rot="0">
            <a:off x="7413350" y="327660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80" name="c1-label">
            <a:extLst xmlns:a="http://schemas.openxmlformats.org/drawingml/2006/main">
              <a:ext uri="{FF2B5EF4-FFF2-40B4-BE49-F238E27FC236}">
                <a16:creationId xmlns:a16="http://schemas.microsoft.com/office/drawing/2014/main" id="{84C754F2-022B-4348-A120-90B3C893BA59}"/>
              </a:ext>
            </a:extLst>
          </p:cNvPr>
          <p:cNvSpPr>
            <a:spLocks xmlns:a="http://schemas.openxmlformats.org/drawingml/2006/main" noGrp="1"/>
          </p:cNvSpPr>
          <p:nvPr/>
        </p:nvSpPr>
        <p:spPr>
          <a:xfrm xmlns:a="http://schemas.openxmlformats.org/drawingml/2006/main">
            <a:off x="381000" y="34861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bracket_brown</a:t>
            </a:r>
          </a:p>
        </p:txBody>
      </p:sp>
      <p:sp>
        <p:nvSpPr>
          <p:cNvPr id="81" name="c1-note">
            <a:extLst xmlns:a="http://schemas.openxmlformats.org/drawingml/2006/main">
              <a:ext uri="{FF2B5EF4-FFF2-40B4-BE49-F238E27FC236}">
                <a16:creationId xmlns:a16="http://schemas.microsoft.com/office/drawing/2014/main" id="{262E1E87-BFDD-46C2-A777-4CCCDDCF4241}"/>
              </a:ext>
            </a:extLst>
          </p:cNvPr>
          <p:cNvSpPr>
            <a:spLocks xmlns:a="http://schemas.openxmlformats.org/drawingml/2006/main" noGrp="1"/>
          </p:cNvSpPr>
          <p:nvPr/>
        </p:nvSpPr>
        <p:spPr>
          <a:xfrm xmlns:a="http://schemas.openxmlformats.org/drawingml/2006/main">
            <a:off x="3257550" y="3486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82" name="c1-bar">
            <a:extLst xmlns:a="http://schemas.openxmlformats.org/drawingml/2006/main">
              <a:ext uri="{FF2B5EF4-FFF2-40B4-BE49-F238E27FC236}">
                <a16:creationId xmlns:a16="http://schemas.microsoft.com/office/drawing/2014/main" id="{F7BF0E48-FE53-45D6-90AE-CB9F4CE779C5}"/>
              </a:ext>
            </a:extLst>
          </p:cNvPr>
          <p:cNvSpPr>
            <a:spLocks xmlns:a="http://schemas.openxmlformats.org/drawingml/2006/main" noGrp="1"/>
          </p:cNvSpPr>
          <p:nvPr/>
        </p:nvSpPr>
        <p:spPr>
          <a:xfrm xmlns:a="http://schemas.openxmlformats.org/drawingml/2006/main">
            <a:off x="6731000" y="3562350"/>
            <a:ext cx="162261" cy="14287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83" name="c1-ci">
            <a:extLst xmlns:a="http://schemas.openxmlformats.org/drawingml/2006/main">
              <a:ext uri="{FF2B5EF4-FFF2-40B4-BE49-F238E27FC236}">
                <a16:creationId xmlns:a16="http://schemas.microsoft.com/office/drawing/2014/main" id="{F48D82F9-6357-4A60-8FAF-1D85A441D82F}"/>
              </a:ext>
            </a:extLst>
          </p:cNvPr>
          <p:cNvSpPr>
            <a:spLocks xmlns:a="http://schemas.openxmlformats.org/drawingml/2006/main" noGrp="1"/>
          </p:cNvSpPr>
          <p:nvPr/>
        </p:nvSpPr>
        <p:spPr>
          <a:xfrm xmlns:a="http://schemas.openxmlformats.org/drawingml/2006/main" rot="0">
            <a:off x="6722396" y="3633788"/>
            <a:ext cx="328142" cy="0"/>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84" name="c1-cil">
            <a:extLst xmlns:a="http://schemas.openxmlformats.org/drawingml/2006/main">
              <a:ext uri="{FF2B5EF4-FFF2-40B4-BE49-F238E27FC236}">
                <a16:creationId xmlns:a16="http://schemas.microsoft.com/office/drawing/2014/main" id="{CCF3ABD5-92A1-4CFD-B2F1-2A958905D466}"/>
              </a:ext>
            </a:extLst>
          </p:cNvPr>
          <p:cNvSpPr>
            <a:spLocks xmlns:a="http://schemas.openxmlformats.org/drawingml/2006/main" noGrp="1"/>
          </p:cNvSpPr>
          <p:nvPr/>
        </p:nvSpPr>
        <p:spPr>
          <a:xfrm xmlns:a="http://schemas.openxmlformats.org/drawingml/2006/main" rot="0">
            <a:off x="6722396" y="356235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85" name="c1-cih">
            <a:extLst xmlns:a="http://schemas.openxmlformats.org/drawingml/2006/main">
              <a:ext uri="{FF2B5EF4-FFF2-40B4-BE49-F238E27FC236}">
                <a16:creationId xmlns:a16="http://schemas.microsoft.com/office/drawing/2014/main" id="{EB22DEAC-CC74-434C-B1CA-905C895CA253}"/>
              </a:ext>
            </a:extLst>
          </p:cNvPr>
          <p:cNvSpPr>
            <a:spLocks xmlns:a="http://schemas.openxmlformats.org/drawingml/2006/main" noGrp="1"/>
          </p:cNvSpPr>
          <p:nvPr/>
        </p:nvSpPr>
        <p:spPr>
          <a:xfrm xmlns:a="http://schemas.openxmlformats.org/drawingml/2006/main" rot="0">
            <a:off x="7050539" y="356235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86" name="c2-label">
            <a:extLst xmlns:a="http://schemas.openxmlformats.org/drawingml/2006/main">
              <a:ext uri="{FF2B5EF4-FFF2-40B4-BE49-F238E27FC236}">
                <a16:creationId xmlns:a16="http://schemas.microsoft.com/office/drawing/2014/main" id="{43C83199-9B0A-4E6F-B665-EC0458F6C9EA}"/>
              </a:ext>
            </a:extLst>
          </p:cNvPr>
          <p:cNvSpPr>
            <a:spLocks xmlns:a="http://schemas.openxmlformats.org/drawingml/2006/main" noGrp="1"/>
          </p:cNvSpPr>
          <p:nvPr/>
        </p:nvSpPr>
        <p:spPr>
          <a:xfrm xmlns:a="http://schemas.openxmlformats.org/drawingml/2006/main">
            <a:off x="381000" y="37719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bracket_white</a:t>
            </a:r>
          </a:p>
        </p:txBody>
      </p:sp>
      <p:sp>
        <p:nvSpPr>
          <p:cNvPr id="87" name="c2-note">
            <a:extLst xmlns:a="http://schemas.openxmlformats.org/drawingml/2006/main">
              <a:ext uri="{FF2B5EF4-FFF2-40B4-BE49-F238E27FC236}">
                <a16:creationId xmlns:a16="http://schemas.microsoft.com/office/drawing/2014/main" id="{7C0FD096-40EC-4E36-B80E-AACA93F787DF}"/>
              </a:ext>
            </a:extLst>
          </p:cNvPr>
          <p:cNvSpPr>
            <a:spLocks xmlns:a="http://schemas.openxmlformats.org/drawingml/2006/main" noGrp="1"/>
          </p:cNvSpPr>
          <p:nvPr/>
        </p:nvSpPr>
        <p:spPr>
          <a:xfrm xmlns:a="http://schemas.openxmlformats.org/drawingml/2006/main">
            <a:off x="3257550" y="377190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88" name="c2-bar">
            <a:extLst xmlns:a="http://schemas.openxmlformats.org/drawingml/2006/main">
              <a:ext uri="{FF2B5EF4-FFF2-40B4-BE49-F238E27FC236}">
                <a16:creationId xmlns:a16="http://schemas.microsoft.com/office/drawing/2014/main" id="{55245911-2250-4CD8-B9B1-B254D2F7ABD3}"/>
              </a:ext>
            </a:extLst>
          </p:cNvPr>
          <p:cNvSpPr>
            <a:spLocks xmlns:a="http://schemas.openxmlformats.org/drawingml/2006/main" noGrp="1"/>
          </p:cNvSpPr>
          <p:nvPr/>
        </p:nvSpPr>
        <p:spPr>
          <a:xfrm xmlns:a="http://schemas.openxmlformats.org/drawingml/2006/main">
            <a:off x="6731000" y="3848100"/>
            <a:ext cx="425265" cy="14287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89" name="c2-ci">
            <a:extLst xmlns:a="http://schemas.openxmlformats.org/drawingml/2006/main">
              <a:ext uri="{FF2B5EF4-FFF2-40B4-BE49-F238E27FC236}">
                <a16:creationId xmlns:a16="http://schemas.microsoft.com/office/drawing/2014/main" id="{00D7BF18-5892-4AAB-BC34-6DE8A486E60D}"/>
              </a:ext>
            </a:extLst>
          </p:cNvPr>
          <p:cNvSpPr>
            <a:spLocks xmlns:a="http://schemas.openxmlformats.org/drawingml/2006/main" noGrp="1"/>
          </p:cNvSpPr>
          <p:nvPr/>
        </p:nvSpPr>
        <p:spPr>
          <a:xfrm xmlns:a="http://schemas.openxmlformats.org/drawingml/2006/main" rot="0">
            <a:off x="5297652" y="3919538"/>
            <a:ext cx="3418099" cy="0"/>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90" name="c2-cil">
            <a:extLst xmlns:a="http://schemas.openxmlformats.org/drawingml/2006/main">
              <a:ext uri="{FF2B5EF4-FFF2-40B4-BE49-F238E27FC236}">
                <a16:creationId xmlns:a16="http://schemas.microsoft.com/office/drawing/2014/main" id="{757B7C92-A9AC-4B69-856C-8756BE025CDD}"/>
              </a:ext>
            </a:extLst>
          </p:cNvPr>
          <p:cNvSpPr>
            <a:spLocks xmlns:a="http://schemas.openxmlformats.org/drawingml/2006/main" noGrp="1"/>
          </p:cNvSpPr>
          <p:nvPr/>
        </p:nvSpPr>
        <p:spPr>
          <a:xfrm xmlns:a="http://schemas.openxmlformats.org/drawingml/2006/main" rot="0">
            <a:off x="5297652" y="384810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91" name="c2-cih">
            <a:extLst xmlns:a="http://schemas.openxmlformats.org/drawingml/2006/main">
              <a:ext uri="{FF2B5EF4-FFF2-40B4-BE49-F238E27FC236}">
                <a16:creationId xmlns:a16="http://schemas.microsoft.com/office/drawing/2014/main" id="{12F947DE-E8BE-4959-B96F-8BF2CAA12EBC}"/>
              </a:ext>
            </a:extLst>
          </p:cNvPr>
          <p:cNvSpPr>
            <a:spLocks xmlns:a="http://schemas.openxmlformats.org/drawingml/2006/main" noGrp="1"/>
          </p:cNvSpPr>
          <p:nvPr/>
        </p:nvSpPr>
        <p:spPr>
          <a:xfrm xmlns:a="http://schemas.openxmlformats.org/drawingml/2006/main" rot="0">
            <a:off x="8715751" y="384810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92" name="c3-label">
            <a:extLst xmlns:a="http://schemas.openxmlformats.org/drawingml/2006/main">
              <a:ext uri="{FF2B5EF4-FFF2-40B4-BE49-F238E27FC236}">
                <a16:creationId xmlns:a16="http://schemas.microsoft.com/office/drawing/2014/main" id="{D7DABE27-1AE9-4525-834C-1B2D5DD03953}"/>
              </a:ext>
            </a:extLst>
          </p:cNvPr>
          <p:cNvSpPr>
            <a:spLocks xmlns:a="http://schemas.openxmlformats.org/drawingml/2006/main" noGrp="1"/>
          </p:cNvSpPr>
          <p:nvPr/>
        </p:nvSpPr>
        <p:spPr>
          <a:xfrm xmlns:a="http://schemas.openxmlformats.org/drawingml/2006/main">
            <a:off x="381000" y="40576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connector</a:t>
            </a:r>
          </a:p>
        </p:txBody>
      </p:sp>
      <p:sp>
        <p:nvSpPr>
          <p:cNvPr id="93" name="c3-note">
            <a:extLst xmlns:a="http://schemas.openxmlformats.org/drawingml/2006/main">
              <a:ext uri="{FF2B5EF4-FFF2-40B4-BE49-F238E27FC236}">
                <a16:creationId xmlns:a16="http://schemas.microsoft.com/office/drawing/2014/main" id="{AB2CF651-4E61-42A9-BD7B-7712478CBC3B}"/>
              </a:ext>
            </a:extLst>
          </p:cNvPr>
          <p:cNvSpPr>
            <a:spLocks xmlns:a="http://schemas.openxmlformats.org/drawingml/2006/main" noGrp="1"/>
          </p:cNvSpPr>
          <p:nvPr/>
        </p:nvSpPr>
        <p:spPr>
          <a:xfrm xmlns:a="http://schemas.openxmlformats.org/drawingml/2006/main">
            <a:off x="3257550" y="40576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94" name="c3-bar">
            <a:extLst xmlns:a="http://schemas.openxmlformats.org/drawingml/2006/main">
              <a:ext uri="{FF2B5EF4-FFF2-40B4-BE49-F238E27FC236}">
                <a16:creationId xmlns:a16="http://schemas.microsoft.com/office/drawing/2014/main" id="{9165014A-7C72-457F-BD4C-F3EC0A89D02A}"/>
              </a:ext>
            </a:extLst>
          </p:cNvPr>
          <p:cNvSpPr>
            <a:spLocks xmlns:a="http://schemas.openxmlformats.org/drawingml/2006/main" noGrp="1"/>
          </p:cNvSpPr>
          <p:nvPr/>
        </p:nvSpPr>
        <p:spPr>
          <a:xfrm xmlns:a="http://schemas.openxmlformats.org/drawingml/2006/main">
            <a:off x="6731000" y="4133850"/>
            <a:ext cx="2312248" cy="14287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95" name="c3-ci">
            <a:extLst xmlns:a="http://schemas.openxmlformats.org/drawingml/2006/main">
              <a:ext uri="{FF2B5EF4-FFF2-40B4-BE49-F238E27FC236}">
                <a16:creationId xmlns:a16="http://schemas.microsoft.com/office/drawing/2014/main" id="{52727D2C-B4BE-49FE-AB20-C618708684E9}"/>
              </a:ext>
            </a:extLst>
          </p:cNvPr>
          <p:cNvSpPr>
            <a:spLocks xmlns:a="http://schemas.openxmlformats.org/drawingml/2006/main" noGrp="1"/>
          </p:cNvSpPr>
          <p:nvPr/>
        </p:nvSpPr>
        <p:spPr>
          <a:xfrm xmlns:a="http://schemas.openxmlformats.org/drawingml/2006/main" rot="0">
            <a:off x="7710395" y="4205288"/>
            <a:ext cx="2959956" cy="0"/>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96" name="c3-cil">
            <a:extLst xmlns:a="http://schemas.openxmlformats.org/drawingml/2006/main">
              <a:ext uri="{FF2B5EF4-FFF2-40B4-BE49-F238E27FC236}">
                <a16:creationId xmlns:a16="http://schemas.microsoft.com/office/drawing/2014/main" id="{90B0BC57-C62E-4C21-84D8-3334A3CCDAA5}"/>
              </a:ext>
            </a:extLst>
          </p:cNvPr>
          <p:cNvSpPr>
            <a:spLocks xmlns:a="http://schemas.openxmlformats.org/drawingml/2006/main" noGrp="1"/>
          </p:cNvSpPr>
          <p:nvPr/>
        </p:nvSpPr>
        <p:spPr>
          <a:xfrm xmlns:a="http://schemas.openxmlformats.org/drawingml/2006/main" rot="0">
            <a:off x="7710395" y="413385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97" name="c3-cih">
            <a:extLst xmlns:a="http://schemas.openxmlformats.org/drawingml/2006/main">
              <a:ext uri="{FF2B5EF4-FFF2-40B4-BE49-F238E27FC236}">
                <a16:creationId xmlns:a16="http://schemas.microsoft.com/office/drawing/2014/main" id="{02EA4039-5A56-43C0-A442-88E13C5D3ABE}"/>
              </a:ext>
            </a:extLst>
          </p:cNvPr>
          <p:cNvSpPr>
            <a:spLocks xmlns:a="http://schemas.openxmlformats.org/drawingml/2006/main" noGrp="1"/>
          </p:cNvSpPr>
          <p:nvPr/>
        </p:nvSpPr>
        <p:spPr>
          <a:xfrm xmlns:a="http://schemas.openxmlformats.org/drawingml/2006/main" rot="0">
            <a:off x="10670351" y="413385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98" name="c4-label">
            <a:extLst xmlns:a="http://schemas.openxmlformats.org/drawingml/2006/main">
              <a:ext uri="{FF2B5EF4-FFF2-40B4-BE49-F238E27FC236}">
                <a16:creationId xmlns:a16="http://schemas.microsoft.com/office/drawing/2014/main" id="{27BD5A39-A186-4ACF-B264-F61A156952A3}"/>
              </a:ext>
            </a:extLst>
          </p:cNvPr>
          <p:cNvSpPr>
            <a:spLocks xmlns:a="http://schemas.openxmlformats.org/drawingml/2006/main" noGrp="1"/>
          </p:cNvSpPr>
          <p:nvPr/>
        </p:nvSpPr>
        <p:spPr>
          <a:xfrm xmlns:a="http://schemas.openxmlformats.org/drawingml/2006/main">
            <a:off x="381000" y="43434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metal_plate</a:t>
            </a:r>
          </a:p>
        </p:txBody>
      </p:sp>
      <p:sp>
        <p:nvSpPr>
          <p:cNvPr id="99" name="c4-note">
            <a:extLst xmlns:a="http://schemas.openxmlformats.org/drawingml/2006/main">
              <a:ext uri="{FF2B5EF4-FFF2-40B4-BE49-F238E27FC236}">
                <a16:creationId xmlns:a16="http://schemas.microsoft.com/office/drawing/2014/main" id="{725C8E96-5DD3-412D-8CF6-BEED03B4A09E}"/>
              </a:ext>
            </a:extLst>
          </p:cNvPr>
          <p:cNvSpPr>
            <a:spLocks xmlns:a="http://schemas.openxmlformats.org/drawingml/2006/main" noGrp="1"/>
          </p:cNvSpPr>
          <p:nvPr/>
        </p:nvSpPr>
        <p:spPr>
          <a:xfrm xmlns:a="http://schemas.openxmlformats.org/drawingml/2006/main">
            <a:off x="3257550" y="434340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100" name="c4-bar">
            <a:extLst xmlns:a="http://schemas.openxmlformats.org/drawingml/2006/main">
              <a:ext uri="{FF2B5EF4-FFF2-40B4-BE49-F238E27FC236}">
                <a16:creationId xmlns:a16="http://schemas.microsoft.com/office/drawing/2014/main" id="{00544E4C-67ED-429C-BB61-F81D164CF8E5}"/>
              </a:ext>
            </a:extLst>
          </p:cNvPr>
          <p:cNvSpPr>
            <a:spLocks xmlns:a="http://schemas.openxmlformats.org/drawingml/2006/main" noGrp="1"/>
          </p:cNvSpPr>
          <p:nvPr/>
        </p:nvSpPr>
        <p:spPr>
          <a:xfrm xmlns:a="http://schemas.openxmlformats.org/drawingml/2006/main">
            <a:off x="6731000" y="4419600"/>
            <a:ext cx="740726" cy="14287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101" name="c4-ci">
            <a:extLst xmlns:a="http://schemas.openxmlformats.org/drawingml/2006/main">
              <a:ext uri="{FF2B5EF4-FFF2-40B4-BE49-F238E27FC236}">
                <a16:creationId xmlns:a16="http://schemas.microsoft.com/office/drawing/2014/main" id="{3CEA134B-93CD-4C47-BE5A-B132E2BEBB03}"/>
              </a:ext>
            </a:extLst>
          </p:cNvPr>
          <p:cNvSpPr>
            <a:spLocks xmlns:a="http://schemas.openxmlformats.org/drawingml/2006/main" noGrp="1"/>
          </p:cNvSpPr>
          <p:nvPr/>
        </p:nvSpPr>
        <p:spPr>
          <a:xfrm xmlns:a="http://schemas.openxmlformats.org/drawingml/2006/main" rot="0">
            <a:off x="7376863" y="4491038"/>
            <a:ext cx="197273" cy="0"/>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102" name="c4-cil">
            <a:extLst xmlns:a="http://schemas.openxmlformats.org/drawingml/2006/main">
              <a:ext uri="{FF2B5EF4-FFF2-40B4-BE49-F238E27FC236}">
                <a16:creationId xmlns:a16="http://schemas.microsoft.com/office/drawing/2014/main" id="{A3548220-6A8E-438D-8A7A-F667C5539E77}"/>
              </a:ext>
            </a:extLst>
          </p:cNvPr>
          <p:cNvSpPr>
            <a:spLocks xmlns:a="http://schemas.openxmlformats.org/drawingml/2006/main" noGrp="1"/>
          </p:cNvSpPr>
          <p:nvPr/>
        </p:nvSpPr>
        <p:spPr>
          <a:xfrm xmlns:a="http://schemas.openxmlformats.org/drawingml/2006/main" rot="0">
            <a:off x="7376863" y="441960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103" name="c4-cih">
            <a:extLst xmlns:a="http://schemas.openxmlformats.org/drawingml/2006/main">
              <a:ext uri="{FF2B5EF4-FFF2-40B4-BE49-F238E27FC236}">
                <a16:creationId xmlns:a16="http://schemas.microsoft.com/office/drawing/2014/main" id="{1CFA72A0-DE0C-4553-B0C2-937F58B88271}"/>
              </a:ext>
            </a:extLst>
          </p:cNvPr>
          <p:cNvSpPr>
            <a:spLocks xmlns:a="http://schemas.openxmlformats.org/drawingml/2006/main" noGrp="1"/>
          </p:cNvSpPr>
          <p:nvPr/>
        </p:nvSpPr>
        <p:spPr>
          <a:xfrm xmlns:a="http://schemas.openxmlformats.org/drawingml/2006/main" rot="0">
            <a:off x="7574137" y="441960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104" name="c5-label">
            <a:extLst xmlns:a="http://schemas.openxmlformats.org/drawingml/2006/main">
              <a:ext uri="{FF2B5EF4-FFF2-40B4-BE49-F238E27FC236}">
                <a16:creationId xmlns:a16="http://schemas.microsoft.com/office/drawing/2014/main" id="{51C8A88F-86CF-4683-823E-4653BC70D083}"/>
              </a:ext>
            </a:extLst>
          </p:cNvPr>
          <p:cNvSpPr>
            <a:spLocks xmlns:a="http://schemas.openxmlformats.org/drawingml/2006/main" noGrp="1"/>
          </p:cNvSpPr>
          <p:nvPr/>
        </p:nvSpPr>
        <p:spPr>
          <a:xfrm xmlns:a="http://schemas.openxmlformats.org/drawingml/2006/main">
            <a:off x="381000" y="46291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tubes</a:t>
            </a:r>
          </a:p>
        </p:txBody>
      </p:sp>
      <p:sp>
        <p:nvSpPr>
          <p:cNvPr id="105" name="c5-note">
            <a:extLst xmlns:a="http://schemas.openxmlformats.org/drawingml/2006/main">
              <a:ext uri="{FF2B5EF4-FFF2-40B4-BE49-F238E27FC236}">
                <a16:creationId xmlns:a16="http://schemas.microsoft.com/office/drawing/2014/main" id="{DA194E67-4850-4BD8-AC3F-45C953623944}"/>
              </a:ext>
            </a:extLst>
          </p:cNvPr>
          <p:cNvSpPr>
            <a:spLocks xmlns:a="http://schemas.openxmlformats.org/drawingml/2006/main" noGrp="1"/>
          </p:cNvSpPr>
          <p:nvPr/>
        </p:nvSpPr>
        <p:spPr>
          <a:xfrm xmlns:a="http://schemas.openxmlformats.org/drawingml/2006/main">
            <a:off x="3257550" y="4629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106" name="c5-bar">
            <a:extLst xmlns:a="http://schemas.openxmlformats.org/drawingml/2006/main">
              <a:ext uri="{FF2B5EF4-FFF2-40B4-BE49-F238E27FC236}">
                <a16:creationId xmlns:a16="http://schemas.microsoft.com/office/drawing/2014/main" id="{C705B5FA-CFE3-4A13-9A69-F39A0CAA9177}"/>
              </a:ext>
            </a:extLst>
          </p:cNvPr>
          <p:cNvSpPr>
            <a:spLocks xmlns:a="http://schemas.openxmlformats.org/drawingml/2006/main" noGrp="1"/>
          </p:cNvSpPr>
          <p:nvPr/>
        </p:nvSpPr>
        <p:spPr>
          <a:xfrm xmlns:a="http://schemas.openxmlformats.org/drawingml/2006/main">
            <a:off x="6731000" y="4705350"/>
            <a:ext cx="1235244" cy="142875"/>
          </a:xfrm>
          <a:prstGeom xmlns:a="http://schemas.openxmlformats.org/drawingml/2006/main" prst="rect">
            <a:avLst/>
          </a:prstGeom>
          <a:solidFill xmlns:a="http://schemas.openxmlformats.org/drawingml/2006/main">
            <a:srgbClr val="CFE3F2"/>
          </a:solidFill>
          <a:ln xmlns:a="http://schemas.openxmlformats.org/drawingml/2006/main" w="0">
            <a:noFill/>
            <a:prstDash val="solid"/>
          </a:ln>
        </p:spPr>
      </p:sp>
      <p:sp>
        <p:nvSpPr>
          <p:cNvPr id="107" name="c5-ci">
            <a:extLst xmlns:a="http://schemas.openxmlformats.org/drawingml/2006/main">
              <a:ext uri="{FF2B5EF4-FFF2-40B4-BE49-F238E27FC236}">
                <a16:creationId xmlns:a16="http://schemas.microsoft.com/office/drawing/2014/main" id="{F87CC460-9999-4F85-AEC8-17D3BE918109}"/>
              </a:ext>
            </a:extLst>
          </p:cNvPr>
          <p:cNvSpPr>
            <a:spLocks xmlns:a="http://schemas.openxmlformats.org/drawingml/2006/main" noGrp="1"/>
          </p:cNvSpPr>
          <p:nvPr/>
        </p:nvSpPr>
        <p:spPr>
          <a:xfrm xmlns:a="http://schemas.openxmlformats.org/drawingml/2006/main" rot="0">
            <a:off x="7602650" y="4776788"/>
            <a:ext cx="760007" cy="0"/>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108" name="c5-cil">
            <a:extLst xmlns:a="http://schemas.openxmlformats.org/drawingml/2006/main">
              <a:ext uri="{FF2B5EF4-FFF2-40B4-BE49-F238E27FC236}">
                <a16:creationId xmlns:a16="http://schemas.microsoft.com/office/drawing/2014/main" id="{70C81D91-D3AF-4C79-98B2-62134C74FE7C}"/>
              </a:ext>
            </a:extLst>
          </p:cNvPr>
          <p:cNvSpPr>
            <a:spLocks xmlns:a="http://schemas.openxmlformats.org/drawingml/2006/main" noGrp="1"/>
          </p:cNvSpPr>
          <p:nvPr/>
        </p:nvSpPr>
        <p:spPr>
          <a:xfrm xmlns:a="http://schemas.openxmlformats.org/drawingml/2006/main" rot="0">
            <a:off x="7602650" y="470535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109" name="c5-cih">
            <a:extLst xmlns:a="http://schemas.openxmlformats.org/drawingml/2006/main">
              <a:ext uri="{FF2B5EF4-FFF2-40B4-BE49-F238E27FC236}">
                <a16:creationId xmlns:a16="http://schemas.microsoft.com/office/drawing/2014/main" id="{3C9DA4B0-37F9-4C37-80B0-F7C61297E8DD}"/>
              </a:ext>
            </a:extLst>
          </p:cNvPr>
          <p:cNvSpPr>
            <a:spLocks xmlns:a="http://schemas.openxmlformats.org/drawingml/2006/main" noGrp="1"/>
          </p:cNvSpPr>
          <p:nvPr/>
        </p:nvSpPr>
        <p:spPr>
          <a:xfrm xmlns:a="http://schemas.openxmlformats.org/drawingml/2006/main" rot="0">
            <a:off x="8362657" y="4705350"/>
            <a:ext cx="0" cy="142875"/>
          </a:xfrm>
          <a:prstGeom xmlns:a="http://schemas.openxmlformats.org/drawingml/2006/main" prst="line">
            <a:avLst/>
          </a:prstGeom>
          <a:noFill xmlns:a="http://schemas.openxmlformats.org/drawingml/2006/main"/>
          <a:ln xmlns:a="http://schemas.openxmlformats.org/drawingml/2006/main" w="17145">
            <a:solidFill>
              <a:srgbClr val="2E6F9E"/>
            </a:solidFill>
            <a:prstDash val="solid"/>
          </a:ln>
        </p:spPr>
      </p:sp>
      <p:sp>
        <p:nvSpPr>
          <p:cNvPr id="110" name="c6-label">
            <a:extLst xmlns:a="http://schemas.openxmlformats.org/drawingml/2006/main">
              <a:ext uri="{FF2B5EF4-FFF2-40B4-BE49-F238E27FC236}">
                <a16:creationId xmlns:a16="http://schemas.microsoft.com/office/drawing/2014/main" id="{D5060AC2-3B66-46B3-B10B-A48805E8971E}"/>
              </a:ext>
            </a:extLst>
          </p:cNvPr>
          <p:cNvSpPr>
            <a:spLocks xmlns:a="http://schemas.openxmlformats.org/drawingml/2006/main" noGrp="1"/>
          </p:cNvSpPr>
          <p:nvPr/>
        </p:nvSpPr>
        <p:spPr>
          <a:xfrm xmlns:a="http://schemas.openxmlformats.org/drawingml/2006/main">
            <a:off x="381000" y="49149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01</a:t>
            </a:r>
          </a:p>
        </p:txBody>
      </p:sp>
      <p:sp>
        <p:nvSpPr>
          <p:cNvPr id="111" name="c6-note">
            <a:extLst xmlns:a="http://schemas.openxmlformats.org/drawingml/2006/main">
              <a:ext uri="{FF2B5EF4-FFF2-40B4-BE49-F238E27FC236}">
                <a16:creationId xmlns:a16="http://schemas.microsoft.com/office/drawing/2014/main" id="{A4578AF7-506E-4235-8988-79BE9CB8D7B5}"/>
              </a:ext>
            </a:extLst>
          </p:cNvPr>
          <p:cNvSpPr>
            <a:spLocks xmlns:a="http://schemas.openxmlformats.org/drawingml/2006/main" noGrp="1"/>
          </p:cNvSpPr>
          <p:nvPr/>
        </p:nvSpPr>
        <p:spPr>
          <a:xfrm xmlns:a="http://schemas.openxmlformats.org/drawingml/2006/main">
            <a:off x="3257550" y="491490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112" name="c6-bar">
            <a:extLst xmlns:a="http://schemas.openxmlformats.org/drawingml/2006/main">
              <a:ext uri="{FF2B5EF4-FFF2-40B4-BE49-F238E27FC236}">
                <a16:creationId xmlns:a16="http://schemas.microsoft.com/office/drawing/2014/main" id="{1423D180-C678-48D0-A8D3-CBE193039784}"/>
              </a:ext>
            </a:extLst>
          </p:cNvPr>
          <p:cNvSpPr>
            <a:spLocks xmlns:a="http://schemas.openxmlformats.org/drawingml/2006/main" noGrp="1"/>
          </p:cNvSpPr>
          <p:nvPr/>
        </p:nvSpPr>
        <p:spPr>
          <a:xfrm xmlns:a="http://schemas.openxmlformats.org/drawingml/2006/main">
            <a:off x="6731000" y="4991100"/>
            <a:ext cx="32163" cy="142875"/>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113" name="c6-ci">
            <a:extLst xmlns:a="http://schemas.openxmlformats.org/drawingml/2006/main">
              <a:ext uri="{FF2B5EF4-FFF2-40B4-BE49-F238E27FC236}">
                <a16:creationId xmlns:a16="http://schemas.microsoft.com/office/drawing/2014/main" id="{F82EA161-90F8-41A8-B9B4-90CC8D77144E}"/>
              </a:ext>
            </a:extLst>
          </p:cNvPr>
          <p:cNvSpPr>
            <a:spLocks xmlns:a="http://schemas.openxmlformats.org/drawingml/2006/main" noGrp="1"/>
          </p:cNvSpPr>
          <p:nvPr/>
        </p:nvSpPr>
        <p:spPr>
          <a:xfrm xmlns:a="http://schemas.openxmlformats.org/drawingml/2006/main" rot="0">
            <a:off x="6242205" y="5062538"/>
            <a:ext cx="1145548" cy="0"/>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14" name="c6-cil">
            <a:extLst xmlns:a="http://schemas.openxmlformats.org/drawingml/2006/main">
              <a:ext uri="{FF2B5EF4-FFF2-40B4-BE49-F238E27FC236}">
                <a16:creationId xmlns:a16="http://schemas.microsoft.com/office/drawing/2014/main" id="{EDEDAF6A-DF2E-4457-8B22-90C827C60015}"/>
              </a:ext>
            </a:extLst>
          </p:cNvPr>
          <p:cNvSpPr>
            <a:spLocks xmlns:a="http://schemas.openxmlformats.org/drawingml/2006/main" noGrp="1"/>
          </p:cNvSpPr>
          <p:nvPr/>
        </p:nvSpPr>
        <p:spPr>
          <a:xfrm xmlns:a="http://schemas.openxmlformats.org/drawingml/2006/main" rot="0">
            <a:off x="6242205" y="4991100"/>
            <a:ext cx="0" cy="142875"/>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15" name="c6-cih">
            <a:extLst xmlns:a="http://schemas.openxmlformats.org/drawingml/2006/main">
              <a:ext uri="{FF2B5EF4-FFF2-40B4-BE49-F238E27FC236}">
                <a16:creationId xmlns:a16="http://schemas.microsoft.com/office/drawing/2014/main" id="{9FBB832E-8A06-4527-BFE6-944520CCCC1F}"/>
              </a:ext>
            </a:extLst>
          </p:cNvPr>
          <p:cNvSpPr>
            <a:spLocks xmlns:a="http://schemas.openxmlformats.org/drawingml/2006/main" noGrp="1"/>
          </p:cNvSpPr>
          <p:nvPr/>
        </p:nvSpPr>
        <p:spPr>
          <a:xfrm xmlns:a="http://schemas.openxmlformats.org/drawingml/2006/main" rot="0">
            <a:off x="7387753" y="4991100"/>
            <a:ext cx="0" cy="142875"/>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16" name="c7-label">
            <a:extLst xmlns:a="http://schemas.openxmlformats.org/drawingml/2006/main">
              <a:ext uri="{FF2B5EF4-FFF2-40B4-BE49-F238E27FC236}">
                <a16:creationId xmlns:a16="http://schemas.microsoft.com/office/drawing/2014/main" id="{D02CF8B4-66EA-44E0-A09C-F842C083CE77}"/>
              </a:ext>
            </a:extLst>
          </p:cNvPr>
          <p:cNvSpPr>
            <a:spLocks xmlns:a="http://schemas.openxmlformats.org/drawingml/2006/main" noGrp="1"/>
          </p:cNvSpPr>
          <p:nvPr/>
        </p:nvSpPr>
        <p:spPr>
          <a:xfrm xmlns:a="http://schemas.openxmlformats.org/drawingml/2006/main">
            <a:off x="381000" y="52006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02</a:t>
            </a:r>
          </a:p>
        </p:txBody>
      </p:sp>
      <p:sp>
        <p:nvSpPr>
          <p:cNvPr id="117" name="c7-note">
            <a:extLst xmlns:a="http://schemas.openxmlformats.org/drawingml/2006/main">
              <a:ext uri="{FF2B5EF4-FFF2-40B4-BE49-F238E27FC236}">
                <a16:creationId xmlns:a16="http://schemas.microsoft.com/office/drawing/2014/main" id="{2E95E94A-EB3B-4991-911B-F01E49F261E0}"/>
              </a:ext>
            </a:extLst>
          </p:cNvPr>
          <p:cNvSpPr>
            <a:spLocks xmlns:a="http://schemas.openxmlformats.org/drawingml/2006/main" noGrp="1"/>
          </p:cNvSpPr>
          <p:nvPr/>
        </p:nvSpPr>
        <p:spPr>
          <a:xfrm xmlns:a="http://schemas.openxmlformats.org/drawingml/2006/main">
            <a:off x="3257550" y="52006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118" name="c7-bar">
            <a:extLst xmlns:a="http://schemas.openxmlformats.org/drawingml/2006/main">
              <a:ext uri="{FF2B5EF4-FFF2-40B4-BE49-F238E27FC236}">
                <a16:creationId xmlns:a16="http://schemas.microsoft.com/office/drawing/2014/main" id="{41331F7D-173B-41EA-8179-156FD00CABD0}"/>
              </a:ext>
            </a:extLst>
          </p:cNvPr>
          <p:cNvSpPr>
            <a:spLocks xmlns:a="http://schemas.openxmlformats.org/drawingml/2006/main" noGrp="1"/>
          </p:cNvSpPr>
          <p:nvPr/>
        </p:nvSpPr>
        <p:spPr>
          <a:xfrm xmlns:a="http://schemas.openxmlformats.org/drawingml/2006/main">
            <a:off x="6581505" y="5276850"/>
            <a:ext cx="149495" cy="142875"/>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119" name="c7-ci">
            <a:extLst xmlns:a="http://schemas.openxmlformats.org/drawingml/2006/main">
              <a:ext uri="{FF2B5EF4-FFF2-40B4-BE49-F238E27FC236}">
                <a16:creationId xmlns:a16="http://schemas.microsoft.com/office/drawing/2014/main" id="{B3B53C22-A190-4726-8DF6-06F4599BF04C}"/>
              </a:ext>
            </a:extLst>
          </p:cNvPr>
          <p:cNvSpPr>
            <a:spLocks xmlns:a="http://schemas.openxmlformats.org/drawingml/2006/main" noGrp="1"/>
          </p:cNvSpPr>
          <p:nvPr/>
        </p:nvSpPr>
        <p:spPr>
          <a:xfrm xmlns:a="http://schemas.openxmlformats.org/drawingml/2006/main" rot="0">
            <a:off x="6408752" y="5348288"/>
            <a:ext cx="372448" cy="0"/>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20" name="c7-cil">
            <a:extLst xmlns:a="http://schemas.openxmlformats.org/drawingml/2006/main">
              <a:ext uri="{FF2B5EF4-FFF2-40B4-BE49-F238E27FC236}">
                <a16:creationId xmlns:a16="http://schemas.microsoft.com/office/drawing/2014/main" id="{4ABE0B38-1217-4A1F-9AA6-21203BCBC1E6}"/>
              </a:ext>
            </a:extLst>
          </p:cNvPr>
          <p:cNvSpPr>
            <a:spLocks xmlns:a="http://schemas.openxmlformats.org/drawingml/2006/main" noGrp="1"/>
          </p:cNvSpPr>
          <p:nvPr/>
        </p:nvSpPr>
        <p:spPr>
          <a:xfrm xmlns:a="http://schemas.openxmlformats.org/drawingml/2006/main" rot="0">
            <a:off x="6408752" y="5276850"/>
            <a:ext cx="0" cy="142875"/>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21" name="c7-cih">
            <a:extLst xmlns:a="http://schemas.openxmlformats.org/drawingml/2006/main">
              <a:ext uri="{FF2B5EF4-FFF2-40B4-BE49-F238E27FC236}">
                <a16:creationId xmlns:a16="http://schemas.microsoft.com/office/drawing/2014/main" id="{7B9F4151-4A74-4F15-A97D-E09D65841A97}"/>
              </a:ext>
            </a:extLst>
          </p:cNvPr>
          <p:cNvSpPr>
            <a:spLocks xmlns:a="http://schemas.openxmlformats.org/drawingml/2006/main" noGrp="1"/>
          </p:cNvSpPr>
          <p:nvPr/>
        </p:nvSpPr>
        <p:spPr>
          <a:xfrm xmlns:a="http://schemas.openxmlformats.org/drawingml/2006/main" rot="0">
            <a:off x="6781200" y="5276850"/>
            <a:ext cx="0" cy="142875"/>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22" name="c8-label">
            <a:extLst xmlns:a="http://schemas.openxmlformats.org/drawingml/2006/main">
              <a:ext uri="{FF2B5EF4-FFF2-40B4-BE49-F238E27FC236}">
                <a16:creationId xmlns:a16="http://schemas.microsoft.com/office/drawing/2014/main" id="{9441A92C-BCC5-47C3-9AB7-ED1DA1B03F13}"/>
              </a:ext>
            </a:extLst>
          </p:cNvPr>
          <p:cNvSpPr>
            <a:spLocks xmlns:a="http://schemas.openxmlformats.org/drawingml/2006/main" noGrp="1"/>
          </p:cNvSpPr>
          <p:nvPr/>
        </p:nvSpPr>
        <p:spPr>
          <a:xfrm xmlns:a="http://schemas.openxmlformats.org/drawingml/2006/main">
            <a:off x="381000" y="54864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03</a:t>
            </a:r>
          </a:p>
        </p:txBody>
      </p:sp>
      <p:sp>
        <p:nvSpPr>
          <p:cNvPr id="123" name="c8-note">
            <a:extLst xmlns:a="http://schemas.openxmlformats.org/drawingml/2006/main">
              <a:ext uri="{FF2B5EF4-FFF2-40B4-BE49-F238E27FC236}">
                <a16:creationId xmlns:a16="http://schemas.microsoft.com/office/drawing/2014/main" id="{745A8AC0-D041-4FDA-8BDF-22A149A63A65}"/>
              </a:ext>
            </a:extLst>
          </p:cNvPr>
          <p:cNvSpPr>
            <a:spLocks xmlns:a="http://schemas.openxmlformats.org/drawingml/2006/main" noGrp="1"/>
          </p:cNvSpPr>
          <p:nvPr/>
        </p:nvSpPr>
        <p:spPr>
          <a:xfrm xmlns:a="http://schemas.openxmlformats.org/drawingml/2006/main">
            <a:off x="3257550" y="548640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p:txBody>
      </p:sp>
      <p:sp>
        <p:nvSpPr>
          <p:cNvPr id="124" name="c8-bar">
            <a:extLst xmlns:a="http://schemas.openxmlformats.org/drawingml/2006/main">
              <a:ext uri="{FF2B5EF4-FFF2-40B4-BE49-F238E27FC236}">
                <a16:creationId xmlns:a16="http://schemas.microsoft.com/office/drawing/2014/main" id="{7B533939-547E-4D37-A2A7-ED590CD704A5}"/>
              </a:ext>
            </a:extLst>
          </p:cNvPr>
          <p:cNvSpPr>
            <a:spLocks xmlns:a="http://schemas.openxmlformats.org/drawingml/2006/main" noGrp="1"/>
          </p:cNvSpPr>
          <p:nvPr/>
        </p:nvSpPr>
        <p:spPr>
          <a:xfrm xmlns:a="http://schemas.openxmlformats.org/drawingml/2006/main">
            <a:off x="6731000" y="5562600"/>
            <a:ext cx="47173" cy="142875"/>
          </a:xfrm>
          <a:prstGeom xmlns:a="http://schemas.openxmlformats.org/drawingml/2006/main" prst="rect">
            <a:avLst/>
          </a:prstGeom>
          <a:solidFill xmlns:a="http://schemas.openxmlformats.org/drawingml/2006/main">
            <a:srgbClr val="FBE7C4"/>
          </a:solidFill>
          <a:ln xmlns:a="http://schemas.openxmlformats.org/drawingml/2006/main" w="0">
            <a:noFill/>
            <a:prstDash val="solid"/>
          </a:ln>
        </p:spPr>
      </p:sp>
      <p:sp>
        <p:nvSpPr>
          <p:cNvPr id="125" name="c8-ci">
            <a:extLst xmlns:a="http://schemas.openxmlformats.org/drawingml/2006/main">
              <a:ext uri="{FF2B5EF4-FFF2-40B4-BE49-F238E27FC236}">
                <a16:creationId xmlns:a16="http://schemas.microsoft.com/office/drawing/2014/main" id="{28CEF150-A927-4366-B39A-101908980C1A}"/>
              </a:ext>
            </a:extLst>
          </p:cNvPr>
          <p:cNvSpPr>
            <a:spLocks xmlns:a="http://schemas.openxmlformats.org/drawingml/2006/main" noGrp="1"/>
          </p:cNvSpPr>
          <p:nvPr/>
        </p:nvSpPr>
        <p:spPr>
          <a:xfrm xmlns:a="http://schemas.openxmlformats.org/drawingml/2006/main" rot="0">
            <a:off x="6470739" y="5634038"/>
            <a:ext cx="633770" cy="0"/>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26" name="c8-cil">
            <a:extLst xmlns:a="http://schemas.openxmlformats.org/drawingml/2006/main">
              <a:ext uri="{FF2B5EF4-FFF2-40B4-BE49-F238E27FC236}">
                <a16:creationId xmlns:a16="http://schemas.microsoft.com/office/drawing/2014/main" id="{E5254116-20F0-485A-B5FD-ACEA3FC612F0}"/>
              </a:ext>
            </a:extLst>
          </p:cNvPr>
          <p:cNvSpPr>
            <a:spLocks xmlns:a="http://schemas.openxmlformats.org/drawingml/2006/main" noGrp="1"/>
          </p:cNvSpPr>
          <p:nvPr/>
        </p:nvSpPr>
        <p:spPr>
          <a:xfrm xmlns:a="http://schemas.openxmlformats.org/drawingml/2006/main" rot="0">
            <a:off x="6470739" y="5562600"/>
            <a:ext cx="0" cy="142875"/>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27" name="c8-cih">
            <a:extLst xmlns:a="http://schemas.openxmlformats.org/drawingml/2006/main">
              <a:ext uri="{FF2B5EF4-FFF2-40B4-BE49-F238E27FC236}">
                <a16:creationId xmlns:a16="http://schemas.microsoft.com/office/drawing/2014/main" id="{4837897E-EE6F-4A62-B23D-36CF8E0C60D6}"/>
              </a:ext>
            </a:extLst>
          </p:cNvPr>
          <p:cNvSpPr>
            <a:spLocks xmlns:a="http://schemas.openxmlformats.org/drawingml/2006/main" noGrp="1"/>
          </p:cNvSpPr>
          <p:nvPr/>
        </p:nvSpPr>
        <p:spPr>
          <a:xfrm xmlns:a="http://schemas.openxmlformats.org/drawingml/2006/main" rot="0">
            <a:off x="7104508" y="5562600"/>
            <a:ext cx="0" cy="142875"/>
          </a:xfrm>
          <a:prstGeom xmlns:a="http://schemas.openxmlformats.org/drawingml/2006/main" prst="line">
            <a:avLst/>
          </a:prstGeom>
          <a:noFill xmlns:a="http://schemas.openxmlformats.org/drawingml/2006/main"/>
          <a:ln xmlns:a="http://schemas.openxmlformats.org/drawingml/2006/main" w="17145">
            <a:solidFill>
              <a:srgbClr val="B27C20"/>
            </a:solidFill>
            <a:prstDash val="solid"/>
          </a:ln>
        </p:spPr>
      </p:sp>
      <p:sp>
        <p:nvSpPr>
          <p:cNvPr id="128" name="sec-c-chip">
            <a:extLst xmlns:a="http://schemas.openxmlformats.org/drawingml/2006/main">
              <a:ext uri="{FF2B5EF4-FFF2-40B4-BE49-F238E27FC236}">
                <a16:creationId xmlns:a16="http://schemas.microsoft.com/office/drawing/2014/main" id="{B2EF3B0F-82DF-418C-8071-CC98234F9CE4}"/>
              </a:ext>
            </a:extLst>
          </p:cNvPr>
          <p:cNvSpPr>
            <a:spLocks xmlns:a="http://schemas.openxmlformats.org/drawingml/2006/main" noGrp="1"/>
          </p:cNvSpPr>
          <p:nvPr/>
        </p:nvSpPr>
        <p:spPr>
          <a:xfrm xmlns:a="http://schemas.openxmlformats.org/drawingml/2006/main">
            <a:off x="304800" y="62484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129" name="sec-c-chip-text">
            <a:extLst xmlns:a="http://schemas.openxmlformats.org/drawingml/2006/main">
              <a:ext uri="{FF2B5EF4-FFF2-40B4-BE49-F238E27FC236}">
                <a16:creationId xmlns:a16="http://schemas.microsoft.com/office/drawing/2014/main" id="{AE019A60-E2B8-44AC-B1B2-52A1D5E9FC18}"/>
              </a:ext>
            </a:extLst>
          </p:cNvPr>
          <p:cNvSpPr>
            <a:spLocks xmlns:a="http://schemas.openxmlformats.org/drawingml/2006/main" noGrp="1"/>
          </p:cNvSpPr>
          <p:nvPr/>
        </p:nvSpPr>
        <p:spPr>
          <a:xfrm xmlns:a="http://schemas.openxmlformats.org/drawingml/2006/main">
            <a:off x="323850" y="62484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c</a:t>
            </a:r>
          </a:p>
        </p:txBody>
      </p:sp>
      <p:sp>
        <p:nvSpPr>
          <p:cNvPr id="130" name="sec-c">
            <a:extLst xmlns:a="http://schemas.openxmlformats.org/drawingml/2006/main">
              <a:ext uri="{FF2B5EF4-FFF2-40B4-BE49-F238E27FC236}">
                <a16:creationId xmlns:a16="http://schemas.microsoft.com/office/drawing/2014/main" id="{D08D91DB-4D11-4FBA-824B-4107948E5E8B}"/>
              </a:ext>
            </a:extLst>
          </p:cNvPr>
          <p:cNvSpPr>
            <a:spLocks xmlns:a="http://schemas.openxmlformats.org/drawingml/2006/main" noGrp="1"/>
          </p:cNvSpPr>
          <p:nvPr/>
        </p:nvSpPr>
        <p:spPr>
          <a:xfrm xmlns:a="http://schemas.openxmlformats.org/drawingml/2006/main">
            <a:off x="838200" y="62103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Per seed</a:t>
            </a:r>
          </a:p>
        </p:txBody>
      </p:sp>
      <p:sp>
        <p:nvSpPr>
          <p:cNvPr id="131" name="sec-c-sub">
            <a:extLst xmlns:a="http://schemas.openxmlformats.org/drawingml/2006/main">
              <a:ext uri="{FF2B5EF4-FFF2-40B4-BE49-F238E27FC236}">
                <a16:creationId xmlns:a16="http://schemas.microsoft.com/office/drawing/2014/main" id="{131098D4-1902-4D2B-9FAE-CA4A98A4088D}"/>
              </a:ext>
            </a:extLst>
          </p:cNvPr>
          <p:cNvSpPr>
            <a:spLocks xmlns:a="http://schemas.openxmlformats.org/drawingml/2006/main" noGrp="1"/>
          </p:cNvSpPr>
          <p:nvPr/>
        </p:nvSpPr>
        <p:spPr>
          <a:xfrm xmlns:a="http://schemas.openxmlformats.org/drawingml/2006/main">
            <a:off x="838200" y="6572250"/>
            <a:ext cx="1095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I = E_L − E_J · seeds 0-2 use their own query block (solid); seeds 3-7 share one resampling block (hollow), so they measure support-set variation only</a:t>
            </a:r>
          </a:p>
        </p:txBody>
      </p:sp>
      <p:sp>
        <p:nvSpPr>
          <p:cNvPr id="132" name="s-zero">
            <a:extLst xmlns:a="http://schemas.openxmlformats.org/drawingml/2006/main">
              <a:ext uri="{FF2B5EF4-FFF2-40B4-BE49-F238E27FC236}">
                <a16:creationId xmlns:a16="http://schemas.microsoft.com/office/drawing/2014/main" id="{D18B39EB-41ED-4DB9-912F-6CEDE7FE5E11}"/>
              </a:ext>
            </a:extLst>
          </p:cNvPr>
          <p:cNvSpPr>
            <a:spLocks xmlns:a="http://schemas.openxmlformats.org/drawingml/2006/main" noGrp="1"/>
          </p:cNvSpPr>
          <p:nvPr/>
        </p:nvSpPr>
        <p:spPr>
          <a:xfrm xmlns:a="http://schemas.openxmlformats.org/drawingml/2006/main" rot="0">
            <a:off x="6037385" y="7562850"/>
            <a:ext cx="0" cy="609600"/>
          </a:xfrm>
          <a:prstGeom xmlns:a="http://schemas.openxmlformats.org/drawingml/2006/main" prst="line">
            <a:avLst/>
          </a:prstGeom>
          <a:noFill xmlns:a="http://schemas.openxmlformats.org/drawingml/2006/main"/>
          <a:ln xmlns:a="http://schemas.openxmlformats.org/drawingml/2006/main" w="15240">
            <a:solidFill>
              <a:srgbClr val="1E2E38"/>
            </a:solidFill>
            <a:prstDash val="solid"/>
          </a:ln>
        </p:spPr>
      </p:sp>
      <p:sp>
        <p:nvSpPr>
          <p:cNvPr id="133" name="s-scale">
            <a:extLst xmlns:a="http://schemas.openxmlformats.org/drawingml/2006/main">
              <a:ext uri="{FF2B5EF4-FFF2-40B4-BE49-F238E27FC236}">
                <a16:creationId xmlns:a16="http://schemas.microsoft.com/office/drawing/2014/main" id="{74D0C123-B05D-4056-AB91-72B2649D831E}"/>
              </a:ext>
            </a:extLst>
          </p:cNvPr>
          <p:cNvSpPr>
            <a:spLocks xmlns:a="http://schemas.openxmlformats.org/drawingml/2006/main" noGrp="1"/>
          </p:cNvSpPr>
          <p:nvPr/>
        </p:nvSpPr>
        <p:spPr>
          <a:xfrm xmlns:a="http://schemas.openxmlformats.org/drawingml/2006/main" rot="0">
            <a:off x="8638442" y="7562850"/>
            <a:ext cx="0" cy="609600"/>
          </a:xfrm>
          <a:prstGeom xmlns:a="http://schemas.openxmlformats.org/drawingml/2006/main" prst="line">
            <a:avLst/>
          </a:prstGeom>
          <a:noFill xmlns:a="http://schemas.openxmlformats.org/drawingml/2006/main"/>
          <a:ln xmlns:a="http://schemas.openxmlformats.org/drawingml/2006/main" w="15240">
            <a:solidFill>
              <a:srgbClr val="6E4E9E"/>
            </a:solidFill>
            <a:prstDash val="solid"/>
          </a:ln>
        </p:spPr>
      </p:sp>
      <p:sp>
        <p:nvSpPr>
          <p:cNvPr id="134" name="s-grid-0">
            <a:extLst xmlns:a="http://schemas.openxmlformats.org/drawingml/2006/main">
              <a:ext uri="{FF2B5EF4-FFF2-40B4-BE49-F238E27FC236}">
                <a16:creationId xmlns:a16="http://schemas.microsoft.com/office/drawing/2014/main" id="{ED026DFB-C86D-40A1-BB03-73DB2C7374B6}"/>
              </a:ext>
            </a:extLst>
          </p:cNvPr>
          <p:cNvSpPr>
            <a:spLocks xmlns:a="http://schemas.openxmlformats.org/drawingml/2006/main" noGrp="1"/>
          </p:cNvSpPr>
          <p:nvPr/>
        </p:nvSpPr>
        <p:spPr>
          <a:xfrm xmlns:a="http://schemas.openxmlformats.org/drawingml/2006/main" rot="0">
            <a:off x="4476750"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35" name="s-lab-0">
            <a:extLst xmlns:a="http://schemas.openxmlformats.org/drawingml/2006/main">
              <a:ext uri="{FF2B5EF4-FFF2-40B4-BE49-F238E27FC236}">
                <a16:creationId xmlns:a16="http://schemas.microsoft.com/office/drawing/2014/main" id="{31EF31BD-6E59-4763-A2C9-03287B5EA47E}"/>
              </a:ext>
            </a:extLst>
          </p:cNvPr>
          <p:cNvSpPr>
            <a:spLocks xmlns:a="http://schemas.openxmlformats.org/drawingml/2006/main" noGrp="1"/>
          </p:cNvSpPr>
          <p:nvPr/>
        </p:nvSpPr>
        <p:spPr>
          <a:xfrm xmlns:a="http://schemas.openxmlformats.org/drawingml/2006/main">
            <a:off x="4000500"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0</a:t>
            </a:r>
          </a:p>
        </p:txBody>
      </p:sp>
      <p:sp>
        <p:nvSpPr>
          <p:cNvPr id="136" name="s-grid-1">
            <a:extLst xmlns:a="http://schemas.openxmlformats.org/drawingml/2006/main">
              <a:ext uri="{FF2B5EF4-FFF2-40B4-BE49-F238E27FC236}">
                <a16:creationId xmlns:a16="http://schemas.microsoft.com/office/drawing/2014/main" id="{B92791C3-2901-4010-B6A8-E8B5C87DA5B7}"/>
              </a:ext>
            </a:extLst>
          </p:cNvPr>
          <p:cNvSpPr>
            <a:spLocks xmlns:a="http://schemas.openxmlformats.org/drawingml/2006/main" noGrp="1"/>
          </p:cNvSpPr>
          <p:nvPr/>
        </p:nvSpPr>
        <p:spPr>
          <a:xfrm xmlns:a="http://schemas.openxmlformats.org/drawingml/2006/main" rot="0">
            <a:off x="5442857"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37" name="s-lab-1">
            <a:extLst xmlns:a="http://schemas.openxmlformats.org/drawingml/2006/main">
              <a:ext uri="{FF2B5EF4-FFF2-40B4-BE49-F238E27FC236}">
                <a16:creationId xmlns:a16="http://schemas.microsoft.com/office/drawing/2014/main" id="{2F460514-F187-4789-8C38-FB85402221B8}"/>
              </a:ext>
            </a:extLst>
          </p:cNvPr>
          <p:cNvSpPr>
            <a:spLocks xmlns:a="http://schemas.openxmlformats.org/drawingml/2006/main" noGrp="1"/>
          </p:cNvSpPr>
          <p:nvPr/>
        </p:nvSpPr>
        <p:spPr>
          <a:xfrm xmlns:a="http://schemas.openxmlformats.org/drawingml/2006/main">
            <a:off x="4966607"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1</a:t>
            </a:r>
          </a:p>
        </p:txBody>
      </p:sp>
      <p:sp>
        <p:nvSpPr>
          <p:cNvPr id="138" name="s-grid-2">
            <a:extLst xmlns:a="http://schemas.openxmlformats.org/drawingml/2006/main">
              <a:ext uri="{FF2B5EF4-FFF2-40B4-BE49-F238E27FC236}">
                <a16:creationId xmlns:a16="http://schemas.microsoft.com/office/drawing/2014/main" id="{DB2AAF5E-27A4-4CEE-A2A5-928128C5AD44}"/>
              </a:ext>
            </a:extLst>
          </p:cNvPr>
          <p:cNvSpPr>
            <a:spLocks xmlns:a="http://schemas.openxmlformats.org/drawingml/2006/main" noGrp="1"/>
          </p:cNvSpPr>
          <p:nvPr/>
        </p:nvSpPr>
        <p:spPr>
          <a:xfrm xmlns:a="http://schemas.openxmlformats.org/drawingml/2006/main" rot="0">
            <a:off x="6408964"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39" name="s-lab-2">
            <a:extLst xmlns:a="http://schemas.openxmlformats.org/drawingml/2006/main">
              <a:ext uri="{FF2B5EF4-FFF2-40B4-BE49-F238E27FC236}">
                <a16:creationId xmlns:a16="http://schemas.microsoft.com/office/drawing/2014/main" id="{C67609A7-3245-4C4E-BFB7-3767EC4DA269}"/>
              </a:ext>
            </a:extLst>
          </p:cNvPr>
          <p:cNvSpPr>
            <a:spLocks xmlns:a="http://schemas.openxmlformats.org/drawingml/2006/main" noGrp="1"/>
          </p:cNvSpPr>
          <p:nvPr/>
        </p:nvSpPr>
        <p:spPr>
          <a:xfrm xmlns:a="http://schemas.openxmlformats.org/drawingml/2006/main">
            <a:off x="5932714"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2</a:t>
            </a:r>
          </a:p>
        </p:txBody>
      </p:sp>
      <p:sp>
        <p:nvSpPr>
          <p:cNvPr id="140" name="s-grid-3">
            <a:extLst xmlns:a="http://schemas.openxmlformats.org/drawingml/2006/main">
              <a:ext uri="{FF2B5EF4-FFF2-40B4-BE49-F238E27FC236}">
                <a16:creationId xmlns:a16="http://schemas.microsoft.com/office/drawing/2014/main" id="{E4A1C9DD-19B3-4F09-94FD-8DC6B9D9BEAB}"/>
              </a:ext>
            </a:extLst>
          </p:cNvPr>
          <p:cNvSpPr>
            <a:spLocks xmlns:a="http://schemas.openxmlformats.org/drawingml/2006/main" noGrp="1"/>
          </p:cNvSpPr>
          <p:nvPr/>
        </p:nvSpPr>
        <p:spPr>
          <a:xfrm xmlns:a="http://schemas.openxmlformats.org/drawingml/2006/main" rot="0">
            <a:off x="7375071"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41" name="s-lab-3">
            <a:extLst xmlns:a="http://schemas.openxmlformats.org/drawingml/2006/main">
              <a:ext uri="{FF2B5EF4-FFF2-40B4-BE49-F238E27FC236}">
                <a16:creationId xmlns:a16="http://schemas.microsoft.com/office/drawing/2014/main" id="{2A66EB67-4F48-4E59-85C3-E0A374C7D11B}"/>
              </a:ext>
            </a:extLst>
          </p:cNvPr>
          <p:cNvSpPr>
            <a:spLocks xmlns:a="http://schemas.openxmlformats.org/drawingml/2006/main" noGrp="1"/>
          </p:cNvSpPr>
          <p:nvPr/>
        </p:nvSpPr>
        <p:spPr>
          <a:xfrm xmlns:a="http://schemas.openxmlformats.org/drawingml/2006/main">
            <a:off x="6898821"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3</a:t>
            </a:r>
          </a:p>
        </p:txBody>
      </p:sp>
      <p:sp>
        <p:nvSpPr>
          <p:cNvPr id="142" name="s-grid-4">
            <a:extLst xmlns:a="http://schemas.openxmlformats.org/drawingml/2006/main">
              <a:ext uri="{FF2B5EF4-FFF2-40B4-BE49-F238E27FC236}">
                <a16:creationId xmlns:a16="http://schemas.microsoft.com/office/drawing/2014/main" id="{F54A72B7-892F-4380-BE74-88500D6D7993}"/>
              </a:ext>
            </a:extLst>
          </p:cNvPr>
          <p:cNvSpPr>
            <a:spLocks xmlns:a="http://schemas.openxmlformats.org/drawingml/2006/main" noGrp="1"/>
          </p:cNvSpPr>
          <p:nvPr/>
        </p:nvSpPr>
        <p:spPr>
          <a:xfrm xmlns:a="http://schemas.openxmlformats.org/drawingml/2006/main" rot="0">
            <a:off x="8341179"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43" name="s-lab-4">
            <a:extLst xmlns:a="http://schemas.openxmlformats.org/drawingml/2006/main">
              <a:ext uri="{FF2B5EF4-FFF2-40B4-BE49-F238E27FC236}">
                <a16:creationId xmlns:a16="http://schemas.microsoft.com/office/drawing/2014/main" id="{F0B5982B-034B-43AB-8FFE-A8A439E82BC9}"/>
              </a:ext>
            </a:extLst>
          </p:cNvPr>
          <p:cNvSpPr>
            <a:spLocks xmlns:a="http://schemas.openxmlformats.org/drawingml/2006/main" noGrp="1"/>
          </p:cNvSpPr>
          <p:nvPr/>
        </p:nvSpPr>
        <p:spPr>
          <a:xfrm xmlns:a="http://schemas.openxmlformats.org/drawingml/2006/main">
            <a:off x="7864929"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4</a:t>
            </a:r>
          </a:p>
        </p:txBody>
      </p:sp>
      <p:sp>
        <p:nvSpPr>
          <p:cNvPr id="144" name="s-grid-5">
            <a:extLst xmlns:a="http://schemas.openxmlformats.org/drawingml/2006/main">
              <a:ext uri="{FF2B5EF4-FFF2-40B4-BE49-F238E27FC236}">
                <a16:creationId xmlns:a16="http://schemas.microsoft.com/office/drawing/2014/main" id="{2CBC8C8F-48EF-4A24-A2AB-3CE945E8DE01}"/>
              </a:ext>
            </a:extLst>
          </p:cNvPr>
          <p:cNvSpPr>
            <a:spLocks xmlns:a="http://schemas.openxmlformats.org/drawingml/2006/main" noGrp="1"/>
          </p:cNvSpPr>
          <p:nvPr/>
        </p:nvSpPr>
        <p:spPr>
          <a:xfrm xmlns:a="http://schemas.openxmlformats.org/drawingml/2006/main" rot="0">
            <a:off x="9307286"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45" name="s-lab-5">
            <a:extLst xmlns:a="http://schemas.openxmlformats.org/drawingml/2006/main">
              <a:ext uri="{FF2B5EF4-FFF2-40B4-BE49-F238E27FC236}">
                <a16:creationId xmlns:a16="http://schemas.microsoft.com/office/drawing/2014/main" id="{F9089678-51EB-4994-A38E-8BFDD717F02C}"/>
              </a:ext>
            </a:extLst>
          </p:cNvPr>
          <p:cNvSpPr>
            <a:spLocks xmlns:a="http://schemas.openxmlformats.org/drawingml/2006/main" noGrp="1"/>
          </p:cNvSpPr>
          <p:nvPr/>
        </p:nvSpPr>
        <p:spPr>
          <a:xfrm xmlns:a="http://schemas.openxmlformats.org/drawingml/2006/main">
            <a:off x="8831036"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5</a:t>
            </a:r>
          </a:p>
        </p:txBody>
      </p:sp>
      <p:sp>
        <p:nvSpPr>
          <p:cNvPr id="146" name="s-grid-6">
            <a:extLst xmlns:a="http://schemas.openxmlformats.org/drawingml/2006/main">
              <a:ext uri="{FF2B5EF4-FFF2-40B4-BE49-F238E27FC236}">
                <a16:creationId xmlns:a16="http://schemas.microsoft.com/office/drawing/2014/main" id="{AF382F29-8C69-4236-8161-9107B9CBBCAE}"/>
              </a:ext>
            </a:extLst>
          </p:cNvPr>
          <p:cNvSpPr>
            <a:spLocks xmlns:a="http://schemas.openxmlformats.org/drawingml/2006/main" noGrp="1"/>
          </p:cNvSpPr>
          <p:nvPr/>
        </p:nvSpPr>
        <p:spPr>
          <a:xfrm xmlns:a="http://schemas.openxmlformats.org/drawingml/2006/main" rot="0">
            <a:off x="10273393"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47" name="s-lab-6">
            <a:extLst xmlns:a="http://schemas.openxmlformats.org/drawingml/2006/main">
              <a:ext uri="{FF2B5EF4-FFF2-40B4-BE49-F238E27FC236}">
                <a16:creationId xmlns:a16="http://schemas.microsoft.com/office/drawing/2014/main" id="{610112B9-F899-4876-8E41-598E841C77EF}"/>
              </a:ext>
            </a:extLst>
          </p:cNvPr>
          <p:cNvSpPr>
            <a:spLocks xmlns:a="http://schemas.openxmlformats.org/drawingml/2006/main" noGrp="1"/>
          </p:cNvSpPr>
          <p:nvPr/>
        </p:nvSpPr>
        <p:spPr>
          <a:xfrm xmlns:a="http://schemas.openxmlformats.org/drawingml/2006/main">
            <a:off x="9797143"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6</a:t>
            </a:r>
          </a:p>
        </p:txBody>
      </p:sp>
      <p:sp>
        <p:nvSpPr>
          <p:cNvPr id="148" name="s-grid-7">
            <a:extLst xmlns:a="http://schemas.openxmlformats.org/drawingml/2006/main">
              <a:ext uri="{FF2B5EF4-FFF2-40B4-BE49-F238E27FC236}">
                <a16:creationId xmlns:a16="http://schemas.microsoft.com/office/drawing/2014/main" id="{050A1966-5064-485C-ACF0-7B2CE5E10526}"/>
              </a:ext>
            </a:extLst>
          </p:cNvPr>
          <p:cNvSpPr>
            <a:spLocks xmlns:a="http://schemas.openxmlformats.org/drawingml/2006/main" noGrp="1"/>
          </p:cNvSpPr>
          <p:nvPr/>
        </p:nvSpPr>
        <p:spPr>
          <a:xfrm xmlns:a="http://schemas.openxmlformats.org/drawingml/2006/main" rot="0">
            <a:off x="11239500" y="7562850"/>
            <a:ext cx="0" cy="609600"/>
          </a:xfrm>
          <a:prstGeom xmlns:a="http://schemas.openxmlformats.org/drawingml/2006/main" prst="line">
            <a:avLst/>
          </a:prstGeom>
          <a:noFill xmlns:a="http://schemas.openxmlformats.org/drawingml/2006/main"/>
          <a:ln xmlns:a="http://schemas.openxmlformats.org/drawingml/2006/main" w="9525">
            <a:solidFill>
              <a:srgbClr val="CBD6DC"/>
            </a:solidFill>
            <a:prstDash val="solid"/>
          </a:ln>
        </p:spPr>
      </p:sp>
      <p:sp>
        <p:nvSpPr>
          <p:cNvPr id="149" name="s-lab-7">
            <a:extLst xmlns:a="http://schemas.openxmlformats.org/drawingml/2006/main">
              <a:ext uri="{FF2B5EF4-FFF2-40B4-BE49-F238E27FC236}">
                <a16:creationId xmlns:a16="http://schemas.microsoft.com/office/drawing/2014/main" id="{44386BE0-7669-4456-9088-20392408D2C0}"/>
              </a:ext>
            </a:extLst>
          </p:cNvPr>
          <p:cNvSpPr>
            <a:spLocks xmlns:a="http://schemas.openxmlformats.org/drawingml/2006/main" noGrp="1"/>
          </p:cNvSpPr>
          <p:nvPr/>
        </p:nvSpPr>
        <p:spPr>
          <a:xfrm xmlns:a="http://schemas.openxmlformats.org/drawingml/2006/main">
            <a:off x="10763250" y="8210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seed 7</a:t>
            </a:r>
          </a:p>
        </p:txBody>
      </p:sp>
      <p:sp>
        <p:nvSpPr>
          <p:cNvPr id="150" name="s-dot-mpdd-I_TRI-0">
            <a:extLst xmlns:a="http://schemas.openxmlformats.org/drawingml/2006/main">
              <a:ext uri="{FF2B5EF4-FFF2-40B4-BE49-F238E27FC236}">
                <a16:creationId xmlns:a16="http://schemas.microsoft.com/office/drawing/2014/main" id="{167CC2AC-80AD-4494-BC11-58AE6D6563D6}"/>
              </a:ext>
            </a:extLst>
          </p:cNvPr>
          <p:cNvSpPr>
            <a:spLocks xmlns:a="http://schemas.openxmlformats.org/drawingml/2006/main" noGrp="1"/>
          </p:cNvSpPr>
          <p:nvPr/>
        </p:nvSpPr>
        <p:spPr>
          <a:xfrm xmlns:a="http://schemas.openxmlformats.org/drawingml/2006/main">
            <a:off x="4245701" y="7610868"/>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151" name="s-dot-mpdd-I_TRI-1">
            <a:extLst xmlns:a="http://schemas.openxmlformats.org/drawingml/2006/main">
              <a:ext uri="{FF2B5EF4-FFF2-40B4-BE49-F238E27FC236}">
                <a16:creationId xmlns:a16="http://schemas.microsoft.com/office/drawing/2014/main" id="{CAD6F91E-AAA4-4455-ADB0-566517A1C48A}"/>
              </a:ext>
            </a:extLst>
          </p:cNvPr>
          <p:cNvSpPr>
            <a:spLocks xmlns:a="http://schemas.openxmlformats.org/drawingml/2006/main" noGrp="1"/>
          </p:cNvSpPr>
          <p:nvPr/>
        </p:nvSpPr>
        <p:spPr>
          <a:xfrm xmlns:a="http://schemas.openxmlformats.org/drawingml/2006/main">
            <a:off x="5211808" y="7600152"/>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152" name="s-dot-mpdd-I_TRI-2">
            <a:extLst xmlns:a="http://schemas.openxmlformats.org/drawingml/2006/main">
              <a:ext uri="{FF2B5EF4-FFF2-40B4-BE49-F238E27FC236}">
                <a16:creationId xmlns:a16="http://schemas.microsoft.com/office/drawing/2014/main" id="{D3DA6B6A-3785-4B80-B170-6A842C644291}"/>
              </a:ext>
            </a:extLst>
          </p:cNvPr>
          <p:cNvSpPr>
            <a:spLocks xmlns:a="http://schemas.openxmlformats.org/drawingml/2006/main" noGrp="1"/>
          </p:cNvSpPr>
          <p:nvPr/>
        </p:nvSpPr>
        <p:spPr>
          <a:xfrm xmlns:a="http://schemas.openxmlformats.org/drawingml/2006/main">
            <a:off x="6177915" y="7626667"/>
            <a:ext cx="114300" cy="114300"/>
          </a:xfrm>
          <a:prstGeom xmlns:a="http://schemas.openxmlformats.org/drawingml/2006/main" prst="roundRect">
            <a:avLst>
              <a:gd name="adj" fmla="val 50000"/>
            </a:avLst>
          </a:prstGeom>
          <a:solidFill xmlns:a="http://schemas.openxmlformats.org/drawingml/2006/main">
            <a:srgbClr val="2E6F9E"/>
          </a:solidFill>
          <a:ln xmlns:a="http://schemas.openxmlformats.org/drawingml/2006/main" w="15240">
            <a:solidFill>
              <a:srgbClr val="2E6F9E"/>
            </a:solidFill>
            <a:prstDash val="solid"/>
          </a:ln>
        </p:spPr>
      </p:sp>
      <p:sp>
        <p:nvSpPr>
          <p:cNvPr id="153" name="s-dot-mpdd-I_TRI-3">
            <a:extLst xmlns:a="http://schemas.openxmlformats.org/drawingml/2006/main">
              <a:ext uri="{FF2B5EF4-FFF2-40B4-BE49-F238E27FC236}">
                <a16:creationId xmlns:a16="http://schemas.microsoft.com/office/drawing/2014/main" id="{54C11B40-6CD7-4029-8D5F-B1DE00241B0A}"/>
              </a:ext>
            </a:extLst>
          </p:cNvPr>
          <p:cNvSpPr>
            <a:spLocks xmlns:a="http://schemas.openxmlformats.org/drawingml/2006/main" noGrp="1"/>
          </p:cNvSpPr>
          <p:nvPr/>
        </p:nvSpPr>
        <p:spPr>
          <a:xfrm xmlns:a="http://schemas.openxmlformats.org/drawingml/2006/main">
            <a:off x="7134497" y="7550695"/>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2E6F9E"/>
            </a:solidFill>
            <a:prstDash val="solid"/>
          </a:ln>
        </p:spPr>
      </p:sp>
      <p:sp>
        <p:nvSpPr>
          <p:cNvPr id="154" name="s-dot-mpdd-I_TRI-4">
            <a:extLst xmlns:a="http://schemas.openxmlformats.org/drawingml/2006/main">
              <a:ext uri="{FF2B5EF4-FFF2-40B4-BE49-F238E27FC236}">
                <a16:creationId xmlns:a16="http://schemas.microsoft.com/office/drawing/2014/main" id="{DE27AE93-98F1-427D-90F1-C662ECE4F9D5}"/>
              </a:ext>
            </a:extLst>
          </p:cNvPr>
          <p:cNvSpPr>
            <a:spLocks xmlns:a="http://schemas.openxmlformats.org/drawingml/2006/main" noGrp="1"/>
          </p:cNvSpPr>
          <p:nvPr/>
        </p:nvSpPr>
        <p:spPr>
          <a:xfrm xmlns:a="http://schemas.openxmlformats.org/drawingml/2006/main">
            <a:off x="8100604" y="7622832"/>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2E6F9E"/>
            </a:solidFill>
            <a:prstDash val="solid"/>
          </a:ln>
        </p:spPr>
      </p:sp>
      <p:sp>
        <p:nvSpPr>
          <p:cNvPr id="155" name="s-dot-mpdd-I_TRI-5">
            <a:extLst xmlns:a="http://schemas.openxmlformats.org/drawingml/2006/main">
              <a:ext uri="{FF2B5EF4-FFF2-40B4-BE49-F238E27FC236}">
                <a16:creationId xmlns:a16="http://schemas.microsoft.com/office/drawing/2014/main" id="{1D11069C-C7D7-41D6-84FE-342F67341084}"/>
              </a:ext>
            </a:extLst>
          </p:cNvPr>
          <p:cNvSpPr>
            <a:spLocks xmlns:a="http://schemas.openxmlformats.org/drawingml/2006/main" noGrp="1"/>
          </p:cNvSpPr>
          <p:nvPr/>
        </p:nvSpPr>
        <p:spPr>
          <a:xfrm xmlns:a="http://schemas.openxmlformats.org/drawingml/2006/main">
            <a:off x="9066711" y="7571371"/>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2E6F9E"/>
            </a:solidFill>
            <a:prstDash val="solid"/>
          </a:ln>
        </p:spPr>
      </p:sp>
      <p:sp>
        <p:nvSpPr>
          <p:cNvPr id="156" name="s-dot-mpdd-I_TRI-6">
            <a:extLst xmlns:a="http://schemas.openxmlformats.org/drawingml/2006/main">
              <a:ext uri="{FF2B5EF4-FFF2-40B4-BE49-F238E27FC236}">
                <a16:creationId xmlns:a16="http://schemas.microsoft.com/office/drawing/2014/main" id="{DD66A69F-1EFC-4B21-84AB-74B3E31E6FF8}"/>
              </a:ext>
            </a:extLst>
          </p:cNvPr>
          <p:cNvSpPr>
            <a:spLocks xmlns:a="http://schemas.openxmlformats.org/drawingml/2006/main" noGrp="1"/>
          </p:cNvSpPr>
          <p:nvPr/>
        </p:nvSpPr>
        <p:spPr>
          <a:xfrm xmlns:a="http://schemas.openxmlformats.org/drawingml/2006/main">
            <a:off x="10032819" y="7825991"/>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2E6F9E"/>
            </a:solidFill>
            <a:prstDash val="solid"/>
          </a:ln>
        </p:spPr>
      </p:sp>
      <p:sp>
        <p:nvSpPr>
          <p:cNvPr id="157" name="s-dot-mpdd-I_TRI-7">
            <a:extLst xmlns:a="http://schemas.openxmlformats.org/drawingml/2006/main">
              <a:ext uri="{FF2B5EF4-FFF2-40B4-BE49-F238E27FC236}">
                <a16:creationId xmlns:a16="http://schemas.microsoft.com/office/drawing/2014/main" id="{B8846FFD-5335-4343-9D1F-7BE09DD3A2EA}"/>
              </a:ext>
            </a:extLst>
          </p:cNvPr>
          <p:cNvSpPr>
            <a:spLocks xmlns:a="http://schemas.openxmlformats.org/drawingml/2006/main" noGrp="1"/>
          </p:cNvSpPr>
          <p:nvPr/>
        </p:nvSpPr>
        <p:spPr>
          <a:xfrm xmlns:a="http://schemas.openxmlformats.org/drawingml/2006/main">
            <a:off x="10998926" y="7794103"/>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2E6F9E"/>
            </a:solidFill>
            <a:prstDash val="solid"/>
          </a:ln>
        </p:spPr>
      </p:sp>
      <p:sp>
        <p:nvSpPr>
          <p:cNvPr id="158" name="s-dot-mpdd-I_BAL-0">
            <a:extLst xmlns:a="http://schemas.openxmlformats.org/drawingml/2006/main">
              <a:ext uri="{FF2B5EF4-FFF2-40B4-BE49-F238E27FC236}">
                <a16:creationId xmlns:a16="http://schemas.microsoft.com/office/drawing/2014/main" id="{D60DA67A-9F58-4B65-91F6-C2E3CC6C3207}"/>
              </a:ext>
            </a:extLst>
          </p:cNvPr>
          <p:cNvSpPr>
            <a:spLocks xmlns:a="http://schemas.openxmlformats.org/drawingml/2006/main" noGrp="1"/>
          </p:cNvSpPr>
          <p:nvPr/>
        </p:nvSpPr>
        <p:spPr>
          <a:xfrm xmlns:a="http://schemas.openxmlformats.org/drawingml/2006/main">
            <a:off x="4245701" y="7756634"/>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159" name="s-dot-mpdd-I_BAL-1">
            <a:extLst xmlns:a="http://schemas.openxmlformats.org/drawingml/2006/main">
              <a:ext uri="{FF2B5EF4-FFF2-40B4-BE49-F238E27FC236}">
                <a16:creationId xmlns:a16="http://schemas.microsoft.com/office/drawing/2014/main" id="{3A783442-ADC6-488E-9881-24EE8096411F}"/>
              </a:ext>
            </a:extLst>
          </p:cNvPr>
          <p:cNvSpPr>
            <a:spLocks xmlns:a="http://schemas.openxmlformats.org/drawingml/2006/main" noGrp="1"/>
          </p:cNvSpPr>
          <p:nvPr/>
        </p:nvSpPr>
        <p:spPr>
          <a:xfrm xmlns:a="http://schemas.openxmlformats.org/drawingml/2006/main">
            <a:off x="5211808" y="7616105"/>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160" name="s-dot-mpdd-I_BAL-2">
            <a:extLst xmlns:a="http://schemas.openxmlformats.org/drawingml/2006/main">
              <a:ext uri="{FF2B5EF4-FFF2-40B4-BE49-F238E27FC236}">
                <a16:creationId xmlns:a16="http://schemas.microsoft.com/office/drawing/2014/main" id="{7C8F81AE-B2B7-4EC1-A9A8-41EA01DC07B7}"/>
              </a:ext>
            </a:extLst>
          </p:cNvPr>
          <p:cNvSpPr>
            <a:spLocks xmlns:a="http://schemas.openxmlformats.org/drawingml/2006/main" noGrp="1"/>
          </p:cNvSpPr>
          <p:nvPr/>
        </p:nvSpPr>
        <p:spPr>
          <a:xfrm xmlns:a="http://schemas.openxmlformats.org/drawingml/2006/main">
            <a:off x="6177915" y="7713422"/>
            <a:ext cx="114300" cy="114300"/>
          </a:xfrm>
          <a:prstGeom xmlns:a="http://schemas.openxmlformats.org/drawingml/2006/main" prst="roundRect">
            <a:avLst>
              <a:gd name="adj" fmla="val 50000"/>
            </a:avLst>
          </a:prstGeom>
          <a:solidFill xmlns:a="http://schemas.openxmlformats.org/drawingml/2006/main">
            <a:srgbClr val="79AECE"/>
          </a:solidFill>
          <a:ln xmlns:a="http://schemas.openxmlformats.org/drawingml/2006/main" w="15240">
            <a:solidFill>
              <a:srgbClr val="79AECE"/>
            </a:solidFill>
            <a:prstDash val="solid"/>
          </a:ln>
        </p:spPr>
      </p:sp>
      <p:sp>
        <p:nvSpPr>
          <p:cNvPr id="161" name="s-dot-mpdd-I_BAL-3">
            <a:extLst xmlns:a="http://schemas.openxmlformats.org/drawingml/2006/main">
              <a:ext uri="{FF2B5EF4-FFF2-40B4-BE49-F238E27FC236}">
                <a16:creationId xmlns:a16="http://schemas.microsoft.com/office/drawing/2014/main" id="{323CF039-3526-4115-A116-DF38187E31B7}"/>
              </a:ext>
            </a:extLst>
          </p:cNvPr>
          <p:cNvSpPr>
            <a:spLocks xmlns:a="http://schemas.openxmlformats.org/drawingml/2006/main" noGrp="1"/>
          </p:cNvSpPr>
          <p:nvPr/>
        </p:nvSpPr>
        <p:spPr>
          <a:xfrm xmlns:a="http://schemas.openxmlformats.org/drawingml/2006/main">
            <a:off x="7134497" y="7625156"/>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79AECE"/>
            </a:solidFill>
            <a:prstDash val="solid"/>
          </a:ln>
        </p:spPr>
      </p:sp>
      <p:sp>
        <p:nvSpPr>
          <p:cNvPr id="162" name="s-dot-mpdd-I_BAL-4">
            <a:extLst xmlns:a="http://schemas.openxmlformats.org/drawingml/2006/main">
              <a:ext uri="{FF2B5EF4-FFF2-40B4-BE49-F238E27FC236}">
                <a16:creationId xmlns:a16="http://schemas.microsoft.com/office/drawing/2014/main" id="{02B5182E-9E96-4C89-ACD6-6BCD4B7EF62E}"/>
              </a:ext>
            </a:extLst>
          </p:cNvPr>
          <p:cNvSpPr>
            <a:spLocks xmlns:a="http://schemas.openxmlformats.org/drawingml/2006/main" noGrp="1"/>
          </p:cNvSpPr>
          <p:nvPr/>
        </p:nvSpPr>
        <p:spPr>
          <a:xfrm xmlns:a="http://schemas.openxmlformats.org/drawingml/2006/main">
            <a:off x="8100604" y="7709685"/>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79AECE"/>
            </a:solidFill>
            <a:prstDash val="solid"/>
          </a:ln>
        </p:spPr>
      </p:sp>
      <p:sp>
        <p:nvSpPr>
          <p:cNvPr id="163" name="s-dot-mpdd-I_BAL-5">
            <a:extLst xmlns:a="http://schemas.openxmlformats.org/drawingml/2006/main">
              <a:ext uri="{FF2B5EF4-FFF2-40B4-BE49-F238E27FC236}">
                <a16:creationId xmlns:a16="http://schemas.microsoft.com/office/drawing/2014/main" id="{BA47295C-9734-4622-86BA-5AECB98FE143}"/>
              </a:ext>
            </a:extLst>
          </p:cNvPr>
          <p:cNvSpPr>
            <a:spLocks xmlns:a="http://schemas.openxmlformats.org/drawingml/2006/main" noGrp="1"/>
          </p:cNvSpPr>
          <p:nvPr/>
        </p:nvSpPr>
        <p:spPr>
          <a:xfrm xmlns:a="http://schemas.openxmlformats.org/drawingml/2006/main">
            <a:off x="9066711" y="7665012"/>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79AECE"/>
            </a:solidFill>
            <a:prstDash val="solid"/>
          </a:ln>
        </p:spPr>
      </p:sp>
      <p:sp>
        <p:nvSpPr>
          <p:cNvPr id="164" name="s-dot-mpdd-I_BAL-6">
            <a:extLst xmlns:a="http://schemas.openxmlformats.org/drawingml/2006/main">
              <a:ext uri="{FF2B5EF4-FFF2-40B4-BE49-F238E27FC236}">
                <a16:creationId xmlns:a16="http://schemas.microsoft.com/office/drawing/2014/main" id="{119EAE20-1549-4D6B-BB5D-53FCDF81A4D1}"/>
              </a:ext>
            </a:extLst>
          </p:cNvPr>
          <p:cNvSpPr>
            <a:spLocks xmlns:a="http://schemas.openxmlformats.org/drawingml/2006/main" noGrp="1"/>
          </p:cNvSpPr>
          <p:nvPr/>
        </p:nvSpPr>
        <p:spPr>
          <a:xfrm xmlns:a="http://schemas.openxmlformats.org/drawingml/2006/main">
            <a:off x="10032819" y="7805969"/>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79AECE"/>
            </a:solidFill>
            <a:prstDash val="solid"/>
          </a:ln>
        </p:spPr>
      </p:sp>
      <p:sp>
        <p:nvSpPr>
          <p:cNvPr id="165" name="s-dot-mpdd-I_BAL-7">
            <a:extLst xmlns:a="http://schemas.openxmlformats.org/drawingml/2006/main">
              <a:ext uri="{FF2B5EF4-FFF2-40B4-BE49-F238E27FC236}">
                <a16:creationId xmlns:a16="http://schemas.microsoft.com/office/drawing/2014/main" id="{B76B2507-AC18-48B9-A706-960D5E0E1CBA}"/>
              </a:ext>
            </a:extLst>
          </p:cNvPr>
          <p:cNvSpPr>
            <a:spLocks xmlns:a="http://schemas.openxmlformats.org/drawingml/2006/main" noGrp="1"/>
          </p:cNvSpPr>
          <p:nvPr/>
        </p:nvSpPr>
        <p:spPr>
          <a:xfrm xmlns:a="http://schemas.openxmlformats.org/drawingml/2006/main">
            <a:off x="10998926" y="7802197"/>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79AECE"/>
            </a:solidFill>
            <a:prstDash val="solid"/>
          </a:ln>
        </p:spPr>
      </p:sp>
      <p:sp>
        <p:nvSpPr>
          <p:cNvPr id="166" name="s-dot-btad-I_TRI-0">
            <a:extLst xmlns:a="http://schemas.openxmlformats.org/drawingml/2006/main">
              <a:ext uri="{FF2B5EF4-FFF2-40B4-BE49-F238E27FC236}">
                <a16:creationId xmlns:a16="http://schemas.microsoft.com/office/drawing/2014/main" id="{42C60D0A-E8E0-43A9-81C8-3E27D33A8150}"/>
              </a:ext>
            </a:extLst>
          </p:cNvPr>
          <p:cNvSpPr>
            <a:spLocks xmlns:a="http://schemas.openxmlformats.org/drawingml/2006/main" noGrp="1"/>
          </p:cNvSpPr>
          <p:nvPr/>
        </p:nvSpPr>
        <p:spPr>
          <a:xfrm xmlns:a="http://schemas.openxmlformats.org/drawingml/2006/main">
            <a:off x="4593499" y="8038333"/>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167" name="s-dot-btad-I_TRI-1">
            <a:extLst xmlns:a="http://schemas.openxmlformats.org/drawingml/2006/main">
              <a:ext uri="{FF2B5EF4-FFF2-40B4-BE49-F238E27FC236}">
                <a16:creationId xmlns:a16="http://schemas.microsoft.com/office/drawing/2014/main" id="{619F2A20-F2AB-4F34-8D3F-C212B9355E7B}"/>
              </a:ext>
            </a:extLst>
          </p:cNvPr>
          <p:cNvSpPr>
            <a:spLocks xmlns:a="http://schemas.openxmlformats.org/drawingml/2006/main" noGrp="1"/>
          </p:cNvSpPr>
          <p:nvPr/>
        </p:nvSpPr>
        <p:spPr>
          <a:xfrm xmlns:a="http://schemas.openxmlformats.org/drawingml/2006/main">
            <a:off x="5559606" y="7955736"/>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168" name="s-dot-btad-I_TRI-2">
            <a:extLst xmlns:a="http://schemas.openxmlformats.org/drawingml/2006/main">
              <a:ext uri="{FF2B5EF4-FFF2-40B4-BE49-F238E27FC236}">
                <a16:creationId xmlns:a16="http://schemas.microsoft.com/office/drawing/2014/main" id="{38158779-05E6-4A72-8B33-DBD77759AFD0}"/>
              </a:ext>
            </a:extLst>
          </p:cNvPr>
          <p:cNvSpPr>
            <a:spLocks xmlns:a="http://schemas.openxmlformats.org/drawingml/2006/main" noGrp="1"/>
          </p:cNvSpPr>
          <p:nvPr/>
        </p:nvSpPr>
        <p:spPr>
          <a:xfrm xmlns:a="http://schemas.openxmlformats.org/drawingml/2006/main">
            <a:off x="6525714" y="7830260"/>
            <a:ext cx="114300" cy="114300"/>
          </a:xfrm>
          <a:prstGeom xmlns:a="http://schemas.openxmlformats.org/drawingml/2006/main" prst="roundRect">
            <a:avLst>
              <a:gd name="adj" fmla="val 50000"/>
            </a:avLst>
          </a:prstGeom>
          <a:solidFill xmlns:a="http://schemas.openxmlformats.org/drawingml/2006/main">
            <a:srgbClr val="B27C20"/>
          </a:solidFill>
          <a:ln xmlns:a="http://schemas.openxmlformats.org/drawingml/2006/main" w="15240">
            <a:solidFill>
              <a:srgbClr val="B27C20"/>
            </a:solidFill>
            <a:prstDash val="solid"/>
          </a:ln>
        </p:spPr>
      </p:sp>
      <p:sp>
        <p:nvSpPr>
          <p:cNvPr id="169" name="s-dot-btad-I_TRI-3">
            <a:extLst xmlns:a="http://schemas.openxmlformats.org/drawingml/2006/main">
              <a:ext uri="{FF2B5EF4-FFF2-40B4-BE49-F238E27FC236}">
                <a16:creationId xmlns:a16="http://schemas.microsoft.com/office/drawing/2014/main" id="{2BACCAAE-52A5-43D0-963C-B37F8025EBB5}"/>
              </a:ext>
            </a:extLst>
          </p:cNvPr>
          <p:cNvSpPr>
            <a:spLocks xmlns:a="http://schemas.openxmlformats.org/drawingml/2006/main" noGrp="1"/>
          </p:cNvSpPr>
          <p:nvPr/>
        </p:nvSpPr>
        <p:spPr>
          <a:xfrm xmlns:a="http://schemas.openxmlformats.org/drawingml/2006/main">
            <a:off x="7482296" y="7869378"/>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B27C20"/>
            </a:solidFill>
            <a:prstDash val="solid"/>
          </a:ln>
        </p:spPr>
      </p:sp>
      <p:sp>
        <p:nvSpPr>
          <p:cNvPr id="170" name="s-dot-btad-I_TRI-4">
            <a:extLst xmlns:a="http://schemas.openxmlformats.org/drawingml/2006/main">
              <a:ext uri="{FF2B5EF4-FFF2-40B4-BE49-F238E27FC236}">
                <a16:creationId xmlns:a16="http://schemas.microsoft.com/office/drawing/2014/main" id="{50FD2FBB-1547-4FD6-A165-3C150F07EBCF}"/>
              </a:ext>
            </a:extLst>
          </p:cNvPr>
          <p:cNvSpPr>
            <a:spLocks xmlns:a="http://schemas.openxmlformats.org/drawingml/2006/main" noGrp="1"/>
          </p:cNvSpPr>
          <p:nvPr/>
        </p:nvSpPr>
        <p:spPr>
          <a:xfrm xmlns:a="http://schemas.openxmlformats.org/drawingml/2006/main">
            <a:off x="8448403" y="7935036"/>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B27C20"/>
            </a:solidFill>
            <a:prstDash val="solid"/>
          </a:ln>
        </p:spPr>
      </p:sp>
      <p:sp>
        <p:nvSpPr>
          <p:cNvPr id="171" name="s-dot-btad-I_TRI-5">
            <a:extLst xmlns:a="http://schemas.openxmlformats.org/drawingml/2006/main">
              <a:ext uri="{FF2B5EF4-FFF2-40B4-BE49-F238E27FC236}">
                <a16:creationId xmlns:a16="http://schemas.microsoft.com/office/drawing/2014/main" id="{C5888677-D6A0-4645-B367-99D36F0D36B5}"/>
              </a:ext>
            </a:extLst>
          </p:cNvPr>
          <p:cNvSpPr>
            <a:spLocks xmlns:a="http://schemas.openxmlformats.org/drawingml/2006/main" noGrp="1"/>
          </p:cNvSpPr>
          <p:nvPr/>
        </p:nvSpPr>
        <p:spPr>
          <a:xfrm xmlns:a="http://schemas.openxmlformats.org/drawingml/2006/main">
            <a:off x="9414510" y="7868777"/>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B27C20"/>
            </a:solidFill>
            <a:prstDash val="solid"/>
          </a:ln>
        </p:spPr>
      </p:sp>
      <p:sp>
        <p:nvSpPr>
          <p:cNvPr id="172" name="s-dot-btad-I_TRI-6">
            <a:extLst xmlns:a="http://schemas.openxmlformats.org/drawingml/2006/main">
              <a:ext uri="{FF2B5EF4-FFF2-40B4-BE49-F238E27FC236}">
                <a16:creationId xmlns:a16="http://schemas.microsoft.com/office/drawing/2014/main" id="{5C3A0899-6EF4-41B6-8699-9A8EE25E7463}"/>
              </a:ext>
            </a:extLst>
          </p:cNvPr>
          <p:cNvSpPr>
            <a:spLocks xmlns:a="http://schemas.openxmlformats.org/drawingml/2006/main" noGrp="1"/>
          </p:cNvSpPr>
          <p:nvPr/>
        </p:nvSpPr>
        <p:spPr>
          <a:xfrm xmlns:a="http://schemas.openxmlformats.org/drawingml/2006/main">
            <a:off x="10380617" y="7902817"/>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B27C20"/>
            </a:solidFill>
            <a:prstDash val="solid"/>
          </a:ln>
        </p:spPr>
      </p:sp>
      <p:sp>
        <p:nvSpPr>
          <p:cNvPr id="173" name="s-dot-btad-I_TRI-7">
            <a:extLst xmlns:a="http://schemas.openxmlformats.org/drawingml/2006/main">
              <a:ext uri="{FF2B5EF4-FFF2-40B4-BE49-F238E27FC236}">
                <a16:creationId xmlns:a16="http://schemas.microsoft.com/office/drawing/2014/main" id="{6CD393F0-F179-4471-9065-9117172B9384}"/>
              </a:ext>
            </a:extLst>
          </p:cNvPr>
          <p:cNvSpPr>
            <a:spLocks xmlns:a="http://schemas.openxmlformats.org/drawingml/2006/main" noGrp="1"/>
          </p:cNvSpPr>
          <p:nvPr/>
        </p:nvSpPr>
        <p:spPr>
          <a:xfrm xmlns:a="http://schemas.openxmlformats.org/drawingml/2006/main">
            <a:off x="11346724" y="7879249"/>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B27C20"/>
            </a:solidFill>
            <a:prstDash val="solid"/>
          </a:ln>
        </p:spPr>
      </p:sp>
      <p:sp>
        <p:nvSpPr>
          <p:cNvPr id="174" name="s-dot-btad-I_BAL-0">
            <a:extLst xmlns:a="http://schemas.openxmlformats.org/drawingml/2006/main">
              <a:ext uri="{FF2B5EF4-FFF2-40B4-BE49-F238E27FC236}">
                <a16:creationId xmlns:a16="http://schemas.microsoft.com/office/drawing/2014/main" id="{B703CCE1-6830-481C-BE1B-7C816E8D55BC}"/>
              </a:ext>
            </a:extLst>
          </p:cNvPr>
          <p:cNvSpPr>
            <a:spLocks xmlns:a="http://schemas.openxmlformats.org/drawingml/2006/main" noGrp="1"/>
          </p:cNvSpPr>
          <p:nvPr/>
        </p:nvSpPr>
        <p:spPr>
          <a:xfrm xmlns:a="http://schemas.openxmlformats.org/drawingml/2006/main">
            <a:off x="4593499" y="8069242"/>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175" name="s-dot-btad-I_BAL-1">
            <a:extLst xmlns:a="http://schemas.openxmlformats.org/drawingml/2006/main">
              <a:ext uri="{FF2B5EF4-FFF2-40B4-BE49-F238E27FC236}">
                <a16:creationId xmlns:a16="http://schemas.microsoft.com/office/drawing/2014/main" id="{02201510-5C5C-4C5A-9FD1-D599D14D8E5F}"/>
              </a:ext>
            </a:extLst>
          </p:cNvPr>
          <p:cNvSpPr>
            <a:spLocks xmlns:a="http://schemas.openxmlformats.org/drawingml/2006/main" noGrp="1"/>
          </p:cNvSpPr>
          <p:nvPr/>
        </p:nvSpPr>
        <p:spPr>
          <a:xfrm xmlns:a="http://schemas.openxmlformats.org/drawingml/2006/main">
            <a:off x="5559606" y="7989622"/>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176" name="s-dot-btad-I_BAL-2">
            <a:extLst xmlns:a="http://schemas.openxmlformats.org/drawingml/2006/main">
              <a:ext uri="{FF2B5EF4-FFF2-40B4-BE49-F238E27FC236}">
                <a16:creationId xmlns:a16="http://schemas.microsoft.com/office/drawing/2014/main" id="{B7B275EC-677F-47E2-A7A5-31DD56CC7C2C}"/>
              </a:ext>
            </a:extLst>
          </p:cNvPr>
          <p:cNvSpPr>
            <a:spLocks xmlns:a="http://schemas.openxmlformats.org/drawingml/2006/main" noGrp="1"/>
          </p:cNvSpPr>
          <p:nvPr/>
        </p:nvSpPr>
        <p:spPr>
          <a:xfrm xmlns:a="http://schemas.openxmlformats.org/drawingml/2006/main">
            <a:off x="6525714" y="7906596"/>
            <a:ext cx="114300" cy="114300"/>
          </a:xfrm>
          <a:prstGeom xmlns:a="http://schemas.openxmlformats.org/drawingml/2006/main" prst="roundRect">
            <a:avLst>
              <a:gd name="adj" fmla="val 50000"/>
            </a:avLst>
          </a:prstGeom>
          <a:solidFill xmlns:a="http://schemas.openxmlformats.org/drawingml/2006/main">
            <a:srgbClr val="D9B478"/>
          </a:solidFill>
          <a:ln xmlns:a="http://schemas.openxmlformats.org/drawingml/2006/main" w="15240">
            <a:solidFill>
              <a:srgbClr val="D9B478"/>
            </a:solidFill>
            <a:prstDash val="solid"/>
          </a:ln>
        </p:spPr>
      </p:sp>
      <p:sp>
        <p:nvSpPr>
          <p:cNvPr id="177" name="s-dot-btad-I_BAL-3">
            <a:extLst xmlns:a="http://schemas.openxmlformats.org/drawingml/2006/main">
              <a:ext uri="{FF2B5EF4-FFF2-40B4-BE49-F238E27FC236}">
                <a16:creationId xmlns:a16="http://schemas.microsoft.com/office/drawing/2014/main" id="{D5839BA6-8C11-4BBD-A1EB-AC52C5C34F00}"/>
              </a:ext>
            </a:extLst>
          </p:cNvPr>
          <p:cNvSpPr>
            <a:spLocks xmlns:a="http://schemas.openxmlformats.org/drawingml/2006/main" noGrp="1"/>
          </p:cNvSpPr>
          <p:nvPr/>
        </p:nvSpPr>
        <p:spPr>
          <a:xfrm xmlns:a="http://schemas.openxmlformats.org/drawingml/2006/main">
            <a:off x="7482296" y="7877567"/>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D9B478"/>
            </a:solidFill>
            <a:prstDash val="solid"/>
          </a:ln>
        </p:spPr>
      </p:sp>
      <p:sp>
        <p:nvSpPr>
          <p:cNvPr id="178" name="s-dot-btad-I_BAL-4">
            <a:extLst xmlns:a="http://schemas.openxmlformats.org/drawingml/2006/main">
              <a:ext uri="{FF2B5EF4-FFF2-40B4-BE49-F238E27FC236}">
                <a16:creationId xmlns:a16="http://schemas.microsoft.com/office/drawing/2014/main" id="{6DA1BF4D-50BB-4323-A9E4-856C180CECF6}"/>
              </a:ext>
            </a:extLst>
          </p:cNvPr>
          <p:cNvSpPr>
            <a:spLocks xmlns:a="http://schemas.openxmlformats.org/drawingml/2006/main" noGrp="1"/>
          </p:cNvSpPr>
          <p:nvPr/>
        </p:nvSpPr>
        <p:spPr>
          <a:xfrm xmlns:a="http://schemas.openxmlformats.org/drawingml/2006/main">
            <a:off x="8448403" y="7991728"/>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D9B478"/>
            </a:solidFill>
            <a:prstDash val="solid"/>
          </a:ln>
        </p:spPr>
      </p:sp>
      <p:sp>
        <p:nvSpPr>
          <p:cNvPr id="179" name="s-dot-btad-I_BAL-5">
            <a:extLst xmlns:a="http://schemas.openxmlformats.org/drawingml/2006/main">
              <a:ext uri="{FF2B5EF4-FFF2-40B4-BE49-F238E27FC236}">
                <a16:creationId xmlns:a16="http://schemas.microsoft.com/office/drawing/2014/main" id="{1BA174D2-510A-4C1E-98C6-9BCB15E6E9B0}"/>
              </a:ext>
            </a:extLst>
          </p:cNvPr>
          <p:cNvSpPr>
            <a:spLocks xmlns:a="http://schemas.openxmlformats.org/drawingml/2006/main" noGrp="1"/>
          </p:cNvSpPr>
          <p:nvPr/>
        </p:nvSpPr>
        <p:spPr>
          <a:xfrm xmlns:a="http://schemas.openxmlformats.org/drawingml/2006/main">
            <a:off x="9414510" y="7898803"/>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D9B478"/>
            </a:solidFill>
            <a:prstDash val="solid"/>
          </a:ln>
        </p:spPr>
      </p:sp>
      <p:sp>
        <p:nvSpPr>
          <p:cNvPr id="180" name="s-dot-btad-I_BAL-6">
            <a:extLst xmlns:a="http://schemas.openxmlformats.org/drawingml/2006/main">
              <a:ext uri="{FF2B5EF4-FFF2-40B4-BE49-F238E27FC236}">
                <a16:creationId xmlns:a16="http://schemas.microsoft.com/office/drawing/2014/main" id="{18000AE7-E151-4A03-B4CD-9EC9EA3966DE}"/>
              </a:ext>
            </a:extLst>
          </p:cNvPr>
          <p:cNvSpPr>
            <a:spLocks xmlns:a="http://schemas.openxmlformats.org/drawingml/2006/main" noGrp="1"/>
          </p:cNvSpPr>
          <p:nvPr/>
        </p:nvSpPr>
        <p:spPr>
          <a:xfrm xmlns:a="http://schemas.openxmlformats.org/drawingml/2006/main">
            <a:off x="10380617" y="7948004"/>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D9B478"/>
            </a:solidFill>
            <a:prstDash val="solid"/>
          </a:ln>
        </p:spPr>
      </p:sp>
      <p:sp>
        <p:nvSpPr>
          <p:cNvPr id="181" name="s-dot-btad-I_BAL-7">
            <a:extLst xmlns:a="http://schemas.openxmlformats.org/drawingml/2006/main">
              <a:ext uri="{FF2B5EF4-FFF2-40B4-BE49-F238E27FC236}">
                <a16:creationId xmlns:a16="http://schemas.microsoft.com/office/drawing/2014/main" id="{2C085BC4-B570-41AE-8DD4-B0DDF8967EDF}"/>
              </a:ext>
            </a:extLst>
          </p:cNvPr>
          <p:cNvSpPr>
            <a:spLocks xmlns:a="http://schemas.openxmlformats.org/drawingml/2006/main" noGrp="1"/>
          </p:cNvSpPr>
          <p:nvPr/>
        </p:nvSpPr>
        <p:spPr>
          <a:xfrm xmlns:a="http://schemas.openxmlformats.org/drawingml/2006/main">
            <a:off x="11346724" y="7931376"/>
            <a:ext cx="133350" cy="133350"/>
          </a:xfrm>
          <a:prstGeom xmlns:a="http://schemas.openxmlformats.org/drawingml/2006/main" prst="roundRect">
            <a:avLst>
              <a:gd name="adj" fmla="val 35714"/>
            </a:avLst>
          </a:prstGeom>
          <a:solidFill xmlns:a="http://schemas.openxmlformats.org/drawingml/2006/main">
            <a:srgbClr val="FFFFFF"/>
          </a:solidFill>
          <a:ln xmlns:a="http://schemas.openxmlformats.org/drawingml/2006/main" w="15240">
            <a:solidFill>
              <a:srgbClr val="D9B478"/>
            </a:solidFill>
            <a:prstDash val="solid"/>
          </a:ln>
        </p:spPr>
      </p:sp>
      <p:sp>
        <p:nvSpPr>
          <p:cNvPr id="182" name="s-key-0">
            <a:extLst xmlns:a="http://schemas.openxmlformats.org/drawingml/2006/main">
              <a:ext uri="{FF2B5EF4-FFF2-40B4-BE49-F238E27FC236}">
                <a16:creationId xmlns:a16="http://schemas.microsoft.com/office/drawing/2014/main" id="{5845F6C4-49FF-4950-9735-0E6BEB4D16F2}"/>
              </a:ext>
            </a:extLst>
          </p:cNvPr>
          <p:cNvSpPr>
            <a:spLocks xmlns:a="http://schemas.openxmlformats.org/drawingml/2006/main" noGrp="1"/>
          </p:cNvSpPr>
          <p:nvPr/>
        </p:nvSpPr>
        <p:spPr>
          <a:xfrm xmlns:a="http://schemas.openxmlformats.org/drawingml/2006/main">
            <a:off x="4476750" y="7219950"/>
            <a:ext cx="190500" cy="1524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15240">
            <a:solidFill>
              <a:srgbClr val="1E2E38"/>
            </a:solidFill>
            <a:prstDash val="solid"/>
          </a:ln>
        </p:spPr>
      </p:sp>
      <p:sp>
        <p:nvSpPr>
          <p:cNvPr id="183" name="s-key-lab-0">
            <a:extLst xmlns:a="http://schemas.openxmlformats.org/drawingml/2006/main">
              <a:ext uri="{FF2B5EF4-FFF2-40B4-BE49-F238E27FC236}">
                <a16:creationId xmlns:a16="http://schemas.microsoft.com/office/drawing/2014/main" id="{E8B41618-332E-438F-95CF-C940189D5DC8}"/>
              </a:ext>
            </a:extLst>
          </p:cNvPr>
          <p:cNvSpPr>
            <a:spLocks xmlns:a="http://schemas.openxmlformats.org/drawingml/2006/main" noGrp="1"/>
          </p:cNvSpPr>
          <p:nvPr/>
        </p:nvSpPr>
        <p:spPr>
          <a:xfrm xmlns:a="http://schemas.openxmlformats.org/drawingml/2006/main">
            <a:off x="4724400" y="71628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I_TRI</a:t>
            </a:r>
          </a:p>
        </p:txBody>
      </p:sp>
      <p:sp>
        <p:nvSpPr>
          <p:cNvPr id="184" name="s-key-1">
            <a:extLst xmlns:a="http://schemas.openxmlformats.org/drawingml/2006/main">
              <a:ext uri="{FF2B5EF4-FFF2-40B4-BE49-F238E27FC236}">
                <a16:creationId xmlns:a16="http://schemas.microsoft.com/office/drawing/2014/main" id="{A6FE7C64-7F6E-4960-9234-9C5255769E89}"/>
              </a:ext>
            </a:extLst>
          </p:cNvPr>
          <p:cNvSpPr>
            <a:spLocks xmlns:a="http://schemas.openxmlformats.org/drawingml/2006/main" noGrp="1"/>
          </p:cNvSpPr>
          <p:nvPr/>
        </p:nvSpPr>
        <p:spPr>
          <a:xfrm xmlns:a="http://schemas.openxmlformats.org/drawingml/2006/main">
            <a:off x="6286500" y="7219950"/>
            <a:ext cx="190500" cy="1524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15240">
            <a:solidFill>
              <a:srgbClr val="1E2E38"/>
            </a:solidFill>
            <a:prstDash val="solid"/>
          </a:ln>
        </p:spPr>
      </p:sp>
      <p:sp>
        <p:nvSpPr>
          <p:cNvPr id="185" name="s-key-lab-1">
            <a:extLst xmlns:a="http://schemas.openxmlformats.org/drawingml/2006/main">
              <a:ext uri="{FF2B5EF4-FFF2-40B4-BE49-F238E27FC236}">
                <a16:creationId xmlns:a16="http://schemas.microsoft.com/office/drawing/2014/main" id="{6F1AE99A-33EA-4F96-ADE7-26BB04CDB5ED}"/>
              </a:ext>
            </a:extLst>
          </p:cNvPr>
          <p:cNvSpPr>
            <a:spLocks xmlns:a="http://schemas.openxmlformats.org/drawingml/2006/main" noGrp="1"/>
          </p:cNvSpPr>
          <p:nvPr/>
        </p:nvSpPr>
        <p:spPr>
          <a:xfrm xmlns:a="http://schemas.openxmlformats.org/drawingml/2006/main">
            <a:off x="6534150" y="71628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MPDD I_BAL</a:t>
            </a:r>
          </a:p>
        </p:txBody>
      </p:sp>
      <p:sp>
        <p:nvSpPr>
          <p:cNvPr id="186" name="s-key-2">
            <a:extLst xmlns:a="http://schemas.openxmlformats.org/drawingml/2006/main">
              <a:ext uri="{FF2B5EF4-FFF2-40B4-BE49-F238E27FC236}">
                <a16:creationId xmlns:a16="http://schemas.microsoft.com/office/drawing/2014/main" id="{BED3382F-2FFA-46C4-A67D-F357CCD9C01E}"/>
              </a:ext>
            </a:extLst>
          </p:cNvPr>
          <p:cNvSpPr>
            <a:spLocks xmlns:a="http://schemas.openxmlformats.org/drawingml/2006/main" noGrp="1"/>
          </p:cNvSpPr>
          <p:nvPr/>
        </p:nvSpPr>
        <p:spPr>
          <a:xfrm xmlns:a="http://schemas.openxmlformats.org/drawingml/2006/main">
            <a:off x="8096250" y="7219950"/>
            <a:ext cx="190500" cy="1524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15240">
            <a:solidFill>
              <a:srgbClr val="1E2E38"/>
            </a:solidFill>
            <a:prstDash val="solid"/>
          </a:ln>
        </p:spPr>
      </p:sp>
      <p:sp>
        <p:nvSpPr>
          <p:cNvPr id="187" name="s-key-lab-2">
            <a:extLst xmlns:a="http://schemas.openxmlformats.org/drawingml/2006/main">
              <a:ext uri="{FF2B5EF4-FFF2-40B4-BE49-F238E27FC236}">
                <a16:creationId xmlns:a16="http://schemas.microsoft.com/office/drawing/2014/main" id="{7C8BB280-2731-4DE5-950A-6145374FE09B}"/>
              </a:ext>
            </a:extLst>
          </p:cNvPr>
          <p:cNvSpPr>
            <a:spLocks xmlns:a="http://schemas.openxmlformats.org/drawingml/2006/main" noGrp="1"/>
          </p:cNvSpPr>
          <p:nvPr/>
        </p:nvSpPr>
        <p:spPr>
          <a:xfrm xmlns:a="http://schemas.openxmlformats.org/drawingml/2006/main">
            <a:off x="8343900" y="71628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I_TRI</a:t>
            </a:r>
          </a:p>
        </p:txBody>
      </p:sp>
      <p:sp>
        <p:nvSpPr>
          <p:cNvPr id="188" name="s-key-3">
            <a:extLst xmlns:a="http://schemas.openxmlformats.org/drawingml/2006/main">
              <a:ext uri="{FF2B5EF4-FFF2-40B4-BE49-F238E27FC236}">
                <a16:creationId xmlns:a16="http://schemas.microsoft.com/office/drawing/2014/main" id="{189F732A-13FC-4B2C-9FE9-AB3AD9644773}"/>
              </a:ext>
            </a:extLst>
          </p:cNvPr>
          <p:cNvSpPr>
            <a:spLocks xmlns:a="http://schemas.openxmlformats.org/drawingml/2006/main" noGrp="1"/>
          </p:cNvSpPr>
          <p:nvPr/>
        </p:nvSpPr>
        <p:spPr>
          <a:xfrm xmlns:a="http://schemas.openxmlformats.org/drawingml/2006/main">
            <a:off x="9906000" y="7219950"/>
            <a:ext cx="190500" cy="152400"/>
          </a:xfrm>
          <a:prstGeom xmlns:a="http://schemas.openxmlformats.org/drawingml/2006/main" prst="roundRect">
            <a:avLst>
              <a:gd name="adj" fmla="val 18750"/>
            </a:avLst>
          </a:prstGeom>
          <a:solidFill xmlns:a="http://schemas.openxmlformats.org/drawingml/2006/main">
            <a:srgbClr val="FFFFFF"/>
          </a:solidFill>
          <a:ln xmlns:a="http://schemas.openxmlformats.org/drawingml/2006/main" w="15240">
            <a:solidFill>
              <a:srgbClr val="1E2E38"/>
            </a:solidFill>
            <a:prstDash val="solid"/>
          </a:ln>
        </p:spPr>
      </p:sp>
      <p:sp>
        <p:nvSpPr>
          <p:cNvPr id="189" name="s-key-lab-3">
            <a:extLst xmlns:a="http://schemas.openxmlformats.org/drawingml/2006/main">
              <a:ext uri="{FF2B5EF4-FFF2-40B4-BE49-F238E27FC236}">
                <a16:creationId xmlns:a16="http://schemas.microsoft.com/office/drawing/2014/main" id="{ACBCC57D-CEF7-4C5D-A105-0B94B61124A9}"/>
              </a:ext>
            </a:extLst>
          </p:cNvPr>
          <p:cNvSpPr>
            <a:spLocks xmlns:a="http://schemas.openxmlformats.org/drawingml/2006/main" noGrp="1"/>
          </p:cNvSpPr>
          <p:nvPr/>
        </p:nvSpPr>
        <p:spPr>
          <a:xfrm xmlns:a="http://schemas.openxmlformats.org/drawingml/2006/main">
            <a:off x="10153650" y="71628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BTAD I_BAL</a:t>
            </a:r>
          </a:p>
        </p:txBody>
      </p:sp>
    </p:spTree>
    <p:extLst>
      <p:ext uri="{BB962C8B-B14F-4D97-AF65-F5344CB8AC3E}">
        <p14:creationId xmlns:p14="http://schemas.microsoft.com/office/powerpoint/2010/main" val="145119116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 name="band-a">
            <a:extLst xmlns:a="http://schemas.openxmlformats.org/drawingml/2006/main">
              <a:ext uri="{FF2B5EF4-FFF2-40B4-BE49-F238E27FC236}">
                <a16:creationId xmlns:a16="http://schemas.microsoft.com/office/drawing/2014/main" id="{274557E4-72B9-4BB5-BDC3-822D49A2932C}"/>
              </a:ext>
            </a:extLst>
          </p:cNvPr>
          <p:cNvSpPr>
            <a:spLocks xmlns:a="http://schemas.openxmlformats.org/drawingml/2006/main" noGrp="1"/>
          </p:cNvSpPr>
          <p:nvPr/>
        </p:nvSpPr>
        <p:spPr>
          <a:xfrm xmlns:a="http://schemas.openxmlformats.org/drawingml/2006/main">
            <a:off x="152400" y="76200"/>
            <a:ext cx="11887200" cy="293370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band-b">
            <a:extLst xmlns:a="http://schemas.openxmlformats.org/drawingml/2006/main">
              <a:ext uri="{FF2B5EF4-FFF2-40B4-BE49-F238E27FC236}">
                <a16:creationId xmlns:a16="http://schemas.microsoft.com/office/drawing/2014/main" id="{63CC64B5-3E77-4A87-AE90-4F069A5418CB}"/>
              </a:ext>
            </a:extLst>
          </p:cNvPr>
          <p:cNvSpPr>
            <a:spLocks xmlns:a="http://schemas.openxmlformats.org/drawingml/2006/main" noGrp="1"/>
          </p:cNvSpPr>
          <p:nvPr/>
        </p:nvSpPr>
        <p:spPr>
          <a:xfrm xmlns:a="http://schemas.openxmlformats.org/drawingml/2006/main">
            <a:off x="152400" y="3124200"/>
            <a:ext cx="11887200" cy="253365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3" name="band-c">
            <a:extLst xmlns:a="http://schemas.openxmlformats.org/drawingml/2006/main">
              <a:ext uri="{FF2B5EF4-FFF2-40B4-BE49-F238E27FC236}">
                <a16:creationId xmlns:a16="http://schemas.microsoft.com/office/drawing/2014/main" id="{81EC6724-736F-420B-B248-6F448FA8EA3A}"/>
              </a:ext>
            </a:extLst>
          </p:cNvPr>
          <p:cNvSpPr>
            <a:spLocks xmlns:a="http://schemas.openxmlformats.org/drawingml/2006/main" noGrp="1"/>
          </p:cNvSpPr>
          <p:nvPr/>
        </p:nvSpPr>
        <p:spPr>
          <a:xfrm xmlns:a="http://schemas.openxmlformats.org/drawingml/2006/main">
            <a:off x="152400" y="5772150"/>
            <a:ext cx="11887200" cy="2533650"/>
          </a:xfrm>
          <a:prstGeom xmlns:a="http://schemas.openxmlformats.org/drawingml/2006/main" prst="rect">
            <a:avLst/>
          </a:prstGeom>
          <a:solidFill xmlns:a="http://schemas.openxmlformats.org/drawingml/2006/main">
            <a:srgbClr val="F7F8F9"/>
          </a:solidFill>
          <a:ln xmlns:a="http://schemas.openxmlformats.org/drawingml/2006/main" w="0">
            <a:noFill/>
            <a:prstDash val="solid"/>
          </a:ln>
        </p:spPr>
      </p:sp>
      <p:sp>
        <p:nvSpPr>
          <p:cNvPr id="4" name="sec-a-chip">
            <a:extLst xmlns:a="http://schemas.openxmlformats.org/drawingml/2006/main">
              <a:ext uri="{FF2B5EF4-FFF2-40B4-BE49-F238E27FC236}">
                <a16:creationId xmlns:a16="http://schemas.microsoft.com/office/drawing/2014/main" id="{811F6E10-3042-4070-A1A2-4B53D3EDFBB5}"/>
              </a:ext>
            </a:extLst>
          </p:cNvPr>
          <p:cNvSpPr>
            <a:spLocks xmlns:a="http://schemas.openxmlformats.org/drawingml/2006/main" noGrp="1"/>
          </p:cNvSpPr>
          <p:nvPr/>
        </p:nvSpPr>
        <p:spPr>
          <a:xfrm xmlns:a="http://schemas.openxmlformats.org/drawingml/2006/main">
            <a:off x="304800" y="1524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 name="sec-a-chip-text">
            <a:extLst xmlns:a="http://schemas.openxmlformats.org/drawingml/2006/main">
              <a:ext uri="{FF2B5EF4-FFF2-40B4-BE49-F238E27FC236}">
                <a16:creationId xmlns:a16="http://schemas.microsoft.com/office/drawing/2014/main" id="{905EF887-4676-4DC1-AD64-468C286DD51B}"/>
              </a:ext>
            </a:extLst>
          </p:cNvPr>
          <p:cNvSpPr>
            <a:spLocks xmlns:a="http://schemas.openxmlformats.org/drawingml/2006/main" noGrp="1"/>
          </p:cNvSpPr>
          <p:nvPr/>
        </p:nvSpPr>
        <p:spPr>
          <a:xfrm xmlns:a="http://schemas.openxmlformats.org/drawingml/2006/main">
            <a:off x="323850" y="1524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6" name="sec-a">
            <a:extLst xmlns:a="http://schemas.openxmlformats.org/drawingml/2006/main">
              <a:ext uri="{FF2B5EF4-FFF2-40B4-BE49-F238E27FC236}">
                <a16:creationId xmlns:a16="http://schemas.microsoft.com/office/drawing/2014/main" id="{5C3FD395-C080-4DC2-8AF0-D566CA51EB0F}"/>
              </a:ext>
            </a:extLst>
          </p:cNvPr>
          <p:cNvSpPr>
            <a:spLocks xmlns:a="http://schemas.openxmlformats.org/drawingml/2006/main" noGrp="1"/>
          </p:cNvSpPr>
          <p:nvPr/>
        </p:nvSpPr>
        <p:spPr>
          <a:xfrm xmlns:a="http://schemas.openxmlformats.org/drawingml/2006/main">
            <a:off x="838200" y="1143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Peak GPU memory</a:t>
            </a:r>
          </a:p>
        </p:txBody>
      </p:sp>
      <p:sp>
        <p:nvSpPr>
          <p:cNvPr id="7" name="sec-a-sub">
            <a:extLst xmlns:a="http://schemas.openxmlformats.org/drawingml/2006/main">
              <a:ext uri="{FF2B5EF4-FFF2-40B4-BE49-F238E27FC236}">
                <a16:creationId xmlns:a16="http://schemas.microsoft.com/office/drawing/2014/main" id="{30C5DD88-0FAE-4F49-8068-4010B9762B43}"/>
              </a:ext>
            </a:extLst>
          </p:cNvPr>
          <p:cNvSpPr>
            <a:spLocks xmlns:a="http://schemas.openxmlformats.org/drawingml/2006/main" noGrp="1"/>
          </p:cNvSpPr>
          <p:nvPr/>
        </p:nvSpPr>
        <p:spPr>
          <a:xfrm xmlns:a="http://schemas.openxmlformats.org/drawingml/2006/main">
            <a:off x="838200" y="4762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per unit, in MB</a:t>
            </a:r>
          </a:p>
        </p:txBody>
      </p:sp>
      <p:sp>
        <p:nvSpPr>
          <p:cNvPr id="8" name="g0-label">
            <a:extLst xmlns:a="http://schemas.openxmlformats.org/drawingml/2006/main">
              <a:ext uri="{FF2B5EF4-FFF2-40B4-BE49-F238E27FC236}">
                <a16:creationId xmlns:a16="http://schemas.microsoft.com/office/drawing/2014/main" id="{FF1B58DF-C4FE-4711-8E04-54697663FBB0}"/>
              </a:ext>
            </a:extLst>
          </p:cNvPr>
          <p:cNvSpPr>
            <a:spLocks xmlns:a="http://schemas.openxmlformats.org/drawingml/2006/main" noGrp="1"/>
          </p:cNvSpPr>
          <p:nvPr/>
        </p:nvSpPr>
        <p:spPr>
          <a:xfrm xmlns:a="http://schemas.openxmlformats.org/drawingml/2006/main">
            <a:off x="381000" y="8763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AnomalyDINO  MPDD</a:t>
            </a:r>
          </a:p>
        </p:txBody>
      </p:sp>
      <p:sp>
        <p:nvSpPr>
          <p:cNvPr id="9" name="g0-bar">
            <a:extLst xmlns:a="http://schemas.openxmlformats.org/drawingml/2006/main">
              <a:ext uri="{FF2B5EF4-FFF2-40B4-BE49-F238E27FC236}">
                <a16:creationId xmlns:a16="http://schemas.microsoft.com/office/drawing/2014/main" id="{84E9F33C-22A9-4B93-977F-DA9431ECA7D0}"/>
              </a:ext>
            </a:extLst>
          </p:cNvPr>
          <p:cNvSpPr>
            <a:spLocks xmlns:a="http://schemas.openxmlformats.org/drawingml/2006/main" noGrp="1"/>
          </p:cNvSpPr>
          <p:nvPr/>
        </p:nvSpPr>
        <p:spPr>
          <a:xfrm xmlns:a="http://schemas.openxmlformats.org/drawingml/2006/main">
            <a:off x="4476750" y="933450"/>
            <a:ext cx="1488825" cy="209550"/>
          </a:xfrm>
          <a:prstGeom xmlns:a="http://schemas.openxmlformats.org/drawingml/2006/main" prst="rect">
            <a:avLst/>
          </a:prstGeom>
          <a:solidFill xmlns:a="http://schemas.openxmlformats.org/drawingml/2006/main">
            <a:srgbClr val="CFE3F2"/>
          </a:solidFill>
          <a:ln xmlns:a="http://schemas.openxmlformats.org/drawingml/2006/main" w="13335">
            <a:solidFill>
              <a:srgbClr val="2E6F9E"/>
            </a:solidFill>
            <a:prstDash val="solid"/>
          </a:ln>
        </p:spPr>
      </p:sp>
      <p:sp>
        <p:nvSpPr>
          <p:cNvPr id="10" name="g0-value">
            <a:extLst xmlns:a="http://schemas.openxmlformats.org/drawingml/2006/main">
              <a:ext uri="{FF2B5EF4-FFF2-40B4-BE49-F238E27FC236}">
                <a16:creationId xmlns:a16="http://schemas.microsoft.com/office/drawing/2014/main" id="{1BB697E4-66F5-4EE2-A848-58A40ECE52E4}"/>
              </a:ext>
            </a:extLst>
          </p:cNvPr>
          <p:cNvSpPr>
            <a:spLocks xmlns:a="http://schemas.openxmlformats.org/drawingml/2006/main" noGrp="1"/>
          </p:cNvSpPr>
          <p:nvPr/>
        </p:nvSpPr>
        <p:spPr>
          <a:xfrm xmlns:a="http://schemas.openxmlformats.org/drawingml/2006/main">
            <a:off x="6060825" y="8763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111.6 MB</a:t>
            </a:r>
          </a:p>
        </p:txBody>
      </p:sp>
      <p:sp>
        <p:nvSpPr>
          <p:cNvPr id="11" name="g1-label">
            <a:extLst xmlns:a="http://schemas.openxmlformats.org/drawingml/2006/main">
              <a:ext uri="{FF2B5EF4-FFF2-40B4-BE49-F238E27FC236}">
                <a16:creationId xmlns:a16="http://schemas.microsoft.com/office/drawing/2014/main" id="{8E45998A-589C-445A-B5FE-0995136CDF3E}"/>
              </a:ext>
            </a:extLst>
          </p:cNvPr>
          <p:cNvSpPr>
            <a:spLocks xmlns:a="http://schemas.openxmlformats.org/drawingml/2006/main" noGrp="1"/>
          </p:cNvSpPr>
          <p:nvPr/>
        </p:nvSpPr>
        <p:spPr>
          <a:xfrm xmlns:a="http://schemas.openxmlformats.org/drawingml/2006/main">
            <a:off x="381000" y="1333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AnomalyDINO  BTAD</a:t>
            </a:r>
          </a:p>
        </p:txBody>
      </p:sp>
      <p:sp>
        <p:nvSpPr>
          <p:cNvPr id="12" name="g1-bar">
            <a:extLst xmlns:a="http://schemas.openxmlformats.org/drawingml/2006/main">
              <a:ext uri="{FF2B5EF4-FFF2-40B4-BE49-F238E27FC236}">
                <a16:creationId xmlns:a16="http://schemas.microsoft.com/office/drawing/2014/main" id="{BEEB9413-C0F1-4851-977D-6F8A6B6D35A4}"/>
              </a:ext>
            </a:extLst>
          </p:cNvPr>
          <p:cNvSpPr>
            <a:spLocks xmlns:a="http://schemas.openxmlformats.org/drawingml/2006/main" noGrp="1"/>
          </p:cNvSpPr>
          <p:nvPr/>
        </p:nvSpPr>
        <p:spPr>
          <a:xfrm xmlns:a="http://schemas.openxmlformats.org/drawingml/2006/main">
            <a:off x="4476750" y="1390650"/>
            <a:ext cx="1584202" cy="209550"/>
          </a:xfrm>
          <a:prstGeom xmlns:a="http://schemas.openxmlformats.org/drawingml/2006/main" prst="rect">
            <a:avLst/>
          </a:prstGeom>
          <a:solidFill xmlns:a="http://schemas.openxmlformats.org/drawingml/2006/main">
            <a:srgbClr val="CFE3F2"/>
          </a:solidFill>
          <a:ln xmlns:a="http://schemas.openxmlformats.org/drawingml/2006/main" w="13335">
            <a:solidFill>
              <a:srgbClr val="2E6F9E"/>
            </a:solidFill>
            <a:prstDash val="solid"/>
          </a:ln>
        </p:spPr>
      </p:sp>
      <p:sp>
        <p:nvSpPr>
          <p:cNvPr id="13" name="g1-value">
            <a:extLst xmlns:a="http://schemas.openxmlformats.org/drawingml/2006/main">
              <a:ext uri="{FF2B5EF4-FFF2-40B4-BE49-F238E27FC236}">
                <a16:creationId xmlns:a16="http://schemas.microsoft.com/office/drawing/2014/main" id="{EE552B6D-B9C5-43F6-AAC9-AA70B1A6E9EC}"/>
              </a:ext>
            </a:extLst>
          </p:cNvPr>
          <p:cNvSpPr>
            <a:spLocks xmlns:a="http://schemas.openxmlformats.org/drawingml/2006/main" noGrp="1"/>
          </p:cNvSpPr>
          <p:nvPr/>
        </p:nvSpPr>
        <p:spPr>
          <a:xfrm xmlns:a="http://schemas.openxmlformats.org/drawingml/2006/main">
            <a:off x="6156202" y="13335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118.8 MB</a:t>
            </a:r>
          </a:p>
        </p:txBody>
      </p:sp>
      <p:sp>
        <p:nvSpPr>
          <p:cNvPr id="14" name="g2-label">
            <a:extLst xmlns:a="http://schemas.openxmlformats.org/drawingml/2006/main">
              <a:ext uri="{FF2B5EF4-FFF2-40B4-BE49-F238E27FC236}">
                <a16:creationId xmlns:a16="http://schemas.microsoft.com/office/drawing/2014/main" id="{64C29330-52D4-470E-B7D6-BEA2547710B9}"/>
              </a:ext>
            </a:extLst>
          </p:cNvPr>
          <p:cNvSpPr>
            <a:spLocks xmlns:a="http://schemas.openxmlformats.org/drawingml/2006/main" noGrp="1"/>
          </p:cNvSpPr>
          <p:nvPr/>
        </p:nvSpPr>
        <p:spPr>
          <a:xfrm xmlns:a="http://schemas.openxmlformats.org/drawingml/2006/main">
            <a:off x="381000" y="17907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controlled + </a:t>
            </a:r>
            <a:r>
              <a:rPr sz="2250" b="0" i="1">
                <a:solidFill>
                  <a:srgbClr val="1E2E38"/>
                </a:solidFill>
                <a:latin typeface="Times New Roman"/>
                <a:ea typeface="Times New Roman"/>
                <a:cs typeface="Times New Roman"/>
              </a:rPr>
              <a:t>D</a:t>
            </a:r>
            <a:r>
              <a:rPr sz="2250" b="0" i="0">
                <a:solidFill>
                  <a:srgbClr val="1E2E38"/>
                </a:solidFill>
                <a:latin typeface="Times New Roman"/>
                <a:ea typeface="Times New Roman"/>
                <a:cs typeface="Times New Roman"/>
              </a:rPr>
              <a:t> branch</a:t>
            </a:r>
          </a:p>
        </p:txBody>
      </p:sp>
      <p:sp>
        <p:nvSpPr>
          <p:cNvPr id="15" name="g2-bar">
            <a:extLst xmlns:a="http://schemas.openxmlformats.org/drawingml/2006/main">
              <a:ext uri="{FF2B5EF4-FFF2-40B4-BE49-F238E27FC236}">
                <a16:creationId xmlns:a16="http://schemas.microsoft.com/office/drawing/2014/main" id="{B10E7721-D834-47E7-9E98-E098514B9570}"/>
              </a:ext>
            </a:extLst>
          </p:cNvPr>
          <p:cNvSpPr>
            <a:spLocks xmlns:a="http://schemas.openxmlformats.org/drawingml/2006/main" noGrp="1"/>
          </p:cNvSpPr>
          <p:nvPr/>
        </p:nvSpPr>
        <p:spPr>
          <a:xfrm xmlns:a="http://schemas.openxmlformats.org/drawingml/2006/main">
            <a:off x="4476750" y="1847850"/>
            <a:ext cx="5570030" cy="209550"/>
          </a:xfrm>
          <a:prstGeom xmlns:a="http://schemas.openxmlformats.org/drawingml/2006/main" prst="rect">
            <a:avLst/>
          </a:prstGeom>
          <a:solidFill xmlns:a="http://schemas.openxmlformats.org/drawingml/2006/main">
            <a:srgbClr val="D6EADD"/>
          </a:solidFill>
          <a:ln xmlns:a="http://schemas.openxmlformats.org/drawingml/2006/main" w="13335">
            <a:solidFill>
              <a:srgbClr val="3F7C5E"/>
            </a:solidFill>
            <a:prstDash val="solid"/>
          </a:ln>
        </p:spPr>
      </p:sp>
      <p:sp>
        <p:nvSpPr>
          <p:cNvPr id="16" name="g2-value">
            <a:extLst xmlns:a="http://schemas.openxmlformats.org/drawingml/2006/main">
              <a:ext uri="{FF2B5EF4-FFF2-40B4-BE49-F238E27FC236}">
                <a16:creationId xmlns:a16="http://schemas.microsoft.com/office/drawing/2014/main" id="{681E380B-F972-418F-AF77-61D2C6331059}"/>
              </a:ext>
            </a:extLst>
          </p:cNvPr>
          <p:cNvSpPr>
            <a:spLocks xmlns:a="http://schemas.openxmlformats.org/drawingml/2006/main" noGrp="1"/>
          </p:cNvSpPr>
          <p:nvPr/>
        </p:nvSpPr>
        <p:spPr>
          <a:xfrm xmlns:a="http://schemas.openxmlformats.org/drawingml/2006/main">
            <a:off x="10142030" y="17907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417.7 MB</a:t>
            </a:r>
          </a:p>
        </p:txBody>
      </p:sp>
      <p:sp>
        <p:nvSpPr>
          <p:cNvPr id="17" name="g3-label">
            <a:extLst xmlns:a="http://schemas.openxmlformats.org/drawingml/2006/main">
              <a:ext uri="{FF2B5EF4-FFF2-40B4-BE49-F238E27FC236}">
                <a16:creationId xmlns:a16="http://schemas.microsoft.com/office/drawing/2014/main" id="{594DC307-E024-4A0F-AAEB-DAB80EAAFE96}"/>
              </a:ext>
            </a:extLst>
          </p:cNvPr>
          <p:cNvSpPr>
            <a:spLocks xmlns:a="http://schemas.openxmlformats.org/drawingml/2006/main" noGrp="1"/>
          </p:cNvSpPr>
          <p:nvPr/>
        </p:nvSpPr>
        <p:spPr>
          <a:xfrm xmlns:a="http://schemas.openxmlformats.org/drawingml/2006/main">
            <a:off x="381000" y="22479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PatchCore 224</a:t>
            </a:r>
          </a:p>
        </p:txBody>
      </p:sp>
      <p:sp>
        <p:nvSpPr>
          <p:cNvPr id="18" name="g-na">
            <a:extLst xmlns:a="http://schemas.openxmlformats.org/drawingml/2006/main">
              <a:ext uri="{FF2B5EF4-FFF2-40B4-BE49-F238E27FC236}">
                <a16:creationId xmlns:a16="http://schemas.microsoft.com/office/drawing/2014/main" id="{489BD819-86C7-48BB-A08B-1F63F35C01B0}"/>
              </a:ext>
            </a:extLst>
          </p:cNvPr>
          <p:cNvSpPr>
            <a:spLocks xmlns:a="http://schemas.openxmlformats.org/drawingml/2006/main" noGrp="1"/>
          </p:cNvSpPr>
          <p:nvPr/>
        </p:nvSpPr>
        <p:spPr>
          <a:xfrm xmlns:a="http://schemas.openxmlformats.org/drawingml/2006/main">
            <a:off x="4476750" y="2305050"/>
            <a:ext cx="2381250" cy="209550"/>
          </a:xfrm>
          <a:prstGeom xmlns:a="http://schemas.openxmlformats.org/drawingml/2006/main" prst="rect">
            <a:avLst/>
          </a:prstGeom>
          <a:solidFill xmlns:a="http://schemas.openxmlformats.org/drawingml/2006/main">
            <a:srgbClr val="F2F4F5"/>
          </a:solidFill>
          <a:ln xmlns:a="http://schemas.openxmlformats.org/drawingml/2006/main" w="13335">
            <a:solidFill>
              <a:srgbClr val="94A5AE"/>
            </a:solidFill>
            <a:prstDash val="solid"/>
          </a:ln>
        </p:spPr>
      </p:sp>
      <p:sp>
        <p:nvSpPr>
          <p:cNvPr id="19" name="g-na-note">
            <a:extLst xmlns:a="http://schemas.openxmlformats.org/drawingml/2006/main">
              <a:ext uri="{FF2B5EF4-FFF2-40B4-BE49-F238E27FC236}">
                <a16:creationId xmlns:a16="http://schemas.microsoft.com/office/drawing/2014/main" id="{B25AC70C-2832-4231-AB1C-16584661400D}"/>
              </a:ext>
            </a:extLst>
          </p:cNvPr>
          <p:cNvSpPr>
            <a:spLocks xmlns:a="http://schemas.openxmlformats.org/drawingml/2006/main" noGrp="1"/>
          </p:cNvSpPr>
          <p:nvPr/>
        </p:nvSpPr>
        <p:spPr>
          <a:xfrm xmlns:a="http://schemas.openxmlformats.org/drawingml/2006/main">
            <a:off x="6972300" y="224790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94A5AE"/>
                </a:solidFill>
                <a:latin typeface="Times New Roman"/>
                <a:ea typeface="Times New Roman"/>
                <a:cs typeface="Times New Roman"/>
              </a:defRPr>
            </a:pPr>
            <a:r>
              <a:rPr sz="2250" b="0" i="0">
                <a:solidFill>
                  <a:srgbClr val="94A5AE"/>
                </a:solidFill>
                <a:latin typeface="Times New Roman"/>
                <a:ea typeface="Times New Roman"/>
                <a:cs typeface="Times New Roman"/>
              </a:rPr>
              <a:t>not measurable on this machine</a:t>
            </a:r>
          </a:p>
        </p:txBody>
      </p:sp>
      <p:sp>
        <p:nvSpPr>
          <p:cNvPr id="20" name="g-note">
            <a:extLst xmlns:a="http://schemas.openxmlformats.org/drawingml/2006/main">
              <a:ext uri="{FF2B5EF4-FFF2-40B4-BE49-F238E27FC236}">
                <a16:creationId xmlns:a16="http://schemas.microsoft.com/office/drawing/2014/main" id="{B58C7E3C-FA5C-43F7-A044-FB3E2CC0B119}"/>
              </a:ext>
            </a:extLst>
          </p:cNvPr>
          <p:cNvSpPr>
            <a:spLocks xmlns:a="http://schemas.openxmlformats.org/drawingml/2006/main" noGrp="1"/>
          </p:cNvSpPr>
          <p:nvPr/>
        </p:nvSpPr>
        <p:spPr>
          <a:xfrm xmlns:a="http://schemas.openxmlformats.org/drawingml/2006/main">
            <a:off x="381000" y="2628900"/>
            <a:ext cx="1162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nvidia-smi returns </a:t>
            </a:r>
            <a:r>
              <a:rPr sz="2250" b="0" i="1">
                <a:solidFill>
                  <a:srgbClr val="5E717C"/>
                </a:solidFill>
                <a:latin typeface="Times New Roman"/>
                <a:ea typeface="Times New Roman"/>
                <a:cs typeface="Times New Roman"/>
              </a:rPr>
              <a:t>N</a:t>
            </a:r>
            <a:r>
              <a:rPr sz="2250" b="0" i="0">
                <a:solidFill>
                  <a:srgbClr val="5E717C"/>
                </a:solidFill>
                <a:latin typeface="Times New Roman"/>
                <a:ea typeface="Times New Roman"/>
                <a:cs typeface="Times New Roman"/>
              </a:rPr>
              <a:t>/A here, so the PatchCore row stays empty.</a:t>
            </a:r>
          </a:p>
        </p:txBody>
      </p:sp>
      <p:sp>
        <p:nvSpPr>
          <p:cNvPr id="21" name="sec-b-chip">
            <a:extLst xmlns:a="http://schemas.openxmlformats.org/drawingml/2006/main">
              <a:ext uri="{FF2B5EF4-FFF2-40B4-BE49-F238E27FC236}">
                <a16:creationId xmlns:a16="http://schemas.microsoft.com/office/drawing/2014/main" id="{5C74EE40-5D38-44E3-89E0-1DD56AD42AD1}"/>
              </a:ext>
            </a:extLst>
          </p:cNvPr>
          <p:cNvSpPr>
            <a:spLocks xmlns:a="http://schemas.openxmlformats.org/drawingml/2006/main" noGrp="1"/>
          </p:cNvSpPr>
          <p:nvPr/>
        </p:nvSpPr>
        <p:spPr>
          <a:xfrm xmlns:a="http://schemas.openxmlformats.org/drawingml/2006/main">
            <a:off x="304800" y="320040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22" name="sec-b-chip-text">
            <a:extLst xmlns:a="http://schemas.openxmlformats.org/drawingml/2006/main">
              <a:ext uri="{FF2B5EF4-FFF2-40B4-BE49-F238E27FC236}">
                <a16:creationId xmlns:a16="http://schemas.microsoft.com/office/drawing/2014/main" id="{EDAED1A3-F335-4B6D-92A7-61AB3CEE643B}"/>
              </a:ext>
            </a:extLst>
          </p:cNvPr>
          <p:cNvSpPr>
            <a:spLocks xmlns:a="http://schemas.openxmlformats.org/drawingml/2006/main" noGrp="1"/>
          </p:cNvSpPr>
          <p:nvPr/>
        </p:nvSpPr>
        <p:spPr>
          <a:xfrm xmlns:a="http://schemas.openxmlformats.org/drawingml/2006/main">
            <a:off x="323850" y="320040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23" name="sec-b">
            <a:extLst xmlns:a="http://schemas.openxmlformats.org/drawingml/2006/main">
              <a:ext uri="{FF2B5EF4-FFF2-40B4-BE49-F238E27FC236}">
                <a16:creationId xmlns:a16="http://schemas.microsoft.com/office/drawing/2014/main" id="{2201C1B6-0F6E-4A99-AAC9-9F9CA0EF2A77}"/>
              </a:ext>
            </a:extLst>
          </p:cNvPr>
          <p:cNvSpPr>
            <a:spLocks xmlns:a="http://schemas.openxmlformats.org/drawingml/2006/main" noGrp="1"/>
          </p:cNvSpPr>
          <p:nvPr/>
        </p:nvSpPr>
        <p:spPr>
          <a:xfrm xmlns:a="http://schemas.openxmlformats.org/drawingml/2006/main">
            <a:off x="838200" y="31623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Peak process RAM</a:t>
            </a:r>
          </a:p>
        </p:txBody>
      </p:sp>
      <p:sp>
        <p:nvSpPr>
          <p:cNvPr id="24" name="sec-b-sub">
            <a:extLst xmlns:a="http://schemas.openxmlformats.org/drawingml/2006/main">
              <a:ext uri="{FF2B5EF4-FFF2-40B4-BE49-F238E27FC236}">
                <a16:creationId xmlns:a16="http://schemas.microsoft.com/office/drawing/2014/main" id="{D390EA4F-19C9-4FAA-A517-912B9231B402}"/>
              </a:ext>
            </a:extLst>
          </p:cNvPr>
          <p:cNvSpPr>
            <a:spLocks xmlns:a="http://schemas.openxmlformats.org/drawingml/2006/main" noGrp="1"/>
          </p:cNvSpPr>
          <p:nvPr/>
        </p:nvSpPr>
        <p:spPr>
          <a:xfrm xmlns:a="http://schemas.openxmlformats.org/drawingml/2006/main">
            <a:off x="838200" y="35242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per unit, in MB · controlled </a:t>
            </a:r>
            <a:r>
              <a:rPr sz="2250" b="0" i="1">
                <a:solidFill>
                  <a:srgbClr val="5E717C"/>
                </a:solidFill>
                <a:latin typeface="Times New Roman"/>
                <a:ea typeface="Times New Roman"/>
                <a:cs typeface="Times New Roman"/>
              </a:rPr>
              <a:t>A1</a:t>
            </a:r>
            <a:r>
              <a:rPr sz="2250" b="0" i="0">
                <a:solidFill>
                  <a:srgbClr val="5E717C"/>
                </a:solidFill>
                <a:latin typeface="Times New Roman"/>
                <a:ea typeface="Times New Roman"/>
                <a:cs typeface="Times New Roman"/>
              </a:rPr>
              <a:t> has no recorded field</a:t>
            </a:r>
          </a:p>
        </p:txBody>
      </p:sp>
      <p:sp>
        <p:nvSpPr>
          <p:cNvPr id="25" name="r0-label">
            <a:extLst xmlns:a="http://schemas.openxmlformats.org/drawingml/2006/main">
              <a:ext uri="{FF2B5EF4-FFF2-40B4-BE49-F238E27FC236}">
                <a16:creationId xmlns:a16="http://schemas.microsoft.com/office/drawing/2014/main" id="{EA72EA03-0CEA-412C-BFA4-A9C1C5A2E91D}"/>
              </a:ext>
            </a:extLst>
          </p:cNvPr>
          <p:cNvSpPr>
            <a:spLocks xmlns:a="http://schemas.openxmlformats.org/drawingml/2006/main" noGrp="1"/>
          </p:cNvSpPr>
          <p:nvPr/>
        </p:nvSpPr>
        <p:spPr>
          <a:xfrm xmlns:a="http://schemas.openxmlformats.org/drawingml/2006/main">
            <a:off x="381000" y="39243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AnomalyDINO  MPDD</a:t>
            </a:r>
          </a:p>
        </p:txBody>
      </p:sp>
      <p:sp>
        <p:nvSpPr>
          <p:cNvPr id="26" name="r0-bar">
            <a:extLst xmlns:a="http://schemas.openxmlformats.org/drawingml/2006/main">
              <a:ext uri="{FF2B5EF4-FFF2-40B4-BE49-F238E27FC236}">
                <a16:creationId xmlns:a16="http://schemas.microsoft.com/office/drawing/2014/main" id="{75E567FB-5C40-4D1C-BA8E-246994BBD0E9}"/>
              </a:ext>
            </a:extLst>
          </p:cNvPr>
          <p:cNvSpPr>
            <a:spLocks xmlns:a="http://schemas.openxmlformats.org/drawingml/2006/main" noGrp="1"/>
          </p:cNvSpPr>
          <p:nvPr/>
        </p:nvSpPr>
        <p:spPr>
          <a:xfrm xmlns:a="http://schemas.openxmlformats.org/drawingml/2006/main">
            <a:off x="4476750" y="3971925"/>
            <a:ext cx="719571" cy="209550"/>
          </a:xfrm>
          <a:prstGeom xmlns:a="http://schemas.openxmlformats.org/drawingml/2006/main" prst="rect">
            <a:avLst/>
          </a:prstGeom>
          <a:solidFill xmlns:a="http://schemas.openxmlformats.org/drawingml/2006/main">
            <a:srgbClr val="CFE3F2"/>
          </a:solidFill>
          <a:ln xmlns:a="http://schemas.openxmlformats.org/drawingml/2006/main" w="13335">
            <a:solidFill>
              <a:srgbClr val="2E6F9E"/>
            </a:solidFill>
            <a:prstDash val="solid"/>
          </a:ln>
        </p:spPr>
      </p:sp>
      <p:sp>
        <p:nvSpPr>
          <p:cNvPr id="27" name="r0-value">
            <a:extLst xmlns:a="http://schemas.openxmlformats.org/drawingml/2006/main">
              <a:ext uri="{FF2B5EF4-FFF2-40B4-BE49-F238E27FC236}">
                <a16:creationId xmlns:a16="http://schemas.microsoft.com/office/drawing/2014/main" id="{95FE09D3-2BF5-4493-A969-2A8FEB77293A}"/>
              </a:ext>
            </a:extLst>
          </p:cNvPr>
          <p:cNvSpPr>
            <a:spLocks xmlns:a="http://schemas.openxmlformats.org/drawingml/2006/main" noGrp="1"/>
          </p:cNvSpPr>
          <p:nvPr/>
        </p:nvSpPr>
        <p:spPr>
          <a:xfrm xmlns:a="http://schemas.openxmlformats.org/drawingml/2006/main">
            <a:off x="5291571" y="39243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0.97 GB</a:t>
            </a:r>
          </a:p>
        </p:txBody>
      </p:sp>
      <p:sp>
        <p:nvSpPr>
          <p:cNvPr id="28" name="r1-label">
            <a:extLst xmlns:a="http://schemas.openxmlformats.org/drawingml/2006/main">
              <a:ext uri="{FF2B5EF4-FFF2-40B4-BE49-F238E27FC236}">
                <a16:creationId xmlns:a16="http://schemas.microsoft.com/office/drawing/2014/main" id="{5FB76582-6FE5-4024-9432-14B8685C2FC4}"/>
              </a:ext>
            </a:extLst>
          </p:cNvPr>
          <p:cNvSpPr>
            <a:spLocks xmlns:a="http://schemas.openxmlformats.org/drawingml/2006/main" noGrp="1"/>
          </p:cNvSpPr>
          <p:nvPr/>
        </p:nvSpPr>
        <p:spPr>
          <a:xfrm xmlns:a="http://schemas.openxmlformats.org/drawingml/2006/main">
            <a:off x="381000" y="4381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AnomalyDINO  BTAD</a:t>
            </a:r>
          </a:p>
        </p:txBody>
      </p:sp>
      <p:sp>
        <p:nvSpPr>
          <p:cNvPr id="29" name="r1-bar">
            <a:extLst xmlns:a="http://schemas.openxmlformats.org/drawingml/2006/main">
              <a:ext uri="{FF2B5EF4-FFF2-40B4-BE49-F238E27FC236}">
                <a16:creationId xmlns:a16="http://schemas.microsoft.com/office/drawing/2014/main" id="{723C42FA-6A39-404F-A5C8-12A6479BD838}"/>
              </a:ext>
            </a:extLst>
          </p:cNvPr>
          <p:cNvSpPr>
            <a:spLocks xmlns:a="http://schemas.openxmlformats.org/drawingml/2006/main" noGrp="1"/>
          </p:cNvSpPr>
          <p:nvPr/>
        </p:nvSpPr>
        <p:spPr>
          <a:xfrm xmlns:a="http://schemas.openxmlformats.org/drawingml/2006/main">
            <a:off x="4476750" y="4429125"/>
            <a:ext cx="1295792" cy="209550"/>
          </a:xfrm>
          <a:prstGeom xmlns:a="http://schemas.openxmlformats.org/drawingml/2006/main" prst="rect">
            <a:avLst/>
          </a:prstGeom>
          <a:solidFill xmlns:a="http://schemas.openxmlformats.org/drawingml/2006/main">
            <a:srgbClr val="CFE3F2"/>
          </a:solidFill>
          <a:ln xmlns:a="http://schemas.openxmlformats.org/drawingml/2006/main" w="13335">
            <a:solidFill>
              <a:srgbClr val="2E6F9E"/>
            </a:solidFill>
            <a:prstDash val="solid"/>
          </a:ln>
        </p:spPr>
      </p:sp>
      <p:sp>
        <p:nvSpPr>
          <p:cNvPr id="30" name="r1-value">
            <a:extLst xmlns:a="http://schemas.openxmlformats.org/drawingml/2006/main">
              <a:ext uri="{FF2B5EF4-FFF2-40B4-BE49-F238E27FC236}">
                <a16:creationId xmlns:a16="http://schemas.microsoft.com/office/drawing/2014/main" id="{231188F5-4DC0-4EB2-8688-A6AFE2FFEFE2}"/>
              </a:ext>
            </a:extLst>
          </p:cNvPr>
          <p:cNvSpPr>
            <a:spLocks xmlns:a="http://schemas.openxmlformats.org/drawingml/2006/main" noGrp="1"/>
          </p:cNvSpPr>
          <p:nvPr/>
        </p:nvSpPr>
        <p:spPr>
          <a:xfrm xmlns:a="http://schemas.openxmlformats.org/drawingml/2006/main">
            <a:off x="5867792" y="43815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1.75 GB</a:t>
            </a:r>
          </a:p>
        </p:txBody>
      </p:sp>
      <p:sp>
        <p:nvSpPr>
          <p:cNvPr id="31" name="r2-label">
            <a:extLst xmlns:a="http://schemas.openxmlformats.org/drawingml/2006/main">
              <a:ext uri="{FF2B5EF4-FFF2-40B4-BE49-F238E27FC236}">
                <a16:creationId xmlns:a16="http://schemas.microsoft.com/office/drawing/2014/main" id="{1D011339-B63E-4248-977A-540B88B2FF52}"/>
              </a:ext>
            </a:extLst>
          </p:cNvPr>
          <p:cNvSpPr>
            <a:spLocks xmlns:a="http://schemas.openxmlformats.org/drawingml/2006/main" noGrp="1"/>
          </p:cNvSpPr>
          <p:nvPr/>
        </p:nvSpPr>
        <p:spPr>
          <a:xfrm xmlns:a="http://schemas.openxmlformats.org/drawingml/2006/main">
            <a:off x="381000" y="48387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PatchCore 224  MPDD</a:t>
            </a:r>
          </a:p>
        </p:txBody>
      </p:sp>
      <p:sp>
        <p:nvSpPr>
          <p:cNvPr id="32" name="r2-bar">
            <a:extLst xmlns:a="http://schemas.openxmlformats.org/drawingml/2006/main">
              <a:ext uri="{FF2B5EF4-FFF2-40B4-BE49-F238E27FC236}">
                <a16:creationId xmlns:a16="http://schemas.microsoft.com/office/drawing/2014/main" id="{A2E6DCA3-2DA6-468F-9E24-0E498C3DF840}"/>
              </a:ext>
            </a:extLst>
          </p:cNvPr>
          <p:cNvSpPr>
            <a:spLocks xmlns:a="http://schemas.openxmlformats.org/drawingml/2006/main" noGrp="1"/>
          </p:cNvSpPr>
          <p:nvPr/>
        </p:nvSpPr>
        <p:spPr>
          <a:xfrm xmlns:a="http://schemas.openxmlformats.org/drawingml/2006/main">
            <a:off x="4476750" y="4886325"/>
            <a:ext cx="4649025" cy="209550"/>
          </a:xfrm>
          <a:prstGeom xmlns:a="http://schemas.openxmlformats.org/drawingml/2006/main" prst="rect">
            <a:avLst/>
          </a:prstGeom>
          <a:solidFill xmlns:a="http://schemas.openxmlformats.org/drawingml/2006/main">
            <a:srgbClr val="FBE7C4"/>
          </a:solidFill>
          <a:ln xmlns:a="http://schemas.openxmlformats.org/drawingml/2006/main" w="13335">
            <a:solidFill>
              <a:srgbClr val="B27C20"/>
            </a:solidFill>
            <a:prstDash val="solid"/>
          </a:ln>
        </p:spPr>
      </p:sp>
      <p:sp>
        <p:nvSpPr>
          <p:cNvPr id="33" name="r2-value">
            <a:extLst xmlns:a="http://schemas.openxmlformats.org/drawingml/2006/main">
              <a:ext uri="{FF2B5EF4-FFF2-40B4-BE49-F238E27FC236}">
                <a16:creationId xmlns:a16="http://schemas.microsoft.com/office/drawing/2014/main" id="{8AC53F8D-53C6-48E6-9B7B-2E6D259CAD08}"/>
              </a:ext>
            </a:extLst>
          </p:cNvPr>
          <p:cNvSpPr>
            <a:spLocks xmlns:a="http://schemas.openxmlformats.org/drawingml/2006/main" noGrp="1"/>
          </p:cNvSpPr>
          <p:nvPr/>
        </p:nvSpPr>
        <p:spPr>
          <a:xfrm xmlns:a="http://schemas.openxmlformats.org/drawingml/2006/main">
            <a:off x="9221026" y="48387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6.28 GB</a:t>
            </a:r>
          </a:p>
        </p:txBody>
      </p:sp>
      <p:sp>
        <p:nvSpPr>
          <p:cNvPr id="34" name="r3-label">
            <a:extLst xmlns:a="http://schemas.openxmlformats.org/drawingml/2006/main">
              <a:ext uri="{FF2B5EF4-FFF2-40B4-BE49-F238E27FC236}">
                <a16:creationId xmlns:a16="http://schemas.microsoft.com/office/drawing/2014/main" id="{8B727EF2-1C63-4D94-BF96-E9B70E511780}"/>
              </a:ext>
            </a:extLst>
          </p:cNvPr>
          <p:cNvSpPr>
            <a:spLocks xmlns:a="http://schemas.openxmlformats.org/drawingml/2006/main" noGrp="1"/>
          </p:cNvSpPr>
          <p:nvPr/>
        </p:nvSpPr>
        <p:spPr>
          <a:xfrm xmlns:a="http://schemas.openxmlformats.org/drawingml/2006/main">
            <a:off x="381000" y="52959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PatchCore 224  BTAD</a:t>
            </a:r>
          </a:p>
        </p:txBody>
      </p:sp>
      <p:sp>
        <p:nvSpPr>
          <p:cNvPr id="35" name="r3-bar">
            <a:extLst xmlns:a="http://schemas.openxmlformats.org/drawingml/2006/main">
              <a:ext uri="{FF2B5EF4-FFF2-40B4-BE49-F238E27FC236}">
                <a16:creationId xmlns:a16="http://schemas.microsoft.com/office/drawing/2014/main" id="{4C6645BA-0D8B-47BF-900A-13DA5CAB71B3}"/>
              </a:ext>
            </a:extLst>
          </p:cNvPr>
          <p:cNvSpPr>
            <a:spLocks xmlns:a="http://schemas.openxmlformats.org/drawingml/2006/main" noGrp="1"/>
          </p:cNvSpPr>
          <p:nvPr/>
        </p:nvSpPr>
        <p:spPr>
          <a:xfrm xmlns:a="http://schemas.openxmlformats.org/drawingml/2006/main">
            <a:off x="4476750" y="5343525"/>
            <a:ext cx="6144101" cy="209550"/>
          </a:xfrm>
          <a:prstGeom xmlns:a="http://schemas.openxmlformats.org/drawingml/2006/main" prst="rect">
            <a:avLst/>
          </a:prstGeom>
          <a:solidFill xmlns:a="http://schemas.openxmlformats.org/drawingml/2006/main">
            <a:srgbClr val="FBE7C4"/>
          </a:solidFill>
          <a:ln xmlns:a="http://schemas.openxmlformats.org/drawingml/2006/main" w="13335">
            <a:solidFill>
              <a:srgbClr val="B27C20"/>
            </a:solidFill>
            <a:prstDash val="solid"/>
          </a:ln>
        </p:spPr>
      </p:sp>
      <p:sp>
        <p:nvSpPr>
          <p:cNvPr id="36" name="r3-value">
            <a:extLst xmlns:a="http://schemas.openxmlformats.org/drawingml/2006/main">
              <a:ext uri="{FF2B5EF4-FFF2-40B4-BE49-F238E27FC236}">
                <a16:creationId xmlns:a16="http://schemas.microsoft.com/office/drawing/2014/main" id="{D6CAE524-C981-4701-9150-98CEB5F66619}"/>
              </a:ext>
            </a:extLst>
          </p:cNvPr>
          <p:cNvSpPr>
            <a:spLocks xmlns:a="http://schemas.openxmlformats.org/drawingml/2006/main" noGrp="1"/>
          </p:cNvSpPr>
          <p:nvPr/>
        </p:nvSpPr>
        <p:spPr>
          <a:xfrm xmlns:a="http://schemas.openxmlformats.org/drawingml/2006/main">
            <a:off x="10716101" y="529590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8.29 GB</a:t>
            </a:r>
          </a:p>
        </p:txBody>
      </p:sp>
      <p:sp>
        <p:nvSpPr>
          <p:cNvPr id="37" name="sec-c-chip">
            <a:extLst xmlns:a="http://schemas.openxmlformats.org/drawingml/2006/main">
              <a:ext uri="{FF2B5EF4-FFF2-40B4-BE49-F238E27FC236}">
                <a16:creationId xmlns:a16="http://schemas.microsoft.com/office/drawing/2014/main" id="{3D8D5E81-36C9-49CC-9C40-DA3A14E5F448}"/>
              </a:ext>
            </a:extLst>
          </p:cNvPr>
          <p:cNvSpPr>
            <a:spLocks xmlns:a="http://schemas.openxmlformats.org/drawingml/2006/main" noGrp="1"/>
          </p:cNvSpPr>
          <p:nvPr/>
        </p:nvSpPr>
        <p:spPr>
          <a:xfrm xmlns:a="http://schemas.openxmlformats.org/drawingml/2006/main">
            <a:off x="304800" y="58483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38" name="sec-c-chip-text">
            <a:extLst xmlns:a="http://schemas.openxmlformats.org/drawingml/2006/main">
              <a:ext uri="{FF2B5EF4-FFF2-40B4-BE49-F238E27FC236}">
                <a16:creationId xmlns:a16="http://schemas.microsoft.com/office/drawing/2014/main" id="{C0CB683B-DC27-4F3E-B1AE-FE34BA842627}"/>
              </a:ext>
            </a:extLst>
          </p:cNvPr>
          <p:cNvSpPr>
            <a:spLocks xmlns:a="http://schemas.openxmlformats.org/drawingml/2006/main" noGrp="1"/>
          </p:cNvSpPr>
          <p:nvPr/>
        </p:nvSpPr>
        <p:spPr>
          <a:xfrm xmlns:a="http://schemas.openxmlformats.org/drawingml/2006/main">
            <a:off x="323850" y="58483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c</a:t>
            </a:r>
          </a:p>
        </p:txBody>
      </p:sp>
      <p:sp>
        <p:nvSpPr>
          <p:cNvPr id="39" name="sec-c">
            <a:extLst xmlns:a="http://schemas.openxmlformats.org/drawingml/2006/main">
              <a:ext uri="{FF2B5EF4-FFF2-40B4-BE49-F238E27FC236}">
                <a16:creationId xmlns:a16="http://schemas.microsoft.com/office/drawing/2014/main" id="{A68C38CF-677D-4A80-8BCA-757C199F08FF}"/>
              </a:ext>
            </a:extLst>
          </p:cNvPr>
          <p:cNvSpPr>
            <a:spLocks xmlns:a="http://schemas.openxmlformats.org/drawingml/2006/main" noGrp="1"/>
          </p:cNvSpPr>
          <p:nvPr/>
        </p:nvSpPr>
        <p:spPr>
          <a:xfrm xmlns:a="http://schemas.openxmlformats.org/drawingml/2006/main">
            <a:off x="838200" y="58102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550">
                <a:solidFill>
                  <a:srgbClr val="1E2E38"/>
                </a:solidFill>
                <a:latin typeface="Times New Roman"/>
                <a:ea typeface="Times New Roman"/>
                <a:cs typeface="Times New Roman"/>
              </a:defRPr>
            </a:pPr>
            <a:r>
              <a:rPr sz="2550" b="1" i="0">
                <a:solidFill>
                  <a:srgbClr val="1E2E38"/>
                </a:solidFill>
                <a:latin typeface="Times New Roman"/>
                <a:ea typeface="Times New Roman"/>
                <a:cs typeface="Times New Roman"/>
              </a:rPr>
              <a:t>Stage time per unit</a:t>
            </a:r>
          </a:p>
        </p:txBody>
      </p:sp>
      <p:sp>
        <p:nvSpPr>
          <p:cNvPr id="40" name="sec-c-sub">
            <a:extLst xmlns:a="http://schemas.openxmlformats.org/drawingml/2006/main">
              <a:ext uri="{FF2B5EF4-FFF2-40B4-BE49-F238E27FC236}">
                <a16:creationId xmlns:a16="http://schemas.microsoft.com/office/drawing/2014/main" id="{17C7DE4A-C7FA-407A-B701-A61D6C0DDEF1}"/>
              </a:ext>
            </a:extLst>
          </p:cNvPr>
          <p:cNvSpPr>
            <a:spLocks xmlns:a="http://schemas.openxmlformats.org/drawingml/2006/main" noGrp="1"/>
          </p:cNvSpPr>
          <p:nvPr/>
        </p:nvSpPr>
        <p:spPr>
          <a:xfrm xmlns:a="http://schemas.openxmlformats.org/drawingml/2006/main">
            <a:off x="838200" y="617220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one unit = one dataset × seed × </a:t>
            </a:r>
            <a:r>
              <a:rPr sz="2250" b="0" i="1">
                <a:solidFill>
                  <a:srgbClr val="5E717C"/>
                </a:solidFill>
                <a:latin typeface="Times New Roman"/>
                <a:ea typeface="Times New Roman"/>
                <a:cs typeface="Times New Roman"/>
              </a:rPr>
              <a:t>K</a:t>
            </a:r>
            <a:r>
              <a:rPr sz="2250" b="0" i="0">
                <a:solidFill>
                  <a:srgbClr val="5E717C"/>
                </a:solidFill>
                <a:latin typeface="Times New Roman"/>
                <a:ea typeface="Times New Roman"/>
                <a:cs typeface="Times New Roman"/>
              </a:rPr>
              <a:t> · PatchCore reports a single total</a:t>
            </a:r>
          </a:p>
        </p:txBody>
      </p:sp>
      <p:sp>
        <p:nvSpPr>
          <p:cNvPr id="41" name="t0-label">
            <a:extLst xmlns:a="http://schemas.openxmlformats.org/drawingml/2006/main">
              <a:ext uri="{FF2B5EF4-FFF2-40B4-BE49-F238E27FC236}">
                <a16:creationId xmlns:a16="http://schemas.microsoft.com/office/drawing/2014/main" id="{C044BBAB-41AA-48B8-B8E4-C393D51A3F13}"/>
              </a:ext>
            </a:extLst>
          </p:cNvPr>
          <p:cNvSpPr>
            <a:spLocks xmlns:a="http://schemas.openxmlformats.org/drawingml/2006/main" noGrp="1"/>
          </p:cNvSpPr>
          <p:nvPr/>
        </p:nvSpPr>
        <p:spPr>
          <a:xfrm xmlns:a="http://schemas.openxmlformats.org/drawingml/2006/main">
            <a:off x="381000" y="65722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AnomalyDINO MPDD</a:t>
            </a:r>
          </a:p>
        </p:txBody>
      </p:sp>
      <p:sp>
        <p:nvSpPr>
          <p:cNvPr id="42" name="t0-bank">
            <a:extLst xmlns:a="http://schemas.openxmlformats.org/drawingml/2006/main">
              <a:ext uri="{FF2B5EF4-FFF2-40B4-BE49-F238E27FC236}">
                <a16:creationId xmlns:a16="http://schemas.microsoft.com/office/drawing/2014/main" id="{F8728B23-1775-46FB-AF5C-B2F8C9574CE1}"/>
              </a:ext>
            </a:extLst>
          </p:cNvPr>
          <p:cNvSpPr>
            <a:spLocks xmlns:a="http://schemas.openxmlformats.org/drawingml/2006/main" noGrp="1"/>
          </p:cNvSpPr>
          <p:nvPr/>
        </p:nvSpPr>
        <p:spPr>
          <a:xfrm xmlns:a="http://schemas.openxmlformats.org/drawingml/2006/main">
            <a:off x="4476750" y="6619875"/>
            <a:ext cx="23336" cy="209550"/>
          </a:xfrm>
          <a:prstGeom xmlns:a="http://schemas.openxmlformats.org/drawingml/2006/main" prst="rect">
            <a:avLst/>
          </a:prstGeom>
          <a:solidFill xmlns:a="http://schemas.openxmlformats.org/drawingml/2006/main">
            <a:srgbClr val="B9D6EA"/>
          </a:solidFill>
          <a:ln xmlns:a="http://schemas.openxmlformats.org/drawingml/2006/main" w="0">
            <a:noFill/>
            <a:prstDash val="solid"/>
          </a:ln>
        </p:spPr>
      </p:sp>
      <p:sp>
        <p:nvSpPr>
          <p:cNvPr id="43" name="t0-retrieval">
            <a:extLst xmlns:a="http://schemas.openxmlformats.org/drawingml/2006/main">
              <a:ext uri="{FF2B5EF4-FFF2-40B4-BE49-F238E27FC236}">
                <a16:creationId xmlns:a16="http://schemas.microsoft.com/office/drawing/2014/main" id="{9F15D5D2-E03A-47C1-9B37-F7CDF5C3323B}"/>
              </a:ext>
            </a:extLst>
          </p:cNvPr>
          <p:cNvSpPr>
            <a:spLocks xmlns:a="http://schemas.openxmlformats.org/drawingml/2006/main" noGrp="1"/>
          </p:cNvSpPr>
          <p:nvPr/>
        </p:nvSpPr>
        <p:spPr>
          <a:xfrm xmlns:a="http://schemas.openxmlformats.org/drawingml/2006/main">
            <a:off x="4500086" y="6619875"/>
            <a:ext cx="1492409" cy="209550"/>
          </a:xfrm>
          <a:prstGeom xmlns:a="http://schemas.openxmlformats.org/drawingml/2006/main" prst="rect">
            <a:avLst/>
          </a:prstGeom>
          <a:solidFill xmlns:a="http://schemas.openxmlformats.org/drawingml/2006/main">
            <a:srgbClr val="2E6F9E"/>
          </a:solidFill>
          <a:ln xmlns:a="http://schemas.openxmlformats.org/drawingml/2006/main" w="0">
            <a:noFill/>
            <a:prstDash val="solid"/>
          </a:ln>
        </p:spPr>
      </p:sp>
      <p:sp>
        <p:nvSpPr>
          <p:cNvPr id="44" name="t0-retrieval-t">
            <a:extLst xmlns:a="http://schemas.openxmlformats.org/drawingml/2006/main">
              <a:ext uri="{FF2B5EF4-FFF2-40B4-BE49-F238E27FC236}">
                <a16:creationId xmlns:a16="http://schemas.microsoft.com/office/drawing/2014/main" id="{8ABA808B-12F3-44AB-B627-5DD9474BF63E}"/>
              </a:ext>
            </a:extLst>
          </p:cNvPr>
          <p:cNvSpPr>
            <a:spLocks xmlns:a="http://schemas.openxmlformats.org/drawingml/2006/main" noGrp="1"/>
          </p:cNvSpPr>
          <p:nvPr/>
        </p:nvSpPr>
        <p:spPr>
          <a:xfrm xmlns:a="http://schemas.openxmlformats.org/drawingml/2006/main">
            <a:off x="4500086" y="6581775"/>
            <a:ext cx="1492409"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FFFFFF"/>
                </a:solidFill>
                <a:latin typeface="Times New Roman"/>
                <a:ea typeface="Times New Roman"/>
                <a:cs typeface="Times New Roman"/>
              </a:defRPr>
            </a:pPr>
            <a:r>
              <a:rPr sz="2250" b="0" i="0">
                <a:solidFill>
                  <a:srgbClr val="FFFFFF"/>
                </a:solidFill>
                <a:latin typeface="Times New Roman"/>
                <a:ea typeface="Times New Roman"/>
                <a:cs typeface="Times New Roman"/>
              </a:rPr>
              <a:t>40.3</a:t>
            </a:r>
          </a:p>
        </p:txBody>
      </p:sp>
      <p:sp>
        <p:nvSpPr>
          <p:cNvPr id="45" name="t0-evaluation">
            <a:extLst xmlns:a="http://schemas.openxmlformats.org/drawingml/2006/main">
              <a:ext uri="{FF2B5EF4-FFF2-40B4-BE49-F238E27FC236}">
                <a16:creationId xmlns:a16="http://schemas.microsoft.com/office/drawing/2014/main" id="{8983EB03-CF4C-44DE-93E9-977C56C9D54F}"/>
              </a:ext>
            </a:extLst>
          </p:cNvPr>
          <p:cNvSpPr>
            <a:spLocks xmlns:a="http://schemas.openxmlformats.org/drawingml/2006/main" noGrp="1"/>
          </p:cNvSpPr>
          <p:nvPr/>
        </p:nvSpPr>
        <p:spPr>
          <a:xfrm xmlns:a="http://schemas.openxmlformats.org/drawingml/2006/main">
            <a:off x="5992495" y="6619875"/>
            <a:ext cx="325596" cy="209550"/>
          </a:xfrm>
          <a:prstGeom xmlns:a="http://schemas.openxmlformats.org/drawingml/2006/main" prst="rect">
            <a:avLst/>
          </a:prstGeom>
          <a:solidFill xmlns:a="http://schemas.openxmlformats.org/drawingml/2006/main">
            <a:srgbClr val="7FAFCE"/>
          </a:solidFill>
          <a:ln xmlns:a="http://schemas.openxmlformats.org/drawingml/2006/main" w="0">
            <a:noFill/>
            <a:prstDash val="solid"/>
          </a:ln>
        </p:spPr>
      </p:sp>
      <p:sp>
        <p:nvSpPr>
          <p:cNvPr id="46" name="t0-total">
            <a:extLst xmlns:a="http://schemas.openxmlformats.org/drawingml/2006/main">
              <a:ext uri="{FF2B5EF4-FFF2-40B4-BE49-F238E27FC236}">
                <a16:creationId xmlns:a16="http://schemas.microsoft.com/office/drawing/2014/main" id="{87193CA4-8421-451A-8FF7-313D0CAC6492}"/>
              </a:ext>
            </a:extLst>
          </p:cNvPr>
          <p:cNvSpPr>
            <a:spLocks xmlns:a="http://schemas.openxmlformats.org/drawingml/2006/main" noGrp="1"/>
          </p:cNvSpPr>
          <p:nvPr/>
        </p:nvSpPr>
        <p:spPr>
          <a:xfrm xmlns:a="http://schemas.openxmlformats.org/drawingml/2006/main">
            <a:off x="6413341" y="65722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49.7 </a:t>
            </a:r>
            <a:r>
              <a:rPr sz="2250" b="0" i="1">
                <a:solidFill>
                  <a:srgbClr val="1E2E38"/>
                </a:solidFill>
                <a:latin typeface="Times New Roman"/>
                <a:ea typeface="Times New Roman"/>
                <a:cs typeface="Times New Roman"/>
              </a:rPr>
              <a:t>s</a:t>
            </a:r>
          </a:p>
        </p:txBody>
      </p:sp>
      <p:sp>
        <p:nvSpPr>
          <p:cNvPr id="47" name="t1-label">
            <a:extLst xmlns:a="http://schemas.openxmlformats.org/drawingml/2006/main">
              <a:ext uri="{FF2B5EF4-FFF2-40B4-BE49-F238E27FC236}">
                <a16:creationId xmlns:a16="http://schemas.microsoft.com/office/drawing/2014/main" id="{484AA99A-7D32-4030-B7CC-A335B69FA16F}"/>
              </a:ext>
            </a:extLst>
          </p:cNvPr>
          <p:cNvSpPr>
            <a:spLocks xmlns:a="http://schemas.openxmlformats.org/drawingml/2006/main" noGrp="1"/>
          </p:cNvSpPr>
          <p:nvPr/>
        </p:nvSpPr>
        <p:spPr>
          <a:xfrm xmlns:a="http://schemas.openxmlformats.org/drawingml/2006/main">
            <a:off x="381000" y="70294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AnomalyDINO BTAD</a:t>
            </a:r>
          </a:p>
        </p:txBody>
      </p:sp>
      <p:sp>
        <p:nvSpPr>
          <p:cNvPr id="48" name="t1-bank">
            <a:extLst xmlns:a="http://schemas.openxmlformats.org/drawingml/2006/main">
              <a:ext uri="{FF2B5EF4-FFF2-40B4-BE49-F238E27FC236}">
                <a16:creationId xmlns:a16="http://schemas.microsoft.com/office/drawing/2014/main" id="{8DB98E64-0437-48F6-915F-6768629A116C}"/>
              </a:ext>
            </a:extLst>
          </p:cNvPr>
          <p:cNvSpPr>
            <a:spLocks xmlns:a="http://schemas.openxmlformats.org/drawingml/2006/main" noGrp="1"/>
          </p:cNvSpPr>
          <p:nvPr/>
        </p:nvSpPr>
        <p:spPr>
          <a:xfrm xmlns:a="http://schemas.openxmlformats.org/drawingml/2006/main">
            <a:off x="4476750" y="7077075"/>
            <a:ext cx="6297" cy="209550"/>
          </a:xfrm>
          <a:prstGeom xmlns:a="http://schemas.openxmlformats.org/drawingml/2006/main" prst="rect">
            <a:avLst/>
          </a:prstGeom>
          <a:solidFill xmlns:a="http://schemas.openxmlformats.org/drawingml/2006/main">
            <a:srgbClr val="B9D6EA"/>
          </a:solidFill>
          <a:ln xmlns:a="http://schemas.openxmlformats.org/drawingml/2006/main" w="0">
            <a:noFill/>
            <a:prstDash val="solid"/>
          </a:ln>
        </p:spPr>
      </p:sp>
      <p:sp>
        <p:nvSpPr>
          <p:cNvPr id="49" name="t1-retrieval">
            <a:extLst xmlns:a="http://schemas.openxmlformats.org/drawingml/2006/main">
              <a:ext uri="{FF2B5EF4-FFF2-40B4-BE49-F238E27FC236}">
                <a16:creationId xmlns:a16="http://schemas.microsoft.com/office/drawing/2014/main" id="{90A08D0C-7769-43D7-BD60-4AB651028920}"/>
              </a:ext>
            </a:extLst>
          </p:cNvPr>
          <p:cNvSpPr>
            <a:spLocks xmlns:a="http://schemas.openxmlformats.org/drawingml/2006/main" noGrp="1"/>
          </p:cNvSpPr>
          <p:nvPr/>
        </p:nvSpPr>
        <p:spPr>
          <a:xfrm xmlns:a="http://schemas.openxmlformats.org/drawingml/2006/main">
            <a:off x="4483047" y="7077075"/>
            <a:ext cx="1679099" cy="209550"/>
          </a:xfrm>
          <a:prstGeom xmlns:a="http://schemas.openxmlformats.org/drawingml/2006/main" prst="rect">
            <a:avLst/>
          </a:prstGeom>
          <a:solidFill xmlns:a="http://schemas.openxmlformats.org/drawingml/2006/main">
            <a:srgbClr val="2E6F9E"/>
          </a:solidFill>
          <a:ln xmlns:a="http://schemas.openxmlformats.org/drawingml/2006/main" w="0">
            <a:noFill/>
            <a:prstDash val="solid"/>
          </a:ln>
        </p:spPr>
      </p:sp>
      <p:sp>
        <p:nvSpPr>
          <p:cNvPr id="50" name="t1-retrieval-t">
            <a:extLst xmlns:a="http://schemas.openxmlformats.org/drawingml/2006/main">
              <a:ext uri="{FF2B5EF4-FFF2-40B4-BE49-F238E27FC236}">
                <a16:creationId xmlns:a16="http://schemas.microsoft.com/office/drawing/2014/main" id="{A5B070BB-BE78-4A1C-916E-AA47BB6F9D98}"/>
              </a:ext>
            </a:extLst>
          </p:cNvPr>
          <p:cNvSpPr>
            <a:spLocks xmlns:a="http://schemas.openxmlformats.org/drawingml/2006/main" noGrp="1"/>
          </p:cNvSpPr>
          <p:nvPr/>
        </p:nvSpPr>
        <p:spPr>
          <a:xfrm xmlns:a="http://schemas.openxmlformats.org/drawingml/2006/main">
            <a:off x="4483047" y="7038975"/>
            <a:ext cx="1679099"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FFFFFF"/>
                </a:solidFill>
                <a:latin typeface="Times New Roman"/>
                <a:ea typeface="Times New Roman"/>
                <a:cs typeface="Times New Roman"/>
              </a:defRPr>
            </a:pPr>
            <a:r>
              <a:rPr sz="2250" b="0" i="0">
                <a:solidFill>
                  <a:srgbClr val="FFFFFF"/>
                </a:solidFill>
                <a:latin typeface="Times New Roman"/>
                <a:ea typeface="Times New Roman"/>
                <a:cs typeface="Times New Roman"/>
              </a:rPr>
              <a:t>45.3</a:t>
            </a:r>
          </a:p>
        </p:txBody>
      </p:sp>
      <p:sp>
        <p:nvSpPr>
          <p:cNvPr id="51" name="t1-evaluation">
            <a:extLst xmlns:a="http://schemas.openxmlformats.org/drawingml/2006/main">
              <a:ext uri="{FF2B5EF4-FFF2-40B4-BE49-F238E27FC236}">
                <a16:creationId xmlns:a16="http://schemas.microsoft.com/office/drawing/2014/main" id="{4E78E880-3728-4909-A1F1-F757FD57457A}"/>
              </a:ext>
            </a:extLst>
          </p:cNvPr>
          <p:cNvSpPr>
            <a:spLocks xmlns:a="http://schemas.openxmlformats.org/drawingml/2006/main" noGrp="1"/>
          </p:cNvSpPr>
          <p:nvPr/>
        </p:nvSpPr>
        <p:spPr>
          <a:xfrm xmlns:a="http://schemas.openxmlformats.org/drawingml/2006/main">
            <a:off x="6162146" y="7077075"/>
            <a:ext cx="616373" cy="209550"/>
          </a:xfrm>
          <a:prstGeom xmlns:a="http://schemas.openxmlformats.org/drawingml/2006/main" prst="rect">
            <a:avLst/>
          </a:prstGeom>
          <a:solidFill xmlns:a="http://schemas.openxmlformats.org/drawingml/2006/main">
            <a:srgbClr val="7FAFCE"/>
          </a:solidFill>
          <a:ln xmlns:a="http://schemas.openxmlformats.org/drawingml/2006/main" w="0">
            <a:noFill/>
            <a:prstDash val="solid"/>
          </a:ln>
        </p:spPr>
      </p:sp>
      <p:sp>
        <p:nvSpPr>
          <p:cNvPr id="52" name="t1-total">
            <a:extLst xmlns:a="http://schemas.openxmlformats.org/drawingml/2006/main">
              <a:ext uri="{FF2B5EF4-FFF2-40B4-BE49-F238E27FC236}">
                <a16:creationId xmlns:a16="http://schemas.microsoft.com/office/drawing/2014/main" id="{71DB3FDB-D747-43C8-BBE8-93FC0A22417B}"/>
              </a:ext>
            </a:extLst>
          </p:cNvPr>
          <p:cNvSpPr>
            <a:spLocks xmlns:a="http://schemas.openxmlformats.org/drawingml/2006/main" noGrp="1"/>
          </p:cNvSpPr>
          <p:nvPr/>
        </p:nvSpPr>
        <p:spPr>
          <a:xfrm xmlns:a="http://schemas.openxmlformats.org/drawingml/2006/main">
            <a:off x="6873769" y="70294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62.1 </a:t>
            </a:r>
            <a:r>
              <a:rPr sz="2250" b="0" i="1">
                <a:solidFill>
                  <a:srgbClr val="1E2E38"/>
                </a:solidFill>
                <a:latin typeface="Times New Roman"/>
                <a:ea typeface="Times New Roman"/>
                <a:cs typeface="Times New Roman"/>
              </a:rPr>
              <a:t>s</a:t>
            </a:r>
          </a:p>
        </p:txBody>
      </p:sp>
      <p:sp>
        <p:nvSpPr>
          <p:cNvPr id="53" name="t2-label">
            <a:extLst xmlns:a="http://schemas.openxmlformats.org/drawingml/2006/main">
              <a:ext uri="{FF2B5EF4-FFF2-40B4-BE49-F238E27FC236}">
                <a16:creationId xmlns:a16="http://schemas.microsoft.com/office/drawing/2014/main" id="{E234FCBE-046F-4F87-BFCD-175DC7D393CC}"/>
              </a:ext>
            </a:extLst>
          </p:cNvPr>
          <p:cNvSpPr>
            <a:spLocks xmlns:a="http://schemas.openxmlformats.org/drawingml/2006/main" noGrp="1"/>
          </p:cNvSpPr>
          <p:nvPr/>
        </p:nvSpPr>
        <p:spPr>
          <a:xfrm xmlns:a="http://schemas.openxmlformats.org/drawingml/2006/main">
            <a:off x="381000" y="74866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PatchCore 224 MPDD</a:t>
            </a:r>
          </a:p>
        </p:txBody>
      </p:sp>
      <p:sp>
        <p:nvSpPr>
          <p:cNvPr id="54" name="t2-retrieval">
            <a:extLst xmlns:a="http://schemas.openxmlformats.org/drawingml/2006/main">
              <a:ext uri="{FF2B5EF4-FFF2-40B4-BE49-F238E27FC236}">
                <a16:creationId xmlns:a16="http://schemas.microsoft.com/office/drawing/2014/main" id="{ACF3DFDC-17EE-499F-AC00-BB6DF37D5F8A}"/>
              </a:ext>
            </a:extLst>
          </p:cNvPr>
          <p:cNvSpPr>
            <a:spLocks xmlns:a="http://schemas.openxmlformats.org/drawingml/2006/main" noGrp="1"/>
          </p:cNvSpPr>
          <p:nvPr/>
        </p:nvSpPr>
        <p:spPr>
          <a:xfrm xmlns:a="http://schemas.openxmlformats.org/drawingml/2006/main">
            <a:off x="4476750" y="7534275"/>
            <a:ext cx="5274733" cy="209550"/>
          </a:xfrm>
          <a:prstGeom xmlns:a="http://schemas.openxmlformats.org/drawingml/2006/main" prst="rect">
            <a:avLst/>
          </a:prstGeom>
          <a:solidFill xmlns:a="http://schemas.openxmlformats.org/drawingml/2006/main">
            <a:srgbClr val="B27C20"/>
          </a:solidFill>
          <a:ln xmlns:a="http://schemas.openxmlformats.org/drawingml/2006/main" w="0">
            <a:noFill/>
            <a:prstDash val="solid"/>
          </a:ln>
        </p:spPr>
      </p:sp>
      <p:sp>
        <p:nvSpPr>
          <p:cNvPr id="55" name="t2-retrieval-t">
            <a:extLst xmlns:a="http://schemas.openxmlformats.org/drawingml/2006/main">
              <a:ext uri="{FF2B5EF4-FFF2-40B4-BE49-F238E27FC236}">
                <a16:creationId xmlns:a16="http://schemas.microsoft.com/office/drawing/2014/main" id="{1649A971-2B41-43B5-A5C6-D85D83F03E95}"/>
              </a:ext>
            </a:extLst>
          </p:cNvPr>
          <p:cNvSpPr>
            <a:spLocks xmlns:a="http://schemas.openxmlformats.org/drawingml/2006/main" noGrp="1"/>
          </p:cNvSpPr>
          <p:nvPr/>
        </p:nvSpPr>
        <p:spPr>
          <a:xfrm xmlns:a="http://schemas.openxmlformats.org/drawingml/2006/main">
            <a:off x="4476750" y="7496175"/>
            <a:ext cx="5274733"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FFFFFF"/>
                </a:solidFill>
                <a:latin typeface="Times New Roman"/>
                <a:ea typeface="Times New Roman"/>
                <a:cs typeface="Times New Roman"/>
              </a:defRPr>
            </a:pPr>
            <a:r>
              <a:rPr sz="2250" b="0" i="0">
                <a:solidFill>
                  <a:srgbClr val="FFFFFF"/>
                </a:solidFill>
                <a:latin typeface="Times New Roman"/>
                <a:ea typeface="Times New Roman"/>
                <a:cs typeface="Times New Roman"/>
              </a:rPr>
              <a:t>142.4</a:t>
            </a:r>
          </a:p>
        </p:txBody>
      </p:sp>
      <p:sp>
        <p:nvSpPr>
          <p:cNvPr id="56" name="t2-total">
            <a:extLst xmlns:a="http://schemas.openxmlformats.org/drawingml/2006/main">
              <a:ext uri="{FF2B5EF4-FFF2-40B4-BE49-F238E27FC236}">
                <a16:creationId xmlns:a16="http://schemas.microsoft.com/office/drawing/2014/main" id="{44CB67EC-7FA2-47AC-8040-EEDDC3F01ABF}"/>
              </a:ext>
            </a:extLst>
          </p:cNvPr>
          <p:cNvSpPr>
            <a:spLocks xmlns:a="http://schemas.openxmlformats.org/drawingml/2006/main" noGrp="1"/>
          </p:cNvSpPr>
          <p:nvPr/>
        </p:nvSpPr>
        <p:spPr>
          <a:xfrm xmlns:a="http://schemas.openxmlformats.org/drawingml/2006/main">
            <a:off x="9846733" y="74866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142.4 </a:t>
            </a:r>
            <a:r>
              <a:rPr sz="2250" b="0" i="1">
                <a:solidFill>
                  <a:srgbClr val="1E2E38"/>
                </a:solidFill>
                <a:latin typeface="Times New Roman"/>
                <a:ea typeface="Times New Roman"/>
                <a:cs typeface="Times New Roman"/>
              </a:rPr>
              <a:t>s</a:t>
            </a:r>
          </a:p>
        </p:txBody>
      </p:sp>
      <p:sp>
        <p:nvSpPr>
          <p:cNvPr id="57" name="t3-label">
            <a:extLst xmlns:a="http://schemas.openxmlformats.org/drawingml/2006/main">
              <a:ext uri="{FF2B5EF4-FFF2-40B4-BE49-F238E27FC236}">
                <a16:creationId xmlns:a16="http://schemas.microsoft.com/office/drawing/2014/main" id="{34F4240E-FCE1-47B1-A0B8-335567BA8C7B}"/>
              </a:ext>
            </a:extLst>
          </p:cNvPr>
          <p:cNvSpPr>
            <a:spLocks xmlns:a="http://schemas.openxmlformats.org/drawingml/2006/main" noGrp="1"/>
          </p:cNvSpPr>
          <p:nvPr/>
        </p:nvSpPr>
        <p:spPr>
          <a:xfrm xmlns:a="http://schemas.openxmlformats.org/drawingml/2006/main">
            <a:off x="381000" y="79438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PatchCore 224 BTAD</a:t>
            </a:r>
          </a:p>
        </p:txBody>
      </p:sp>
      <p:sp>
        <p:nvSpPr>
          <p:cNvPr id="58" name="t3-retrieval">
            <a:extLst xmlns:a="http://schemas.openxmlformats.org/drawingml/2006/main">
              <a:ext uri="{FF2B5EF4-FFF2-40B4-BE49-F238E27FC236}">
                <a16:creationId xmlns:a16="http://schemas.microsoft.com/office/drawing/2014/main" id="{A730228D-530C-4935-8BA7-8927043F0534}"/>
              </a:ext>
            </a:extLst>
          </p:cNvPr>
          <p:cNvSpPr>
            <a:spLocks xmlns:a="http://schemas.openxmlformats.org/drawingml/2006/main" noGrp="1"/>
          </p:cNvSpPr>
          <p:nvPr/>
        </p:nvSpPr>
        <p:spPr>
          <a:xfrm xmlns:a="http://schemas.openxmlformats.org/drawingml/2006/main">
            <a:off x="4476750" y="7991475"/>
            <a:ext cx="5711825" cy="209550"/>
          </a:xfrm>
          <a:prstGeom xmlns:a="http://schemas.openxmlformats.org/drawingml/2006/main" prst="rect">
            <a:avLst/>
          </a:prstGeom>
          <a:solidFill xmlns:a="http://schemas.openxmlformats.org/drawingml/2006/main">
            <a:srgbClr val="B27C20"/>
          </a:solidFill>
          <a:ln xmlns:a="http://schemas.openxmlformats.org/drawingml/2006/main" w="0">
            <a:noFill/>
            <a:prstDash val="solid"/>
          </a:ln>
        </p:spPr>
      </p:sp>
      <p:sp>
        <p:nvSpPr>
          <p:cNvPr id="59" name="t3-retrieval-t">
            <a:extLst xmlns:a="http://schemas.openxmlformats.org/drawingml/2006/main">
              <a:ext uri="{FF2B5EF4-FFF2-40B4-BE49-F238E27FC236}">
                <a16:creationId xmlns:a16="http://schemas.microsoft.com/office/drawing/2014/main" id="{F1C882A1-DDA4-406D-BBEF-0B3C007E272F}"/>
              </a:ext>
            </a:extLst>
          </p:cNvPr>
          <p:cNvSpPr>
            <a:spLocks xmlns:a="http://schemas.openxmlformats.org/drawingml/2006/main" noGrp="1"/>
          </p:cNvSpPr>
          <p:nvPr/>
        </p:nvSpPr>
        <p:spPr>
          <a:xfrm xmlns:a="http://schemas.openxmlformats.org/drawingml/2006/main">
            <a:off x="4476750" y="7953375"/>
            <a:ext cx="57118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FFFFFF"/>
                </a:solidFill>
                <a:latin typeface="Times New Roman"/>
                <a:ea typeface="Times New Roman"/>
                <a:cs typeface="Times New Roman"/>
              </a:defRPr>
            </a:pPr>
            <a:r>
              <a:rPr sz="2250" b="0" i="0">
                <a:solidFill>
                  <a:srgbClr val="FFFFFF"/>
                </a:solidFill>
                <a:latin typeface="Times New Roman"/>
                <a:ea typeface="Times New Roman"/>
                <a:cs typeface="Times New Roman"/>
              </a:rPr>
              <a:t>154.2</a:t>
            </a:r>
          </a:p>
        </p:txBody>
      </p:sp>
      <p:sp>
        <p:nvSpPr>
          <p:cNvPr id="60" name="t3-total">
            <a:extLst xmlns:a="http://schemas.openxmlformats.org/drawingml/2006/main">
              <a:ext uri="{FF2B5EF4-FFF2-40B4-BE49-F238E27FC236}">
                <a16:creationId xmlns:a16="http://schemas.microsoft.com/office/drawing/2014/main" id="{EAC0DBB2-6374-43E6-864D-955A2D27CC6F}"/>
              </a:ext>
            </a:extLst>
          </p:cNvPr>
          <p:cNvSpPr>
            <a:spLocks xmlns:a="http://schemas.openxmlformats.org/drawingml/2006/main" noGrp="1"/>
          </p:cNvSpPr>
          <p:nvPr/>
        </p:nvSpPr>
        <p:spPr>
          <a:xfrm xmlns:a="http://schemas.openxmlformats.org/drawingml/2006/main">
            <a:off x="10283825" y="7943850"/>
            <a:ext cx="142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154.2 </a:t>
            </a:r>
            <a:r>
              <a:rPr sz="2250" b="0" i="1">
                <a:solidFill>
                  <a:srgbClr val="1E2E38"/>
                </a:solidFill>
                <a:latin typeface="Times New Roman"/>
                <a:ea typeface="Times New Roman"/>
                <a:cs typeface="Times New Roman"/>
              </a:rPr>
              <a:t>s</a:t>
            </a:r>
          </a:p>
        </p:txBody>
      </p:sp>
    </p:spTree>
    <p:extLst>
      <p:ext uri="{BB962C8B-B14F-4D97-AF65-F5344CB8AC3E}">
        <p14:creationId xmlns:p14="http://schemas.microsoft.com/office/powerpoint/2010/main" val="19642015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band-a">
            <a:extLst xmlns:a="http://schemas.openxmlformats.org/drawingml/2006/main">
              <a:ext uri="{FF2B5EF4-FFF2-40B4-BE49-F238E27FC236}">
                <a16:creationId xmlns:a16="http://schemas.microsoft.com/office/drawing/2014/main" id="{DAFF06F2-2CDF-4556-B9C9-97B92E62D26C}"/>
              </a:ext>
            </a:extLst>
          </p:cNvPr>
          <p:cNvSpPr>
            <a:spLocks xmlns:a="http://schemas.openxmlformats.org/drawingml/2006/main" noGrp="1"/>
          </p:cNvSpPr>
          <p:nvPr/>
        </p:nvSpPr>
        <p:spPr>
          <a:xfrm xmlns:a="http://schemas.openxmlformats.org/drawingml/2006/main">
            <a:off x="152400" y="76200"/>
            <a:ext cx="11887200" cy="3448050"/>
          </a:xfrm>
          <a:prstGeom xmlns:a="http://schemas.openxmlformats.org/drawingml/2006/main" prst="rect">
            <a:avLst/>
          </a:prstGeom>
          <a:solidFill xmlns:a="http://schemas.openxmlformats.org/drawingml/2006/main">
            <a:srgbClr val="F4F9FC"/>
          </a:solidFill>
          <a:ln xmlns:a="http://schemas.openxmlformats.org/drawingml/2006/main" w="0">
            <a:noFill/>
            <a:prstDash val="solid"/>
          </a:ln>
        </p:spPr>
      </p:sp>
      <p:sp>
        <p:nvSpPr>
          <p:cNvPr id="2" name="band-b">
            <a:extLst xmlns:a="http://schemas.openxmlformats.org/drawingml/2006/main">
              <a:ext uri="{FF2B5EF4-FFF2-40B4-BE49-F238E27FC236}">
                <a16:creationId xmlns:a16="http://schemas.microsoft.com/office/drawing/2014/main" id="{BAE3878C-42B1-46D2-9214-5606D92BEE0E}"/>
              </a:ext>
            </a:extLst>
          </p:cNvPr>
          <p:cNvSpPr>
            <a:spLocks xmlns:a="http://schemas.openxmlformats.org/drawingml/2006/main" noGrp="1"/>
          </p:cNvSpPr>
          <p:nvPr/>
        </p:nvSpPr>
        <p:spPr>
          <a:xfrm xmlns:a="http://schemas.openxmlformats.org/drawingml/2006/main">
            <a:off x="152400" y="3657600"/>
            <a:ext cx="11887200" cy="2438400"/>
          </a:xfrm>
          <a:prstGeom xmlns:a="http://schemas.openxmlformats.org/drawingml/2006/main" prst="rect">
            <a:avLst/>
          </a:prstGeom>
          <a:solidFill xmlns:a="http://schemas.openxmlformats.org/drawingml/2006/main">
            <a:srgbClr val="FDF8F1"/>
          </a:solidFill>
          <a:ln xmlns:a="http://schemas.openxmlformats.org/drawingml/2006/main" w="0">
            <a:noFill/>
            <a:prstDash val="solid"/>
          </a:ln>
        </p:spPr>
      </p:sp>
      <p:sp>
        <p:nvSpPr>
          <p:cNvPr id="3" name="band-c">
            <a:extLst xmlns:a="http://schemas.openxmlformats.org/drawingml/2006/main">
              <a:ext uri="{FF2B5EF4-FFF2-40B4-BE49-F238E27FC236}">
                <a16:creationId xmlns:a16="http://schemas.microsoft.com/office/drawing/2014/main" id="{433C5407-4614-48BC-AA73-6F9F2F41A0D3}"/>
              </a:ext>
            </a:extLst>
          </p:cNvPr>
          <p:cNvSpPr>
            <a:spLocks xmlns:a="http://schemas.openxmlformats.org/drawingml/2006/main" noGrp="1"/>
          </p:cNvSpPr>
          <p:nvPr/>
        </p:nvSpPr>
        <p:spPr>
          <a:xfrm xmlns:a="http://schemas.openxmlformats.org/drawingml/2006/main">
            <a:off x="152400" y="6172200"/>
            <a:ext cx="11887200" cy="2247900"/>
          </a:xfrm>
          <a:prstGeom xmlns:a="http://schemas.openxmlformats.org/drawingml/2006/main" prst="rect">
            <a:avLst/>
          </a:prstGeom>
          <a:solidFill xmlns:a="http://schemas.openxmlformats.org/drawingml/2006/main">
            <a:srgbClr val="F7F8F9"/>
          </a:solidFill>
          <a:ln xmlns:a="http://schemas.openxmlformats.org/drawingml/2006/main" w="0">
            <a:noFill/>
            <a:prstDash val="solid"/>
          </a:ln>
        </p:spPr>
      </p:sp>
      <p:sp>
        <p:nvSpPr>
          <p:cNvPr id="4" name="sec-a-chip">
            <a:extLst xmlns:a="http://schemas.openxmlformats.org/drawingml/2006/main">
              <a:ext uri="{FF2B5EF4-FFF2-40B4-BE49-F238E27FC236}">
                <a16:creationId xmlns:a16="http://schemas.microsoft.com/office/drawing/2014/main" id="{A4535C19-FEA7-409E-ABBD-884627A058B6}"/>
              </a:ext>
            </a:extLst>
          </p:cNvPr>
          <p:cNvSpPr>
            <a:spLocks xmlns:a="http://schemas.openxmlformats.org/drawingml/2006/main" noGrp="1"/>
          </p:cNvSpPr>
          <p:nvPr/>
        </p:nvSpPr>
        <p:spPr>
          <a:xfrm xmlns:a="http://schemas.openxmlformats.org/drawingml/2006/main">
            <a:off x="304800" y="1714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5" name="sec-a-chip-text">
            <a:extLst xmlns:a="http://schemas.openxmlformats.org/drawingml/2006/main">
              <a:ext uri="{FF2B5EF4-FFF2-40B4-BE49-F238E27FC236}">
                <a16:creationId xmlns:a16="http://schemas.microsoft.com/office/drawing/2014/main" id="{E3DB11BE-6478-464E-9EEE-95BB1E925077}"/>
              </a:ext>
            </a:extLst>
          </p:cNvPr>
          <p:cNvSpPr>
            <a:spLocks xmlns:a="http://schemas.openxmlformats.org/drawingml/2006/main" noGrp="1"/>
          </p:cNvSpPr>
          <p:nvPr/>
        </p:nvSpPr>
        <p:spPr>
          <a:xfrm xmlns:a="http://schemas.openxmlformats.org/drawingml/2006/main">
            <a:off x="323850" y="1714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a</a:t>
            </a:r>
          </a:p>
        </p:txBody>
      </p:sp>
      <p:sp>
        <p:nvSpPr>
          <p:cNvPr id="6" name="sec-a">
            <a:extLst xmlns:a="http://schemas.openxmlformats.org/drawingml/2006/main">
              <a:ext uri="{FF2B5EF4-FFF2-40B4-BE49-F238E27FC236}">
                <a16:creationId xmlns:a16="http://schemas.microsoft.com/office/drawing/2014/main" id="{A387F546-8F24-49F3-B969-1B615BACE399}"/>
              </a:ext>
            </a:extLst>
          </p:cNvPr>
          <p:cNvSpPr>
            <a:spLocks xmlns:a="http://schemas.openxmlformats.org/drawingml/2006/main" noGrp="1"/>
          </p:cNvSpPr>
          <p:nvPr/>
        </p:nvSpPr>
        <p:spPr>
          <a:xfrm xmlns:a="http://schemas.openxmlformats.org/drawingml/2006/main">
            <a:off x="876300" y="133350"/>
            <a:ext cx="857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The four branches and their native geometry</a:t>
            </a:r>
          </a:p>
        </p:txBody>
      </p:sp>
      <p:sp>
        <p:nvSpPr>
          <p:cNvPr id="7" name="enc-B">
            <a:extLst xmlns:a="http://schemas.openxmlformats.org/drawingml/2006/main">
              <a:ext uri="{FF2B5EF4-FFF2-40B4-BE49-F238E27FC236}">
                <a16:creationId xmlns:a16="http://schemas.microsoft.com/office/drawing/2014/main" id="{80CC7D28-396C-4359-9C50-E422DACB7EF7}"/>
              </a:ext>
            </a:extLst>
          </p:cNvPr>
          <p:cNvSpPr>
            <a:spLocks xmlns:a="http://schemas.openxmlformats.org/drawingml/2006/main" noGrp="1"/>
          </p:cNvSpPr>
          <p:nvPr/>
        </p:nvSpPr>
        <p:spPr>
          <a:xfrm xmlns:a="http://schemas.openxmlformats.org/drawingml/2006/main">
            <a:off x="228600" y="685800"/>
            <a:ext cx="2895600" cy="2762250"/>
          </a:xfrm>
          <a:prstGeom xmlns:a="http://schemas.openxmlformats.org/drawingml/2006/main" prst="roundRect">
            <a:avLst>
              <a:gd name="adj" fmla="val 2759"/>
            </a:avLst>
          </a:prstGeom>
          <a:solidFill xmlns:a="http://schemas.openxmlformats.org/drawingml/2006/main">
            <a:srgbClr val="FFFFFF"/>
          </a:solidFill>
          <a:ln xmlns:a="http://schemas.openxmlformats.org/drawingml/2006/main" w="15240">
            <a:solidFill>
              <a:srgbClr val="CBD6DC"/>
            </a:solidFill>
            <a:prstDash val="solid"/>
          </a:ln>
        </p:spPr>
      </p:sp>
      <p:sp>
        <p:nvSpPr>
          <p:cNvPr id="8" name="enc-B-tag">
            <a:extLst xmlns:a="http://schemas.openxmlformats.org/drawingml/2006/main">
              <a:ext uri="{FF2B5EF4-FFF2-40B4-BE49-F238E27FC236}">
                <a16:creationId xmlns:a16="http://schemas.microsoft.com/office/drawing/2014/main" id="{809A94BF-C856-4258-BDB4-215457A69A74}"/>
              </a:ext>
            </a:extLst>
          </p:cNvPr>
          <p:cNvSpPr>
            <a:spLocks xmlns:a="http://schemas.openxmlformats.org/drawingml/2006/main" noGrp="1"/>
          </p:cNvSpPr>
          <p:nvPr/>
        </p:nvSpPr>
        <p:spPr>
          <a:xfrm xmlns:a="http://schemas.openxmlformats.org/drawingml/2006/main">
            <a:off x="342900" y="762000"/>
            <a:ext cx="4191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9" name="enc-B-tag-text">
            <a:extLst xmlns:a="http://schemas.openxmlformats.org/drawingml/2006/main">
              <a:ext uri="{FF2B5EF4-FFF2-40B4-BE49-F238E27FC236}">
                <a16:creationId xmlns:a16="http://schemas.microsoft.com/office/drawing/2014/main" id="{A1FAAA0F-024D-4E07-BBFE-EEFC565679E4}"/>
              </a:ext>
            </a:extLst>
          </p:cNvPr>
          <p:cNvSpPr>
            <a:spLocks xmlns:a="http://schemas.openxmlformats.org/drawingml/2006/main" noGrp="1"/>
          </p:cNvSpPr>
          <p:nvPr/>
        </p:nvSpPr>
        <p:spPr>
          <a:xfrm xmlns:a="http://schemas.openxmlformats.org/drawingml/2006/main">
            <a:off x="381000" y="762000"/>
            <a:ext cx="34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B</a:t>
            </a:r>
          </a:p>
        </p:txBody>
      </p:sp>
      <p:sp>
        <p:nvSpPr>
          <p:cNvPr id="10" name="enc-B-title">
            <a:extLst xmlns:a="http://schemas.openxmlformats.org/drawingml/2006/main">
              <a:ext uri="{FF2B5EF4-FFF2-40B4-BE49-F238E27FC236}">
                <a16:creationId xmlns:a16="http://schemas.microsoft.com/office/drawing/2014/main" id="{0CF0E435-0AAB-46F6-81F0-39CF73E7CFAA}"/>
              </a:ext>
            </a:extLst>
          </p:cNvPr>
          <p:cNvSpPr>
            <a:spLocks xmlns:a="http://schemas.openxmlformats.org/drawingml/2006/main" noGrp="1"/>
          </p:cNvSpPr>
          <p:nvPr/>
        </p:nvSpPr>
        <p:spPr>
          <a:xfrm xmlns:a="http://schemas.openxmlformats.org/drawingml/2006/main">
            <a:off x="819150" y="7620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1" i="0">
                <a:solidFill>
                  <a:srgbClr val="1E2E38"/>
                </a:solidFill>
                <a:latin typeface="Times New Roman"/>
                <a:ea typeface="Times New Roman"/>
                <a:cs typeface="Times New Roman"/>
              </a:rPr>
              <a:t>DINOv2-</a:t>
            </a:r>
            <a:r>
              <a:rPr sz="2250" b="1" i="1">
                <a:solidFill>
                  <a:srgbClr val="1E2E38"/>
                </a:solidFill>
                <a:latin typeface="Times New Roman"/>
                <a:ea typeface="Times New Roman"/>
                <a:cs typeface="Times New Roman"/>
              </a:rPr>
              <a:t>B</a:t>
            </a:r>
          </a:p>
        </p:txBody>
      </p:sp>
      <p:sp>
        <p:nvSpPr>
          <p:cNvPr id="11" name="enc-B-r0">
            <a:extLst xmlns:a="http://schemas.openxmlformats.org/drawingml/2006/main">
              <a:ext uri="{FF2B5EF4-FFF2-40B4-BE49-F238E27FC236}">
                <a16:creationId xmlns:a16="http://schemas.microsoft.com/office/drawing/2014/main" id="{7E8B78C9-85EC-4460-8EC4-484CF847B11D}"/>
              </a:ext>
            </a:extLst>
          </p:cNvPr>
          <p:cNvSpPr>
            <a:spLocks xmlns:a="http://schemas.openxmlformats.org/drawingml/2006/main" noGrp="1"/>
          </p:cNvSpPr>
          <p:nvPr/>
        </p:nvSpPr>
        <p:spPr>
          <a:xfrm xmlns:a="http://schemas.openxmlformats.org/drawingml/2006/main">
            <a:off x="342900" y="1447800"/>
            <a:ext cx="2667000" cy="361950"/>
          </a:xfrm>
          <a:prstGeom xmlns:a="http://schemas.openxmlformats.org/drawingml/2006/main" prst="roundRect">
            <a:avLst>
              <a:gd name="adj" fmla="val 15789"/>
            </a:avLst>
          </a:prstGeom>
          <a:solidFill xmlns:a="http://schemas.openxmlformats.org/drawingml/2006/main">
            <a:srgbClr val="EDF1F3"/>
          </a:solidFill>
          <a:ln xmlns:a="http://schemas.openxmlformats.org/drawingml/2006/main" w="15240">
            <a:solidFill>
              <a:srgbClr val="94A5AE"/>
            </a:solidFill>
            <a:prstDash val="solid"/>
          </a:ln>
        </p:spPr>
      </p:sp>
      <p:sp>
        <p:nvSpPr>
          <p:cNvPr id="12" name="enc-B-r0-t">
            <a:extLst xmlns:a="http://schemas.openxmlformats.org/drawingml/2006/main">
              <a:ext uri="{FF2B5EF4-FFF2-40B4-BE49-F238E27FC236}">
                <a16:creationId xmlns:a16="http://schemas.microsoft.com/office/drawing/2014/main" id="{F12D9F15-1472-4B25-98FE-5676555C9758}"/>
              </a:ext>
            </a:extLst>
          </p:cNvPr>
          <p:cNvSpPr>
            <a:spLocks xmlns:a="http://schemas.openxmlformats.org/drawingml/2006/main" noGrp="1"/>
          </p:cNvSpPr>
          <p:nvPr/>
        </p:nvSpPr>
        <p:spPr>
          <a:xfrm xmlns:a="http://schemas.openxmlformats.org/drawingml/2006/main">
            <a:off x="381000" y="14478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ViT-</a:t>
            </a:r>
            <a:r>
              <a:rPr sz="2250" b="0" i="1">
                <a:solidFill>
                  <a:srgbClr val="1E2E38"/>
                </a:solidFill>
                <a:latin typeface="Times New Roman"/>
                <a:ea typeface="Times New Roman"/>
                <a:cs typeface="Times New Roman"/>
              </a:rPr>
              <a:t>B</a:t>
            </a:r>
            <a:r>
              <a:rPr sz="2250" b="0" i="0">
                <a:solidFill>
                  <a:srgbClr val="1E2E38"/>
                </a:solidFill>
                <a:latin typeface="Times New Roman"/>
                <a:ea typeface="Times New Roman"/>
                <a:cs typeface="Times New Roman"/>
              </a:rPr>
              <a:t>/14, frozen</a:t>
            </a:r>
          </a:p>
        </p:txBody>
      </p:sp>
      <p:sp>
        <p:nvSpPr>
          <p:cNvPr id="13" name="enc-B-r1">
            <a:extLst xmlns:a="http://schemas.openxmlformats.org/drawingml/2006/main">
              <a:ext uri="{FF2B5EF4-FFF2-40B4-BE49-F238E27FC236}">
                <a16:creationId xmlns:a16="http://schemas.microsoft.com/office/drawing/2014/main" id="{10D53D75-8E2C-4E5F-ABC4-6151CF3FF888}"/>
              </a:ext>
            </a:extLst>
          </p:cNvPr>
          <p:cNvSpPr>
            <a:spLocks xmlns:a="http://schemas.openxmlformats.org/drawingml/2006/main" noGrp="1"/>
          </p:cNvSpPr>
          <p:nvPr/>
        </p:nvSpPr>
        <p:spPr>
          <a:xfrm xmlns:a="http://schemas.openxmlformats.org/drawingml/2006/main">
            <a:off x="342900" y="1866900"/>
            <a:ext cx="2667000" cy="361950"/>
          </a:xfrm>
          <a:prstGeom xmlns:a="http://schemas.openxmlformats.org/drawingml/2006/main" prst="roundRect">
            <a:avLst>
              <a:gd name="adj" fmla="val 15789"/>
            </a:avLst>
          </a:prstGeom>
          <a:solidFill xmlns:a="http://schemas.openxmlformats.org/drawingml/2006/main">
            <a:srgbClr val="EEF5FA"/>
          </a:solidFill>
          <a:ln xmlns:a="http://schemas.openxmlformats.org/drawingml/2006/main" w="15240">
            <a:solidFill>
              <a:srgbClr val="2E6F9E"/>
            </a:solidFill>
            <a:prstDash val="solid"/>
          </a:ln>
        </p:spPr>
      </p:sp>
      <p:sp>
        <p:nvSpPr>
          <p:cNvPr id="14" name="enc-B-r1-t">
            <a:extLst xmlns:a="http://schemas.openxmlformats.org/drawingml/2006/main">
              <a:ext uri="{FF2B5EF4-FFF2-40B4-BE49-F238E27FC236}">
                <a16:creationId xmlns:a16="http://schemas.microsoft.com/office/drawing/2014/main" id="{437517D6-8CC3-4CBD-A83E-235CFC9C5AD4}"/>
              </a:ext>
            </a:extLst>
          </p:cNvPr>
          <p:cNvSpPr>
            <a:spLocks xmlns:a="http://schemas.openxmlformats.org/drawingml/2006/main" noGrp="1"/>
          </p:cNvSpPr>
          <p:nvPr/>
        </p:nvSpPr>
        <p:spPr>
          <a:xfrm xmlns:a="http://schemas.openxmlformats.org/drawingml/2006/main">
            <a:off x="381000" y="18669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448 canvas, cropped</a:t>
            </a:r>
          </a:p>
        </p:txBody>
      </p:sp>
      <p:sp>
        <p:nvSpPr>
          <p:cNvPr id="15" name="enc-B-r2">
            <a:extLst xmlns:a="http://schemas.openxmlformats.org/drawingml/2006/main">
              <a:ext uri="{FF2B5EF4-FFF2-40B4-BE49-F238E27FC236}">
                <a16:creationId xmlns:a16="http://schemas.microsoft.com/office/drawing/2014/main" id="{8B83A6CE-FC16-4440-A075-34235E2038E4}"/>
              </a:ext>
            </a:extLst>
          </p:cNvPr>
          <p:cNvSpPr>
            <a:spLocks xmlns:a="http://schemas.openxmlformats.org/drawingml/2006/main" noGrp="1"/>
          </p:cNvSpPr>
          <p:nvPr/>
        </p:nvSpPr>
        <p:spPr>
          <a:xfrm xmlns:a="http://schemas.openxmlformats.org/drawingml/2006/main">
            <a:off x="342900" y="2286000"/>
            <a:ext cx="26670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16" name="enc-B-r2-t">
            <a:extLst xmlns:a="http://schemas.openxmlformats.org/drawingml/2006/main">
              <a:ext uri="{FF2B5EF4-FFF2-40B4-BE49-F238E27FC236}">
                <a16:creationId xmlns:a16="http://schemas.microsoft.com/office/drawing/2014/main" id="{97C5FB41-5932-4EDF-ADB4-01DD86AA7FA2}"/>
              </a:ext>
            </a:extLst>
          </p:cNvPr>
          <p:cNvSpPr>
            <a:spLocks xmlns:a="http://schemas.openxmlformats.org/drawingml/2006/main" noGrp="1"/>
          </p:cNvSpPr>
          <p:nvPr/>
        </p:nvSpPr>
        <p:spPr>
          <a:xfrm xmlns:a="http://schemas.openxmlformats.org/drawingml/2006/main">
            <a:off x="381000" y="22860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32 × 32 patch tokens</a:t>
            </a:r>
          </a:p>
        </p:txBody>
      </p:sp>
      <p:sp>
        <p:nvSpPr>
          <p:cNvPr id="17" name="enc-B-r3">
            <a:extLst xmlns:a="http://schemas.openxmlformats.org/drawingml/2006/main">
              <a:ext uri="{FF2B5EF4-FFF2-40B4-BE49-F238E27FC236}">
                <a16:creationId xmlns:a16="http://schemas.microsoft.com/office/drawing/2014/main" id="{A1E87F1A-6888-4D79-8F8E-0F2924308325}"/>
              </a:ext>
            </a:extLst>
          </p:cNvPr>
          <p:cNvSpPr>
            <a:spLocks xmlns:a="http://schemas.openxmlformats.org/drawingml/2006/main" noGrp="1"/>
          </p:cNvSpPr>
          <p:nvPr/>
        </p:nvSpPr>
        <p:spPr>
          <a:xfrm xmlns:a="http://schemas.openxmlformats.org/drawingml/2006/main">
            <a:off x="342900" y="2705100"/>
            <a:ext cx="2667000" cy="361950"/>
          </a:xfrm>
          <a:prstGeom xmlns:a="http://schemas.openxmlformats.org/drawingml/2006/main" prst="roundRect">
            <a:avLst>
              <a:gd name="adj" fmla="val 15789"/>
            </a:avLst>
          </a:prstGeom>
          <a:solidFill xmlns:a="http://schemas.openxmlformats.org/drawingml/2006/main">
            <a:srgbClr val="DCEBF7"/>
          </a:solidFill>
          <a:ln xmlns:a="http://schemas.openxmlformats.org/drawingml/2006/main" w="15240">
            <a:solidFill>
              <a:srgbClr val="2E6F9E"/>
            </a:solidFill>
            <a:prstDash val="solid"/>
          </a:ln>
        </p:spPr>
      </p:sp>
      <p:sp>
        <p:nvSpPr>
          <p:cNvPr id="18" name="enc-B-r3-t">
            <a:extLst xmlns:a="http://schemas.openxmlformats.org/drawingml/2006/main">
              <a:ext uri="{FF2B5EF4-FFF2-40B4-BE49-F238E27FC236}">
                <a16:creationId xmlns:a16="http://schemas.microsoft.com/office/drawing/2014/main" id="{D1DFD0A2-6717-4DBC-8CA0-918193010CB0}"/>
              </a:ext>
            </a:extLst>
          </p:cNvPr>
          <p:cNvSpPr>
            <a:spLocks xmlns:a="http://schemas.openxmlformats.org/drawingml/2006/main" noGrp="1"/>
          </p:cNvSpPr>
          <p:nvPr/>
        </p:nvSpPr>
        <p:spPr>
          <a:xfrm xmlns:a="http://schemas.openxmlformats.org/drawingml/2006/main">
            <a:off x="381000" y="27051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768-</a:t>
            </a:r>
            <a:r>
              <a:rPr sz="2250" b="0" i="1">
                <a:solidFill>
                  <a:srgbClr val="1E2E38"/>
                </a:solidFill>
                <a:latin typeface="Times New Roman"/>
                <a:ea typeface="Times New Roman"/>
                <a:cs typeface="Times New Roman"/>
              </a:rPr>
              <a:t>D</a:t>
            </a:r>
            <a:r>
              <a:rPr sz="2250" b="0" i="0">
                <a:solidFill>
                  <a:srgbClr val="1E2E38"/>
                </a:solidFill>
                <a:latin typeface="Times New Roman"/>
                <a:ea typeface="Times New Roman"/>
                <a:cs typeface="Times New Roman"/>
              </a:rPr>
              <a:t>, ℓ2 unit</a:t>
            </a:r>
          </a:p>
        </p:txBody>
      </p:sp>
      <p:sp>
        <p:nvSpPr>
          <p:cNvPr id="19" name="enc-B-common">
            <a:extLst xmlns:a="http://schemas.openxmlformats.org/drawingml/2006/main">
              <a:ext uri="{FF2B5EF4-FFF2-40B4-BE49-F238E27FC236}">
                <a16:creationId xmlns:a16="http://schemas.microsoft.com/office/drawing/2014/main" id="{E9AD0F7D-ABEB-44F9-A8D6-A7ACFE207529}"/>
              </a:ext>
            </a:extLst>
          </p:cNvPr>
          <p:cNvSpPr>
            <a:spLocks xmlns:a="http://schemas.openxmlformats.org/drawingml/2006/main" noGrp="1"/>
          </p:cNvSpPr>
          <p:nvPr/>
        </p:nvSpPr>
        <p:spPr>
          <a:xfrm xmlns:a="http://schemas.openxmlformats.org/drawingml/2006/main">
            <a:off x="323850" y="3143250"/>
            <a:ext cx="2705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already on the grid</a:t>
            </a:r>
          </a:p>
        </p:txBody>
      </p:sp>
      <p:sp>
        <p:nvSpPr>
          <p:cNvPr id="20" name="enc-C">
            <a:extLst xmlns:a="http://schemas.openxmlformats.org/drawingml/2006/main">
              <a:ext uri="{FF2B5EF4-FFF2-40B4-BE49-F238E27FC236}">
                <a16:creationId xmlns:a16="http://schemas.microsoft.com/office/drawing/2014/main" id="{F2209B6B-954A-4EED-A009-393E5A3BA1C8}"/>
              </a:ext>
            </a:extLst>
          </p:cNvPr>
          <p:cNvSpPr>
            <a:spLocks xmlns:a="http://schemas.openxmlformats.org/drawingml/2006/main" noGrp="1"/>
          </p:cNvSpPr>
          <p:nvPr/>
        </p:nvSpPr>
        <p:spPr>
          <a:xfrm xmlns:a="http://schemas.openxmlformats.org/drawingml/2006/main">
            <a:off x="3200400" y="685800"/>
            <a:ext cx="2895600" cy="2762250"/>
          </a:xfrm>
          <a:prstGeom xmlns:a="http://schemas.openxmlformats.org/drawingml/2006/main" prst="roundRect">
            <a:avLst>
              <a:gd name="adj" fmla="val 2759"/>
            </a:avLst>
          </a:prstGeom>
          <a:solidFill xmlns:a="http://schemas.openxmlformats.org/drawingml/2006/main">
            <a:srgbClr val="FFFFFF"/>
          </a:solidFill>
          <a:ln xmlns:a="http://schemas.openxmlformats.org/drawingml/2006/main" w="15240">
            <a:solidFill>
              <a:srgbClr val="CBD6DC"/>
            </a:solidFill>
            <a:prstDash val="solid"/>
          </a:ln>
        </p:spPr>
      </p:sp>
      <p:sp>
        <p:nvSpPr>
          <p:cNvPr id="21" name="enc-C-tag">
            <a:extLst xmlns:a="http://schemas.openxmlformats.org/drawingml/2006/main">
              <a:ext uri="{FF2B5EF4-FFF2-40B4-BE49-F238E27FC236}">
                <a16:creationId xmlns:a16="http://schemas.microsoft.com/office/drawing/2014/main" id="{ED048BB4-3585-4529-AAC2-D5ED858E9991}"/>
              </a:ext>
            </a:extLst>
          </p:cNvPr>
          <p:cNvSpPr>
            <a:spLocks xmlns:a="http://schemas.openxmlformats.org/drawingml/2006/main" noGrp="1"/>
          </p:cNvSpPr>
          <p:nvPr/>
        </p:nvSpPr>
        <p:spPr>
          <a:xfrm xmlns:a="http://schemas.openxmlformats.org/drawingml/2006/main">
            <a:off x="3314700" y="762000"/>
            <a:ext cx="4191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22" name="enc-C-tag-text">
            <a:extLst xmlns:a="http://schemas.openxmlformats.org/drawingml/2006/main">
              <a:ext uri="{FF2B5EF4-FFF2-40B4-BE49-F238E27FC236}">
                <a16:creationId xmlns:a16="http://schemas.microsoft.com/office/drawing/2014/main" id="{BD67E437-A5F4-4F5C-A1FE-825E162A6B1A}"/>
              </a:ext>
            </a:extLst>
          </p:cNvPr>
          <p:cNvSpPr>
            <a:spLocks xmlns:a="http://schemas.openxmlformats.org/drawingml/2006/main" noGrp="1"/>
          </p:cNvSpPr>
          <p:nvPr/>
        </p:nvSpPr>
        <p:spPr>
          <a:xfrm xmlns:a="http://schemas.openxmlformats.org/drawingml/2006/main">
            <a:off x="3352800" y="762000"/>
            <a:ext cx="34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C</a:t>
            </a:r>
          </a:p>
        </p:txBody>
      </p:sp>
      <p:sp>
        <p:nvSpPr>
          <p:cNvPr id="23" name="enc-C-title">
            <a:extLst xmlns:a="http://schemas.openxmlformats.org/drawingml/2006/main">
              <a:ext uri="{FF2B5EF4-FFF2-40B4-BE49-F238E27FC236}">
                <a16:creationId xmlns:a16="http://schemas.microsoft.com/office/drawing/2014/main" id="{70B7D4F9-E692-444E-9A19-1226879BF8D3}"/>
              </a:ext>
            </a:extLst>
          </p:cNvPr>
          <p:cNvSpPr>
            <a:spLocks xmlns:a="http://schemas.openxmlformats.org/drawingml/2006/main" noGrp="1"/>
          </p:cNvSpPr>
          <p:nvPr/>
        </p:nvSpPr>
        <p:spPr>
          <a:xfrm xmlns:a="http://schemas.openxmlformats.org/drawingml/2006/main">
            <a:off x="3790950" y="7620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1" i="0">
                <a:solidFill>
                  <a:srgbClr val="1E2E38"/>
                </a:solidFill>
                <a:latin typeface="Times New Roman"/>
                <a:ea typeface="Times New Roman"/>
                <a:cs typeface="Times New Roman"/>
              </a:rPr>
              <a:t>AnomalyCLIP visual</a:t>
            </a:r>
          </a:p>
        </p:txBody>
      </p:sp>
      <p:sp>
        <p:nvSpPr>
          <p:cNvPr id="24" name="enc-C-r0">
            <a:extLst xmlns:a="http://schemas.openxmlformats.org/drawingml/2006/main">
              <a:ext uri="{FF2B5EF4-FFF2-40B4-BE49-F238E27FC236}">
                <a16:creationId xmlns:a16="http://schemas.microsoft.com/office/drawing/2014/main" id="{CDBD9947-79CB-4B83-A619-4348B30A5FB1}"/>
              </a:ext>
            </a:extLst>
          </p:cNvPr>
          <p:cNvSpPr>
            <a:spLocks xmlns:a="http://schemas.openxmlformats.org/drawingml/2006/main" noGrp="1"/>
          </p:cNvSpPr>
          <p:nvPr/>
        </p:nvSpPr>
        <p:spPr>
          <a:xfrm xmlns:a="http://schemas.openxmlformats.org/drawingml/2006/main">
            <a:off x="3314700" y="1447800"/>
            <a:ext cx="2667000" cy="361950"/>
          </a:xfrm>
          <a:prstGeom xmlns:a="http://schemas.openxmlformats.org/drawingml/2006/main" prst="roundRect">
            <a:avLst>
              <a:gd name="adj" fmla="val 15789"/>
            </a:avLst>
          </a:prstGeom>
          <a:solidFill xmlns:a="http://schemas.openxmlformats.org/drawingml/2006/main">
            <a:srgbClr val="EDF1F3"/>
          </a:solidFill>
          <a:ln xmlns:a="http://schemas.openxmlformats.org/drawingml/2006/main" w="15240">
            <a:solidFill>
              <a:srgbClr val="94A5AE"/>
            </a:solidFill>
            <a:prstDash val="solid"/>
          </a:ln>
        </p:spPr>
      </p:sp>
      <p:sp>
        <p:nvSpPr>
          <p:cNvPr id="25" name="enc-C-r0-t">
            <a:extLst xmlns:a="http://schemas.openxmlformats.org/drawingml/2006/main">
              <a:ext uri="{FF2B5EF4-FFF2-40B4-BE49-F238E27FC236}">
                <a16:creationId xmlns:a16="http://schemas.microsoft.com/office/drawing/2014/main" id="{F0AE3CC8-36B7-49C1-8B88-6D79E3F3F933}"/>
              </a:ext>
            </a:extLst>
          </p:cNvPr>
          <p:cNvSpPr>
            <a:spLocks xmlns:a="http://schemas.openxmlformats.org/drawingml/2006/main" noGrp="1"/>
          </p:cNvSpPr>
          <p:nvPr/>
        </p:nvSpPr>
        <p:spPr>
          <a:xfrm xmlns:a="http://schemas.openxmlformats.org/drawingml/2006/main">
            <a:off x="3352800" y="14478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ViT-</a:t>
            </a:r>
            <a:r>
              <a:rPr sz="2250" b="0" i="1">
                <a:solidFill>
                  <a:srgbClr val="1E2E38"/>
                </a:solidFill>
                <a:latin typeface="Times New Roman"/>
                <a:ea typeface="Times New Roman"/>
                <a:cs typeface="Times New Roman"/>
              </a:rPr>
              <a:t>L</a:t>
            </a:r>
            <a:r>
              <a:rPr sz="2250" b="0" i="0">
                <a:solidFill>
                  <a:srgbClr val="1E2E38"/>
                </a:solidFill>
                <a:latin typeface="Times New Roman"/>
                <a:ea typeface="Times New Roman"/>
                <a:cs typeface="Times New Roman"/>
              </a:rPr>
              <a:t>/14, frozen</a:t>
            </a:r>
          </a:p>
        </p:txBody>
      </p:sp>
      <p:sp>
        <p:nvSpPr>
          <p:cNvPr id="26" name="enc-C-r1">
            <a:extLst xmlns:a="http://schemas.openxmlformats.org/drawingml/2006/main">
              <a:ext uri="{FF2B5EF4-FFF2-40B4-BE49-F238E27FC236}">
                <a16:creationId xmlns:a16="http://schemas.microsoft.com/office/drawing/2014/main" id="{9B461AB8-32AC-4F6D-AD4A-0D00DB04750C}"/>
              </a:ext>
            </a:extLst>
          </p:cNvPr>
          <p:cNvSpPr>
            <a:spLocks xmlns:a="http://schemas.openxmlformats.org/drawingml/2006/main" noGrp="1"/>
          </p:cNvSpPr>
          <p:nvPr/>
        </p:nvSpPr>
        <p:spPr>
          <a:xfrm xmlns:a="http://schemas.openxmlformats.org/drawingml/2006/main">
            <a:off x="3314700" y="1866900"/>
            <a:ext cx="2667000" cy="361950"/>
          </a:xfrm>
          <a:prstGeom xmlns:a="http://schemas.openxmlformats.org/drawingml/2006/main" prst="roundRect">
            <a:avLst>
              <a:gd name="adj" fmla="val 15789"/>
            </a:avLst>
          </a:prstGeom>
          <a:solidFill xmlns:a="http://schemas.openxmlformats.org/drawingml/2006/main">
            <a:srgbClr val="FBF3E0"/>
          </a:solidFill>
          <a:ln xmlns:a="http://schemas.openxmlformats.org/drawingml/2006/main" w="15240">
            <a:solidFill>
              <a:srgbClr val="B27C20"/>
            </a:solidFill>
            <a:prstDash val="solid"/>
          </a:ln>
        </p:spPr>
      </p:sp>
      <p:sp>
        <p:nvSpPr>
          <p:cNvPr id="27" name="enc-C-r1-t">
            <a:extLst xmlns:a="http://schemas.openxmlformats.org/drawingml/2006/main">
              <a:ext uri="{FF2B5EF4-FFF2-40B4-BE49-F238E27FC236}">
                <a16:creationId xmlns:a16="http://schemas.microsoft.com/office/drawing/2014/main" id="{45820AFE-5A9C-4E4E-A0FC-9C3FF278248B}"/>
              </a:ext>
            </a:extLst>
          </p:cNvPr>
          <p:cNvSpPr>
            <a:spLocks xmlns:a="http://schemas.openxmlformats.org/drawingml/2006/main" noGrp="1"/>
          </p:cNvSpPr>
          <p:nvPr/>
        </p:nvSpPr>
        <p:spPr>
          <a:xfrm xmlns:a="http://schemas.openxmlformats.org/drawingml/2006/main">
            <a:off x="3352800" y="18669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518 × 518 input</a:t>
            </a:r>
          </a:p>
        </p:txBody>
      </p:sp>
      <p:sp>
        <p:nvSpPr>
          <p:cNvPr id="28" name="enc-C-r2">
            <a:extLst xmlns:a="http://schemas.openxmlformats.org/drawingml/2006/main">
              <a:ext uri="{FF2B5EF4-FFF2-40B4-BE49-F238E27FC236}">
                <a16:creationId xmlns:a16="http://schemas.microsoft.com/office/drawing/2014/main" id="{970D9A04-D586-484C-BB4A-0DA46A023B7D}"/>
              </a:ext>
            </a:extLst>
          </p:cNvPr>
          <p:cNvSpPr>
            <a:spLocks xmlns:a="http://schemas.openxmlformats.org/drawingml/2006/main" noGrp="1"/>
          </p:cNvSpPr>
          <p:nvPr/>
        </p:nvSpPr>
        <p:spPr>
          <a:xfrm xmlns:a="http://schemas.openxmlformats.org/drawingml/2006/main">
            <a:off x="3314700" y="2286000"/>
            <a:ext cx="26670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29" name="enc-C-r2-t">
            <a:extLst xmlns:a="http://schemas.openxmlformats.org/drawingml/2006/main">
              <a:ext uri="{FF2B5EF4-FFF2-40B4-BE49-F238E27FC236}">
                <a16:creationId xmlns:a16="http://schemas.microsoft.com/office/drawing/2014/main" id="{8E74D4BF-B163-4B70-9F34-DF1760F51091}"/>
              </a:ext>
            </a:extLst>
          </p:cNvPr>
          <p:cNvSpPr>
            <a:spLocks xmlns:a="http://schemas.openxmlformats.org/drawingml/2006/main" noGrp="1"/>
          </p:cNvSpPr>
          <p:nvPr/>
        </p:nvSpPr>
        <p:spPr>
          <a:xfrm xmlns:a="http://schemas.openxmlformats.org/drawingml/2006/main">
            <a:off x="3352800" y="22860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37 × 37 patch tokens</a:t>
            </a:r>
          </a:p>
        </p:txBody>
      </p:sp>
      <p:sp>
        <p:nvSpPr>
          <p:cNvPr id="30" name="enc-C-r3">
            <a:extLst xmlns:a="http://schemas.openxmlformats.org/drawingml/2006/main">
              <a:ext uri="{FF2B5EF4-FFF2-40B4-BE49-F238E27FC236}">
                <a16:creationId xmlns:a16="http://schemas.microsoft.com/office/drawing/2014/main" id="{48474BAB-2C4E-4D69-81E0-B69FCC616668}"/>
              </a:ext>
            </a:extLst>
          </p:cNvPr>
          <p:cNvSpPr>
            <a:spLocks xmlns:a="http://schemas.openxmlformats.org/drawingml/2006/main" noGrp="1"/>
          </p:cNvSpPr>
          <p:nvPr/>
        </p:nvSpPr>
        <p:spPr>
          <a:xfrm xmlns:a="http://schemas.openxmlformats.org/drawingml/2006/main">
            <a:off x="3314700" y="2705100"/>
            <a:ext cx="2667000" cy="361950"/>
          </a:xfrm>
          <a:prstGeom xmlns:a="http://schemas.openxmlformats.org/drawingml/2006/main" prst="roundRect">
            <a:avLst>
              <a:gd name="adj" fmla="val 15789"/>
            </a:avLst>
          </a:prstGeom>
          <a:solidFill xmlns:a="http://schemas.openxmlformats.org/drawingml/2006/main">
            <a:srgbClr val="FFF0CF"/>
          </a:solidFill>
          <a:ln xmlns:a="http://schemas.openxmlformats.org/drawingml/2006/main" w="15240">
            <a:solidFill>
              <a:srgbClr val="B27C20"/>
            </a:solidFill>
            <a:prstDash val="solid"/>
          </a:ln>
        </p:spPr>
      </p:sp>
      <p:sp>
        <p:nvSpPr>
          <p:cNvPr id="31" name="enc-C-r3-t">
            <a:extLst xmlns:a="http://schemas.openxmlformats.org/drawingml/2006/main">
              <a:ext uri="{FF2B5EF4-FFF2-40B4-BE49-F238E27FC236}">
                <a16:creationId xmlns:a16="http://schemas.microsoft.com/office/drawing/2014/main" id="{F322BB5E-1F84-4C54-BB4D-C51913546D65}"/>
              </a:ext>
            </a:extLst>
          </p:cNvPr>
          <p:cNvSpPr>
            <a:spLocks xmlns:a="http://schemas.openxmlformats.org/drawingml/2006/main" noGrp="1"/>
          </p:cNvSpPr>
          <p:nvPr/>
        </p:nvSpPr>
        <p:spPr>
          <a:xfrm xmlns:a="http://schemas.openxmlformats.org/drawingml/2006/main">
            <a:off x="3352800" y="27051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projected to 768-</a:t>
            </a:r>
            <a:r>
              <a:rPr sz="2250" b="0" i="1">
                <a:solidFill>
                  <a:srgbClr val="1E2E38"/>
                </a:solidFill>
                <a:latin typeface="Times New Roman"/>
                <a:ea typeface="Times New Roman"/>
                <a:cs typeface="Times New Roman"/>
              </a:rPr>
              <a:t>D</a:t>
            </a:r>
          </a:p>
        </p:txBody>
      </p:sp>
      <p:sp>
        <p:nvSpPr>
          <p:cNvPr id="32" name="enc-C-common">
            <a:extLst xmlns:a="http://schemas.openxmlformats.org/drawingml/2006/main">
              <a:ext uri="{FF2B5EF4-FFF2-40B4-BE49-F238E27FC236}">
                <a16:creationId xmlns:a16="http://schemas.microsoft.com/office/drawing/2014/main" id="{0F4EA203-DCB5-4354-A09F-85C8307C71BB}"/>
              </a:ext>
            </a:extLst>
          </p:cNvPr>
          <p:cNvSpPr>
            <a:spLocks xmlns:a="http://schemas.openxmlformats.org/drawingml/2006/main" noGrp="1"/>
          </p:cNvSpPr>
          <p:nvPr/>
        </p:nvSpPr>
        <p:spPr>
          <a:xfrm xmlns:a="http://schemas.openxmlformats.org/drawingml/2006/main">
            <a:off x="3295650" y="3143250"/>
            <a:ext cx="2705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resampled to </a:t>
            </a:r>
            <a:r>
              <a:rPr sz="2250" b="0" i="1">
                <a:solidFill>
                  <a:srgbClr val="5E717C"/>
                </a:solidFill>
                <a:latin typeface="Times New Roman"/>
                <a:ea typeface="Times New Roman"/>
                <a:cs typeface="Times New Roman"/>
              </a:rPr>
              <a:t>B</a:t>
            </a:r>
            <a:r>
              <a:rPr sz="2250" b="0" i="0">
                <a:solidFill>
                  <a:srgbClr val="5E717C"/>
                </a:solidFill>
                <a:latin typeface="Times New Roman"/>
                <a:ea typeface="Times New Roman"/>
                <a:cs typeface="Times New Roman"/>
              </a:rPr>
              <a:t>'</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grid</a:t>
            </a:r>
          </a:p>
        </p:txBody>
      </p:sp>
      <p:sp>
        <p:nvSpPr>
          <p:cNvPr id="33" name="enc-S">
            <a:extLst xmlns:a="http://schemas.openxmlformats.org/drawingml/2006/main">
              <a:ext uri="{FF2B5EF4-FFF2-40B4-BE49-F238E27FC236}">
                <a16:creationId xmlns:a16="http://schemas.microsoft.com/office/drawing/2014/main" id="{BA77F6D9-474B-49E8-96ED-91146FB54BF3}"/>
              </a:ext>
            </a:extLst>
          </p:cNvPr>
          <p:cNvSpPr>
            <a:spLocks xmlns:a="http://schemas.openxmlformats.org/drawingml/2006/main" noGrp="1"/>
          </p:cNvSpPr>
          <p:nvPr/>
        </p:nvSpPr>
        <p:spPr>
          <a:xfrm xmlns:a="http://schemas.openxmlformats.org/drawingml/2006/main">
            <a:off x="6172200" y="685800"/>
            <a:ext cx="2895600" cy="2762250"/>
          </a:xfrm>
          <a:prstGeom xmlns:a="http://schemas.openxmlformats.org/drawingml/2006/main" prst="roundRect">
            <a:avLst>
              <a:gd name="adj" fmla="val 2759"/>
            </a:avLst>
          </a:prstGeom>
          <a:solidFill xmlns:a="http://schemas.openxmlformats.org/drawingml/2006/main">
            <a:srgbClr val="FFFFFF"/>
          </a:solidFill>
          <a:ln xmlns:a="http://schemas.openxmlformats.org/drawingml/2006/main" w="15240">
            <a:solidFill>
              <a:srgbClr val="CBD6DC"/>
            </a:solidFill>
            <a:prstDash val="solid"/>
          </a:ln>
        </p:spPr>
      </p:sp>
      <p:sp>
        <p:nvSpPr>
          <p:cNvPr id="34" name="enc-S-tag">
            <a:extLst xmlns:a="http://schemas.openxmlformats.org/drawingml/2006/main">
              <a:ext uri="{FF2B5EF4-FFF2-40B4-BE49-F238E27FC236}">
                <a16:creationId xmlns:a16="http://schemas.microsoft.com/office/drawing/2014/main" id="{BC7CF697-102F-42C6-B027-486D3367ABDB}"/>
              </a:ext>
            </a:extLst>
          </p:cNvPr>
          <p:cNvSpPr>
            <a:spLocks xmlns:a="http://schemas.openxmlformats.org/drawingml/2006/main" noGrp="1"/>
          </p:cNvSpPr>
          <p:nvPr/>
        </p:nvSpPr>
        <p:spPr>
          <a:xfrm xmlns:a="http://schemas.openxmlformats.org/drawingml/2006/main">
            <a:off x="6286500" y="762000"/>
            <a:ext cx="4191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35" name="enc-S-tag-text">
            <a:extLst xmlns:a="http://schemas.openxmlformats.org/drawingml/2006/main">
              <a:ext uri="{FF2B5EF4-FFF2-40B4-BE49-F238E27FC236}">
                <a16:creationId xmlns:a16="http://schemas.microsoft.com/office/drawing/2014/main" id="{BA1BC7A0-F513-4BB1-B743-BF96F4A706E9}"/>
              </a:ext>
            </a:extLst>
          </p:cNvPr>
          <p:cNvSpPr>
            <a:spLocks xmlns:a="http://schemas.openxmlformats.org/drawingml/2006/main" noGrp="1"/>
          </p:cNvSpPr>
          <p:nvPr/>
        </p:nvSpPr>
        <p:spPr>
          <a:xfrm xmlns:a="http://schemas.openxmlformats.org/drawingml/2006/main">
            <a:off x="6324600" y="762000"/>
            <a:ext cx="34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S</a:t>
            </a:r>
          </a:p>
        </p:txBody>
      </p:sp>
      <p:sp>
        <p:nvSpPr>
          <p:cNvPr id="36" name="enc-S-title">
            <a:extLst xmlns:a="http://schemas.openxmlformats.org/drawingml/2006/main">
              <a:ext uri="{FF2B5EF4-FFF2-40B4-BE49-F238E27FC236}">
                <a16:creationId xmlns:a16="http://schemas.microsoft.com/office/drawing/2014/main" id="{18F581B9-E479-4056-AFBD-D29EBA646CE7}"/>
              </a:ext>
            </a:extLst>
          </p:cNvPr>
          <p:cNvSpPr>
            <a:spLocks xmlns:a="http://schemas.openxmlformats.org/drawingml/2006/main" noGrp="1"/>
          </p:cNvSpPr>
          <p:nvPr/>
        </p:nvSpPr>
        <p:spPr>
          <a:xfrm xmlns:a="http://schemas.openxmlformats.org/drawingml/2006/main">
            <a:off x="6762750" y="7620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1" i="0">
                <a:solidFill>
                  <a:srgbClr val="1E2E38"/>
                </a:solidFill>
                <a:latin typeface="Times New Roman"/>
                <a:ea typeface="Times New Roman"/>
                <a:cs typeface="Times New Roman"/>
              </a:rPr>
              <a:t>DINOv2-</a:t>
            </a:r>
            <a:r>
              <a:rPr sz="2250" b="1" i="1">
                <a:solidFill>
                  <a:srgbClr val="1E2E38"/>
                </a:solidFill>
                <a:latin typeface="Times New Roman"/>
                <a:ea typeface="Times New Roman"/>
                <a:cs typeface="Times New Roman"/>
              </a:rPr>
              <a:t>S</a:t>
            </a:r>
          </a:p>
        </p:txBody>
      </p:sp>
      <p:sp>
        <p:nvSpPr>
          <p:cNvPr id="37" name="enc-S-r0">
            <a:extLst xmlns:a="http://schemas.openxmlformats.org/drawingml/2006/main">
              <a:ext uri="{FF2B5EF4-FFF2-40B4-BE49-F238E27FC236}">
                <a16:creationId xmlns:a16="http://schemas.microsoft.com/office/drawing/2014/main" id="{FAE1A0D4-9E1F-4061-88DF-E0876C766F46}"/>
              </a:ext>
            </a:extLst>
          </p:cNvPr>
          <p:cNvSpPr>
            <a:spLocks xmlns:a="http://schemas.openxmlformats.org/drawingml/2006/main" noGrp="1"/>
          </p:cNvSpPr>
          <p:nvPr/>
        </p:nvSpPr>
        <p:spPr>
          <a:xfrm xmlns:a="http://schemas.openxmlformats.org/drawingml/2006/main">
            <a:off x="6286500" y="1447800"/>
            <a:ext cx="2667000" cy="361950"/>
          </a:xfrm>
          <a:prstGeom xmlns:a="http://schemas.openxmlformats.org/drawingml/2006/main" prst="roundRect">
            <a:avLst>
              <a:gd name="adj" fmla="val 15789"/>
            </a:avLst>
          </a:prstGeom>
          <a:solidFill xmlns:a="http://schemas.openxmlformats.org/drawingml/2006/main">
            <a:srgbClr val="EDF1F3"/>
          </a:solidFill>
          <a:ln xmlns:a="http://schemas.openxmlformats.org/drawingml/2006/main" w="15240">
            <a:solidFill>
              <a:srgbClr val="94A5AE"/>
            </a:solidFill>
            <a:prstDash val="solid"/>
          </a:ln>
        </p:spPr>
      </p:sp>
      <p:sp>
        <p:nvSpPr>
          <p:cNvPr id="38" name="enc-S-r0-t">
            <a:extLst xmlns:a="http://schemas.openxmlformats.org/drawingml/2006/main">
              <a:ext uri="{FF2B5EF4-FFF2-40B4-BE49-F238E27FC236}">
                <a16:creationId xmlns:a16="http://schemas.microsoft.com/office/drawing/2014/main" id="{8F698951-EA52-4C58-A99C-AE6A4FAD5900}"/>
              </a:ext>
            </a:extLst>
          </p:cNvPr>
          <p:cNvSpPr>
            <a:spLocks xmlns:a="http://schemas.openxmlformats.org/drawingml/2006/main" noGrp="1"/>
          </p:cNvSpPr>
          <p:nvPr/>
        </p:nvSpPr>
        <p:spPr>
          <a:xfrm xmlns:a="http://schemas.openxmlformats.org/drawingml/2006/main">
            <a:off x="6324600" y="14478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ViT-</a:t>
            </a:r>
            <a:r>
              <a:rPr sz="2250" b="0" i="1">
                <a:solidFill>
                  <a:srgbClr val="1E2E38"/>
                </a:solidFill>
                <a:latin typeface="Times New Roman"/>
                <a:ea typeface="Times New Roman"/>
                <a:cs typeface="Times New Roman"/>
              </a:rPr>
              <a:t>S</a:t>
            </a:r>
            <a:r>
              <a:rPr sz="2250" b="0" i="0">
                <a:solidFill>
                  <a:srgbClr val="1E2E38"/>
                </a:solidFill>
                <a:latin typeface="Times New Roman"/>
                <a:ea typeface="Times New Roman"/>
                <a:cs typeface="Times New Roman"/>
              </a:rPr>
              <a:t>/14, frozen</a:t>
            </a:r>
          </a:p>
        </p:txBody>
      </p:sp>
      <p:sp>
        <p:nvSpPr>
          <p:cNvPr id="39" name="enc-S-r1">
            <a:extLst xmlns:a="http://schemas.openxmlformats.org/drawingml/2006/main">
              <a:ext uri="{FF2B5EF4-FFF2-40B4-BE49-F238E27FC236}">
                <a16:creationId xmlns:a16="http://schemas.microsoft.com/office/drawing/2014/main" id="{D000ACDB-ED8D-4CBF-A3E8-EE6285A0B085}"/>
              </a:ext>
            </a:extLst>
          </p:cNvPr>
          <p:cNvSpPr>
            <a:spLocks xmlns:a="http://schemas.openxmlformats.org/drawingml/2006/main" noGrp="1"/>
          </p:cNvSpPr>
          <p:nvPr/>
        </p:nvSpPr>
        <p:spPr>
          <a:xfrm xmlns:a="http://schemas.openxmlformats.org/drawingml/2006/main">
            <a:off x="6286500" y="1866900"/>
            <a:ext cx="2667000" cy="361950"/>
          </a:xfrm>
          <a:prstGeom xmlns:a="http://schemas.openxmlformats.org/drawingml/2006/main" prst="roundRect">
            <a:avLst>
              <a:gd name="adj" fmla="val 15789"/>
            </a:avLst>
          </a:prstGeom>
          <a:solidFill xmlns:a="http://schemas.openxmlformats.org/drawingml/2006/main">
            <a:srgbClr val="EDF7F1"/>
          </a:solidFill>
          <a:ln xmlns:a="http://schemas.openxmlformats.org/drawingml/2006/main" w="15240">
            <a:solidFill>
              <a:srgbClr val="3F7C5E"/>
            </a:solidFill>
            <a:prstDash val="solid"/>
          </a:ln>
        </p:spPr>
      </p:sp>
      <p:sp>
        <p:nvSpPr>
          <p:cNvPr id="40" name="enc-S-r1-t">
            <a:extLst xmlns:a="http://schemas.openxmlformats.org/drawingml/2006/main">
              <a:ext uri="{FF2B5EF4-FFF2-40B4-BE49-F238E27FC236}">
                <a16:creationId xmlns:a16="http://schemas.microsoft.com/office/drawing/2014/main" id="{C0E719F3-4AEC-4372-AA4F-A13EAA00DF38}"/>
              </a:ext>
            </a:extLst>
          </p:cNvPr>
          <p:cNvSpPr>
            <a:spLocks xmlns:a="http://schemas.openxmlformats.org/drawingml/2006/main" noGrp="1"/>
          </p:cNvSpPr>
          <p:nvPr/>
        </p:nvSpPr>
        <p:spPr>
          <a:xfrm xmlns:a="http://schemas.openxmlformats.org/drawingml/2006/main">
            <a:off x="6324600" y="18669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448 canvas, as </a:t>
            </a:r>
            <a:r>
              <a:rPr sz="2250" b="0" i="1">
                <a:solidFill>
                  <a:srgbClr val="1E2E38"/>
                </a:solidFill>
                <a:latin typeface="Times New Roman"/>
                <a:ea typeface="Times New Roman"/>
                <a:cs typeface="Times New Roman"/>
              </a:rPr>
              <a:t>B</a:t>
            </a:r>
          </a:p>
        </p:txBody>
      </p:sp>
      <p:sp>
        <p:nvSpPr>
          <p:cNvPr id="41" name="enc-S-r2">
            <a:extLst xmlns:a="http://schemas.openxmlformats.org/drawingml/2006/main">
              <a:ext uri="{FF2B5EF4-FFF2-40B4-BE49-F238E27FC236}">
                <a16:creationId xmlns:a16="http://schemas.microsoft.com/office/drawing/2014/main" id="{D99886C1-FD3A-4F5D-B7AA-0A86795E1B2F}"/>
              </a:ext>
            </a:extLst>
          </p:cNvPr>
          <p:cNvSpPr>
            <a:spLocks xmlns:a="http://schemas.openxmlformats.org/drawingml/2006/main" noGrp="1"/>
          </p:cNvSpPr>
          <p:nvPr/>
        </p:nvSpPr>
        <p:spPr>
          <a:xfrm xmlns:a="http://schemas.openxmlformats.org/drawingml/2006/main">
            <a:off x="6286500" y="2286000"/>
            <a:ext cx="26670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42" name="enc-S-r2-t">
            <a:extLst xmlns:a="http://schemas.openxmlformats.org/drawingml/2006/main">
              <a:ext uri="{FF2B5EF4-FFF2-40B4-BE49-F238E27FC236}">
                <a16:creationId xmlns:a16="http://schemas.microsoft.com/office/drawing/2014/main" id="{A4F948B8-888A-4320-B40E-A6A8E884D5DD}"/>
              </a:ext>
            </a:extLst>
          </p:cNvPr>
          <p:cNvSpPr>
            <a:spLocks xmlns:a="http://schemas.openxmlformats.org/drawingml/2006/main" noGrp="1"/>
          </p:cNvSpPr>
          <p:nvPr/>
        </p:nvSpPr>
        <p:spPr>
          <a:xfrm xmlns:a="http://schemas.openxmlformats.org/drawingml/2006/main">
            <a:off x="6324600" y="22860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32 × 32 patch tokens</a:t>
            </a:r>
          </a:p>
        </p:txBody>
      </p:sp>
      <p:sp>
        <p:nvSpPr>
          <p:cNvPr id="43" name="enc-S-r3">
            <a:extLst xmlns:a="http://schemas.openxmlformats.org/drawingml/2006/main">
              <a:ext uri="{FF2B5EF4-FFF2-40B4-BE49-F238E27FC236}">
                <a16:creationId xmlns:a16="http://schemas.microsoft.com/office/drawing/2014/main" id="{9A32E3F0-A582-4F99-875F-84FAB936724D}"/>
              </a:ext>
            </a:extLst>
          </p:cNvPr>
          <p:cNvSpPr>
            <a:spLocks xmlns:a="http://schemas.openxmlformats.org/drawingml/2006/main" noGrp="1"/>
          </p:cNvSpPr>
          <p:nvPr/>
        </p:nvSpPr>
        <p:spPr>
          <a:xfrm xmlns:a="http://schemas.openxmlformats.org/drawingml/2006/main">
            <a:off x="6286500" y="2705100"/>
            <a:ext cx="26670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44" name="enc-S-r3-t">
            <a:extLst xmlns:a="http://schemas.openxmlformats.org/drawingml/2006/main">
              <a:ext uri="{FF2B5EF4-FFF2-40B4-BE49-F238E27FC236}">
                <a16:creationId xmlns:a16="http://schemas.microsoft.com/office/drawing/2014/main" id="{3058C977-E514-48E7-B7C1-5B5869F8D546}"/>
              </a:ext>
            </a:extLst>
          </p:cNvPr>
          <p:cNvSpPr>
            <a:spLocks xmlns:a="http://schemas.openxmlformats.org/drawingml/2006/main" noGrp="1"/>
          </p:cNvSpPr>
          <p:nvPr/>
        </p:nvSpPr>
        <p:spPr>
          <a:xfrm xmlns:a="http://schemas.openxmlformats.org/drawingml/2006/main">
            <a:off x="6324600" y="27051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384-</a:t>
            </a:r>
            <a:r>
              <a:rPr sz="2250" b="0" i="1">
                <a:solidFill>
                  <a:srgbClr val="1E2E38"/>
                </a:solidFill>
                <a:latin typeface="Times New Roman"/>
                <a:ea typeface="Times New Roman"/>
                <a:cs typeface="Times New Roman"/>
              </a:rPr>
              <a:t>D</a:t>
            </a:r>
            <a:r>
              <a:rPr sz="2250" b="0" i="0">
                <a:solidFill>
                  <a:srgbClr val="1E2E38"/>
                </a:solidFill>
                <a:latin typeface="Times New Roman"/>
                <a:ea typeface="Times New Roman"/>
                <a:cs typeface="Times New Roman"/>
              </a:rPr>
              <a:t>, ℓ2 unit</a:t>
            </a:r>
          </a:p>
        </p:txBody>
      </p:sp>
      <p:sp>
        <p:nvSpPr>
          <p:cNvPr id="45" name="enc-S-common">
            <a:extLst xmlns:a="http://schemas.openxmlformats.org/drawingml/2006/main">
              <a:ext uri="{FF2B5EF4-FFF2-40B4-BE49-F238E27FC236}">
                <a16:creationId xmlns:a16="http://schemas.microsoft.com/office/drawing/2014/main" id="{222FA7B8-92EB-4A81-943A-5819EA7E9AC4}"/>
              </a:ext>
            </a:extLst>
          </p:cNvPr>
          <p:cNvSpPr>
            <a:spLocks xmlns:a="http://schemas.openxmlformats.org/drawingml/2006/main" noGrp="1"/>
          </p:cNvSpPr>
          <p:nvPr/>
        </p:nvSpPr>
        <p:spPr>
          <a:xfrm xmlns:a="http://schemas.openxmlformats.org/drawingml/2006/main">
            <a:off x="6267450" y="3143250"/>
            <a:ext cx="2705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already on the grid</a:t>
            </a:r>
          </a:p>
        </p:txBody>
      </p:sp>
      <p:sp>
        <p:nvSpPr>
          <p:cNvPr id="46" name="enc-D">
            <a:extLst xmlns:a="http://schemas.openxmlformats.org/drawingml/2006/main">
              <a:ext uri="{FF2B5EF4-FFF2-40B4-BE49-F238E27FC236}">
                <a16:creationId xmlns:a16="http://schemas.microsoft.com/office/drawing/2014/main" id="{41B4F46C-858B-4B62-9B5B-1A895CF34884}"/>
              </a:ext>
            </a:extLst>
          </p:cNvPr>
          <p:cNvSpPr>
            <a:spLocks xmlns:a="http://schemas.openxmlformats.org/drawingml/2006/main" noGrp="1"/>
          </p:cNvSpPr>
          <p:nvPr/>
        </p:nvSpPr>
        <p:spPr>
          <a:xfrm xmlns:a="http://schemas.openxmlformats.org/drawingml/2006/main">
            <a:off x="9144000" y="685800"/>
            <a:ext cx="2895600" cy="2762250"/>
          </a:xfrm>
          <a:prstGeom xmlns:a="http://schemas.openxmlformats.org/drawingml/2006/main" prst="roundRect">
            <a:avLst>
              <a:gd name="adj" fmla="val 2759"/>
            </a:avLst>
          </a:prstGeom>
          <a:solidFill xmlns:a="http://schemas.openxmlformats.org/drawingml/2006/main">
            <a:srgbClr val="FFFFFF"/>
          </a:solidFill>
          <a:ln xmlns:a="http://schemas.openxmlformats.org/drawingml/2006/main" w="15240">
            <a:solidFill>
              <a:srgbClr val="CBD6DC"/>
            </a:solidFill>
            <a:prstDash val="solid"/>
          </a:ln>
        </p:spPr>
      </p:sp>
      <p:sp>
        <p:nvSpPr>
          <p:cNvPr id="47" name="enc-D-tag">
            <a:extLst xmlns:a="http://schemas.openxmlformats.org/drawingml/2006/main">
              <a:ext uri="{FF2B5EF4-FFF2-40B4-BE49-F238E27FC236}">
                <a16:creationId xmlns:a16="http://schemas.microsoft.com/office/drawing/2014/main" id="{663E68FB-C523-4B50-8805-96575EE8D748}"/>
              </a:ext>
            </a:extLst>
          </p:cNvPr>
          <p:cNvSpPr>
            <a:spLocks xmlns:a="http://schemas.openxmlformats.org/drawingml/2006/main" noGrp="1"/>
          </p:cNvSpPr>
          <p:nvPr/>
        </p:nvSpPr>
        <p:spPr>
          <a:xfrm xmlns:a="http://schemas.openxmlformats.org/drawingml/2006/main">
            <a:off x="9258300" y="762000"/>
            <a:ext cx="419100" cy="361950"/>
          </a:xfrm>
          <a:prstGeom xmlns:a="http://schemas.openxmlformats.org/drawingml/2006/main" prst="roundRect">
            <a:avLst>
              <a:gd name="adj" fmla="val 15789"/>
            </a:avLst>
          </a:prstGeom>
          <a:solidFill xmlns:a="http://schemas.openxmlformats.org/drawingml/2006/main">
            <a:srgbClr val="1E2E38"/>
          </a:solidFill>
          <a:ln xmlns:a="http://schemas.openxmlformats.org/drawingml/2006/main" w="15240">
            <a:solidFill>
              <a:srgbClr val="1E2E38"/>
            </a:solidFill>
            <a:prstDash val="solid"/>
          </a:ln>
        </p:spPr>
      </p:sp>
      <p:sp>
        <p:nvSpPr>
          <p:cNvPr id="48" name="enc-D-tag-text">
            <a:extLst xmlns:a="http://schemas.openxmlformats.org/drawingml/2006/main">
              <a:ext uri="{FF2B5EF4-FFF2-40B4-BE49-F238E27FC236}">
                <a16:creationId xmlns:a16="http://schemas.microsoft.com/office/drawing/2014/main" id="{6642E01C-A5E5-49AE-8A79-46E1061F0096}"/>
              </a:ext>
            </a:extLst>
          </p:cNvPr>
          <p:cNvSpPr>
            <a:spLocks xmlns:a="http://schemas.openxmlformats.org/drawingml/2006/main" noGrp="1"/>
          </p:cNvSpPr>
          <p:nvPr/>
        </p:nvSpPr>
        <p:spPr>
          <a:xfrm xmlns:a="http://schemas.openxmlformats.org/drawingml/2006/main">
            <a:off x="9296400" y="762000"/>
            <a:ext cx="34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1" i="1">
                <a:solidFill>
                  <a:srgbClr val="1E2E38"/>
                </a:solidFill>
                <a:latin typeface="Times New Roman"/>
                <a:ea typeface="Times New Roman"/>
                <a:cs typeface="Times New Roman"/>
              </a:rPr>
              <a:t>D</a:t>
            </a:r>
          </a:p>
        </p:txBody>
      </p:sp>
      <p:sp>
        <p:nvSpPr>
          <p:cNvPr id="49" name="enc-D-title">
            <a:extLst xmlns:a="http://schemas.openxmlformats.org/drawingml/2006/main">
              <a:ext uri="{FF2B5EF4-FFF2-40B4-BE49-F238E27FC236}">
                <a16:creationId xmlns:a16="http://schemas.microsoft.com/office/drawing/2014/main" id="{7D2B25D7-A2B9-4CC8-8865-F7B7D8DA14CC}"/>
              </a:ext>
            </a:extLst>
          </p:cNvPr>
          <p:cNvSpPr>
            <a:spLocks xmlns:a="http://schemas.openxmlformats.org/drawingml/2006/main" noGrp="1"/>
          </p:cNvSpPr>
          <p:nvPr/>
        </p:nvSpPr>
        <p:spPr>
          <a:xfrm xmlns:a="http://schemas.openxmlformats.org/drawingml/2006/main">
            <a:off x="9734550" y="7620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1" i="0">
                <a:solidFill>
                  <a:srgbClr val="1E2E38"/>
                </a:solidFill>
                <a:latin typeface="Times New Roman"/>
                <a:ea typeface="Times New Roman"/>
                <a:cs typeface="Times New Roman"/>
              </a:rPr>
              <a:t>WideResNet50-2</a:t>
            </a:r>
          </a:p>
        </p:txBody>
      </p:sp>
      <p:sp>
        <p:nvSpPr>
          <p:cNvPr id="50" name="enc-D-r0">
            <a:extLst xmlns:a="http://schemas.openxmlformats.org/drawingml/2006/main">
              <a:ext uri="{FF2B5EF4-FFF2-40B4-BE49-F238E27FC236}">
                <a16:creationId xmlns:a16="http://schemas.microsoft.com/office/drawing/2014/main" id="{BB206220-A04A-45DB-8B1A-8EDECEE2B975}"/>
              </a:ext>
            </a:extLst>
          </p:cNvPr>
          <p:cNvSpPr>
            <a:spLocks xmlns:a="http://schemas.openxmlformats.org/drawingml/2006/main" noGrp="1"/>
          </p:cNvSpPr>
          <p:nvPr/>
        </p:nvSpPr>
        <p:spPr>
          <a:xfrm xmlns:a="http://schemas.openxmlformats.org/drawingml/2006/main">
            <a:off x="9258300" y="1447800"/>
            <a:ext cx="2667000" cy="361950"/>
          </a:xfrm>
          <a:prstGeom xmlns:a="http://schemas.openxmlformats.org/drawingml/2006/main" prst="roundRect">
            <a:avLst>
              <a:gd name="adj" fmla="val 15789"/>
            </a:avLst>
          </a:prstGeom>
          <a:solidFill xmlns:a="http://schemas.openxmlformats.org/drawingml/2006/main">
            <a:srgbClr val="F5F5F5"/>
          </a:solidFill>
          <a:ln xmlns:a="http://schemas.openxmlformats.org/drawingml/2006/main" w="15240">
            <a:solidFill>
              <a:srgbClr val="94A5AE"/>
            </a:solidFill>
            <a:prstDash val="solid"/>
          </a:ln>
        </p:spPr>
      </p:sp>
      <p:sp>
        <p:nvSpPr>
          <p:cNvPr id="51" name="enc-D-r0-t">
            <a:extLst xmlns:a="http://schemas.openxmlformats.org/drawingml/2006/main">
              <a:ext uri="{FF2B5EF4-FFF2-40B4-BE49-F238E27FC236}">
                <a16:creationId xmlns:a16="http://schemas.microsoft.com/office/drawing/2014/main" id="{F8DC1C59-4360-4DDE-A0AA-EDB7BDEC5BB9}"/>
              </a:ext>
            </a:extLst>
          </p:cNvPr>
          <p:cNvSpPr>
            <a:spLocks xmlns:a="http://schemas.openxmlformats.org/drawingml/2006/main" noGrp="1"/>
          </p:cNvSpPr>
          <p:nvPr/>
        </p:nvSpPr>
        <p:spPr>
          <a:xfrm xmlns:a="http://schemas.openxmlformats.org/drawingml/2006/main">
            <a:off x="9296400" y="14478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ImageNet, frozen</a:t>
            </a:r>
          </a:p>
        </p:txBody>
      </p:sp>
      <p:sp>
        <p:nvSpPr>
          <p:cNvPr id="52" name="enc-D-r1">
            <a:extLst xmlns:a="http://schemas.openxmlformats.org/drawingml/2006/main">
              <a:ext uri="{FF2B5EF4-FFF2-40B4-BE49-F238E27FC236}">
                <a16:creationId xmlns:a16="http://schemas.microsoft.com/office/drawing/2014/main" id="{3BCB5DA2-E0FB-453E-B9D7-9053DB8F22A5}"/>
              </a:ext>
            </a:extLst>
          </p:cNvPr>
          <p:cNvSpPr>
            <a:spLocks xmlns:a="http://schemas.openxmlformats.org/drawingml/2006/main" noGrp="1"/>
          </p:cNvSpPr>
          <p:nvPr/>
        </p:nvSpPr>
        <p:spPr>
          <a:xfrm xmlns:a="http://schemas.openxmlformats.org/drawingml/2006/main">
            <a:off x="9258300" y="1866900"/>
            <a:ext cx="2667000" cy="361950"/>
          </a:xfrm>
          <a:prstGeom xmlns:a="http://schemas.openxmlformats.org/drawingml/2006/main" prst="roundRect">
            <a:avLst>
              <a:gd name="adj" fmla="val 15789"/>
            </a:avLst>
          </a:prstGeom>
          <a:solidFill xmlns:a="http://schemas.openxmlformats.org/drawingml/2006/main">
            <a:srgbClr val="EDF7F1"/>
          </a:solidFill>
          <a:ln xmlns:a="http://schemas.openxmlformats.org/drawingml/2006/main" w="15240">
            <a:solidFill>
              <a:srgbClr val="3F7C5E"/>
            </a:solidFill>
            <a:prstDash val="solid"/>
          </a:ln>
        </p:spPr>
      </p:sp>
      <p:sp>
        <p:nvSpPr>
          <p:cNvPr id="53" name="enc-D-r1-t">
            <a:extLst xmlns:a="http://schemas.openxmlformats.org/drawingml/2006/main">
              <a:ext uri="{FF2B5EF4-FFF2-40B4-BE49-F238E27FC236}">
                <a16:creationId xmlns:a16="http://schemas.microsoft.com/office/drawing/2014/main" id="{79ABD861-97E8-4B7E-ADF5-2BC6EB1C495A}"/>
              </a:ext>
            </a:extLst>
          </p:cNvPr>
          <p:cNvSpPr>
            <a:spLocks xmlns:a="http://schemas.openxmlformats.org/drawingml/2006/main" noGrp="1"/>
          </p:cNvSpPr>
          <p:nvPr/>
        </p:nvSpPr>
        <p:spPr>
          <a:xfrm xmlns:a="http://schemas.openxmlformats.org/drawingml/2006/main">
            <a:off x="9296400" y="18669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layer2 + layer3</a:t>
            </a:r>
          </a:p>
        </p:txBody>
      </p:sp>
      <p:sp>
        <p:nvSpPr>
          <p:cNvPr id="54" name="enc-D-r2">
            <a:extLst xmlns:a="http://schemas.openxmlformats.org/drawingml/2006/main">
              <a:ext uri="{FF2B5EF4-FFF2-40B4-BE49-F238E27FC236}">
                <a16:creationId xmlns:a16="http://schemas.microsoft.com/office/drawing/2014/main" id="{7D77CB2F-9D62-40C2-9F9C-0CA6BA173F6B}"/>
              </a:ext>
            </a:extLst>
          </p:cNvPr>
          <p:cNvSpPr>
            <a:spLocks xmlns:a="http://schemas.openxmlformats.org/drawingml/2006/main" noGrp="1"/>
          </p:cNvSpPr>
          <p:nvPr/>
        </p:nvSpPr>
        <p:spPr>
          <a:xfrm xmlns:a="http://schemas.openxmlformats.org/drawingml/2006/main">
            <a:off x="9258300" y="2286000"/>
            <a:ext cx="26670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55" name="enc-D-r2-t">
            <a:extLst xmlns:a="http://schemas.openxmlformats.org/drawingml/2006/main">
              <a:ext uri="{FF2B5EF4-FFF2-40B4-BE49-F238E27FC236}">
                <a16:creationId xmlns:a16="http://schemas.microsoft.com/office/drawing/2014/main" id="{21964179-145C-43E6-95D9-2585D08873A3}"/>
              </a:ext>
            </a:extLst>
          </p:cNvPr>
          <p:cNvSpPr>
            <a:spLocks xmlns:a="http://schemas.openxmlformats.org/drawingml/2006/main" noGrp="1"/>
          </p:cNvSpPr>
          <p:nvPr/>
        </p:nvSpPr>
        <p:spPr>
          <a:xfrm xmlns:a="http://schemas.openxmlformats.org/drawingml/2006/main">
            <a:off x="9296400" y="22860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bilinear to </a:t>
            </a:r>
            <a:r>
              <a:rPr sz="2250" b="0" i="1">
                <a:solidFill>
                  <a:srgbClr val="1E2E38"/>
                </a:solidFill>
                <a:latin typeface="Times New Roman"/>
                <a:ea typeface="Times New Roman"/>
                <a:cs typeface="Times New Roman"/>
              </a:rPr>
              <a:t>B</a:t>
            </a:r>
            <a:r>
              <a:rPr sz="2250" b="0" i="0">
                <a:solidFill>
                  <a:srgbClr val="1E2E38"/>
                </a:solidFill>
                <a:latin typeface="Times New Roman"/>
                <a:ea typeface="Times New Roman"/>
                <a:cs typeface="Times New Roman"/>
              </a:rPr>
              <a:t>'</a:t>
            </a:r>
            <a:r>
              <a:rPr sz="2250" b="0" i="1">
                <a:solidFill>
                  <a:srgbClr val="1E2E38"/>
                </a:solidFill>
                <a:latin typeface="Times New Roman"/>
                <a:ea typeface="Times New Roman"/>
                <a:cs typeface="Times New Roman"/>
              </a:rPr>
              <a:t>s</a:t>
            </a:r>
            <a:r>
              <a:rPr sz="2250" b="0" i="0">
                <a:solidFill>
                  <a:srgbClr val="1E2E38"/>
                </a:solidFill>
                <a:latin typeface="Times New Roman"/>
                <a:ea typeface="Times New Roman"/>
                <a:cs typeface="Times New Roman"/>
              </a:rPr>
              <a:t> grid</a:t>
            </a:r>
          </a:p>
        </p:txBody>
      </p:sp>
      <p:sp>
        <p:nvSpPr>
          <p:cNvPr id="56" name="enc-D-r3">
            <a:extLst xmlns:a="http://schemas.openxmlformats.org/drawingml/2006/main">
              <a:ext uri="{FF2B5EF4-FFF2-40B4-BE49-F238E27FC236}">
                <a16:creationId xmlns:a16="http://schemas.microsoft.com/office/drawing/2014/main" id="{2F1610BC-C18E-4F01-AE2D-8EFBB3E740F5}"/>
              </a:ext>
            </a:extLst>
          </p:cNvPr>
          <p:cNvSpPr>
            <a:spLocks xmlns:a="http://schemas.openxmlformats.org/drawingml/2006/main" noGrp="1"/>
          </p:cNvSpPr>
          <p:nvPr/>
        </p:nvSpPr>
        <p:spPr>
          <a:xfrm xmlns:a="http://schemas.openxmlformats.org/drawingml/2006/main">
            <a:off x="9258300" y="2705100"/>
            <a:ext cx="2667000" cy="361950"/>
          </a:xfrm>
          <a:prstGeom xmlns:a="http://schemas.openxmlformats.org/drawingml/2006/main" prst="roundRect">
            <a:avLst>
              <a:gd name="adj" fmla="val 15789"/>
            </a:avLst>
          </a:prstGeom>
          <a:solidFill xmlns:a="http://schemas.openxmlformats.org/drawingml/2006/main">
            <a:srgbClr val="E1F0E8"/>
          </a:solidFill>
          <a:ln xmlns:a="http://schemas.openxmlformats.org/drawingml/2006/main" w="15240">
            <a:solidFill>
              <a:srgbClr val="3F7C5E"/>
            </a:solidFill>
            <a:prstDash val="solid"/>
          </a:ln>
        </p:spPr>
      </p:sp>
      <p:sp>
        <p:nvSpPr>
          <p:cNvPr id="57" name="enc-D-r3-t">
            <a:extLst xmlns:a="http://schemas.openxmlformats.org/drawingml/2006/main">
              <a:ext uri="{FF2B5EF4-FFF2-40B4-BE49-F238E27FC236}">
                <a16:creationId xmlns:a16="http://schemas.microsoft.com/office/drawing/2014/main" id="{C0F8E58C-3BA3-48C4-9EBA-D358191B34F7}"/>
              </a:ext>
            </a:extLst>
          </p:cNvPr>
          <p:cNvSpPr>
            <a:spLocks xmlns:a="http://schemas.openxmlformats.org/drawingml/2006/main" noGrp="1"/>
          </p:cNvSpPr>
          <p:nvPr/>
        </p:nvSpPr>
        <p:spPr>
          <a:xfrm xmlns:a="http://schemas.openxmlformats.org/drawingml/2006/main">
            <a:off x="9296400" y="2705100"/>
            <a:ext cx="259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1536-</a:t>
            </a:r>
            <a:r>
              <a:rPr sz="2250" b="0" i="1">
                <a:solidFill>
                  <a:srgbClr val="1E2E38"/>
                </a:solidFill>
                <a:latin typeface="Times New Roman"/>
                <a:ea typeface="Times New Roman"/>
                <a:cs typeface="Times New Roman"/>
              </a:rPr>
              <a:t>D</a:t>
            </a:r>
            <a:r>
              <a:rPr sz="2250" b="0" i="0">
                <a:solidFill>
                  <a:srgbClr val="1E2E38"/>
                </a:solidFill>
                <a:latin typeface="Times New Roman"/>
                <a:ea typeface="Times New Roman"/>
                <a:cs typeface="Times New Roman"/>
              </a:rPr>
              <a:t>, ℓ2 unit</a:t>
            </a:r>
          </a:p>
        </p:txBody>
      </p:sp>
      <p:sp>
        <p:nvSpPr>
          <p:cNvPr id="58" name="enc-D-common">
            <a:extLst xmlns:a="http://schemas.openxmlformats.org/drawingml/2006/main">
              <a:ext uri="{FF2B5EF4-FFF2-40B4-BE49-F238E27FC236}">
                <a16:creationId xmlns:a16="http://schemas.microsoft.com/office/drawing/2014/main" id="{B622E6B0-278F-4CD3-A17D-6FD410B0F572}"/>
              </a:ext>
            </a:extLst>
          </p:cNvPr>
          <p:cNvSpPr>
            <a:spLocks xmlns:a="http://schemas.openxmlformats.org/drawingml/2006/main" noGrp="1"/>
          </p:cNvSpPr>
          <p:nvPr/>
        </p:nvSpPr>
        <p:spPr>
          <a:xfrm xmlns:a="http://schemas.openxmlformats.org/drawingml/2006/main">
            <a:off x="9239250" y="3143250"/>
            <a:ext cx="2705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resampled to </a:t>
            </a:r>
            <a:r>
              <a:rPr sz="2250" b="0" i="1">
                <a:solidFill>
                  <a:srgbClr val="5E717C"/>
                </a:solidFill>
                <a:latin typeface="Times New Roman"/>
                <a:ea typeface="Times New Roman"/>
                <a:cs typeface="Times New Roman"/>
              </a:rPr>
              <a:t>B</a:t>
            </a:r>
            <a:r>
              <a:rPr sz="2250" b="0" i="0">
                <a:solidFill>
                  <a:srgbClr val="5E717C"/>
                </a:solidFill>
                <a:latin typeface="Times New Roman"/>
                <a:ea typeface="Times New Roman"/>
                <a:cs typeface="Times New Roman"/>
              </a:rPr>
              <a:t>'</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grid</a:t>
            </a:r>
          </a:p>
        </p:txBody>
      </p:sp>
      <p:sp>
        <p:nvSpPr>
          <p:cNvPr id="59" name="sec-b-chip">
            <a:extLst xmlns:a="http://schemas.openxmlformats.org/drawingml/2006/main">
              <a:ext uri="{FF2B5EF4-FFF2-40B4-BE49-F238E27FC236}">
                <a16:creationId xmlns:a16="http://schemas.microsoft.com/office/drawing/2014/main" id="{F6FF8A73-FF4A-458F-BF77-FF1DAF5091F9}"/>
              </a:ext>
            </a:extLst>
          </p:cNvPr>
          <p:cNvSpPr>
            <a:spLocks xmlns:a="http://schemas.openxmlformats.org/drawingml/2006/main" noGrp="1"/>
          </p:cNvSpPr>
          <p:nvPr/>
        </p:nvSpPr>
        <p:spPr>
          <a:xfrm xmlns:a="http://schemas.openxmlformats.org/drawingml/2006/main">
            <a:off x="304800" y="37528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60" name="sec-b-chip-text">
            <a:extLst xmlns:a="http://schemas.openxmlformats.org/drawingml/2006/main">
              <a:ext uri="{FF2B5EF4-FFF2-40B4-BE49-F238E27FC236}">
                <a16:creationId xmlns:a16="http://schemas.microsoft.com/office/drawing/2014/main" id="{AF617F13-615D-462C-A8C1-5B69A613BCF7}"/>
              </a:ext>
            </a:extLst>
          </p:cNvPr>
          <p:cNvSpPr>
            <a:spLocks xmlns:a="http://schemas.openxmlformats.org/drawingml/2006/main" noGrp="1"/>
          </p:cNvSpPr>
          <p:nvPr/>
        </p:nvSpPr>
        <p:spPr>
          <a:xfrm xmlns:a="http://schemas.openxmlformats.org/drawingml/2006/main">
            <a:off x="323850" y="37528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1">
                <a:solidFill>
                  <a:srgbClr val="FFFFFF"/>
                </a:solidFill>
                <a:latin typeface="Times New Roman"/>
                <a:ea typeface="Times New Roman"/>
                <a:cs typeface="Times New Roman"/>
              </a:rPr>
              <a:t>b</a:t>
            </a:r>
          </a:p>
        </p:txBody>
      </p:sp>
      <p:sp>
        <p:nvSpPr>
          <p:cNvPr id="61" name="sec-b">
            <a:extLst xmlns:a="http://schemas.openxmlformats.org/drawingml/2006/main">
              <a:ext uri="{FF2B5EF4-FFF2-40B4-BE49-F238E27FC236}">
                <a16:creationId xmlns:a16="http://schemas.microsoft.com/office/drawing/2014/main" id="{EEE5B47E-2B81-44BB-BFD3-2DFF03F45DB9}"/>
              </a:ext>
            </a:extLst>
          </p:cNvPr>
          <p:cNvSpPr>
            <a:spLocks xmlns:a="http://schemas.openxmlformats.org/drawingml/2006/main" noGrp="1"/>
          </p:cNvSpPr>
          <p:nvPr/>
        </p:nvSpPr>
        <p:spPr>
          <a:xfrm xmlns:a="http://schemas.openxmlformats.org/drawingml/2006/main">
            <a:off x="876300" y="3714750"/>
            <a:ext cx="857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Alignment and the distance actually used</a:t>
            </a:r>
          </a:p>
        </p:txBody>
      </p:sp>
      <p:sp>
        <p:nvSpPr>
          <p:cNvPr id="62" name="b-facts">
            <a:extLst xmlns:a="http://schemas.openxmlformats.org/drawingml/2006/main">
              <a:ext uri="{FF2B5EF4-FFF2-40B4-BE49-F238E27FC236}">
                <a16:creationId xmlns:a16="http://schemas.microsoft.com/office/drawing/2014/main" id="{555E149D-1C9C-4E70-9237-BC126CB2E07F}"/>
              </a:ext>
            </a:extLst>
          </p:cNvPr>
          <p:cNvSpPr>
            <a:spLocks xmlns:a="http://schemas.openxmlformats.org/drawingml/2006/main" noGrp="1"/>
          </p:cNvSpPr>
          <p:nvPr/>
        </p:nvSpPr>
        <p:spPr>
          <a:xfrm xmlns:a="http://schemas.openxmlformats.org/drawingml/2006/main">
            <a:off x="304800" y="4286250"/>
            <a:ext cx="115824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Every branch is mapped to </a:t>
            </a:r>
            <a:r>
              <a:rPr sz="2250" b="0" i="1">
                <a:solidFill>
                  <a:srgbClr val="1E2E38"/>
                </a:solidFill>
                <a:latin typeface="Times New Roman"/>
                <a:ea typeface="Times New Roman"/>
                <a:cs typeface="Times New Roman"/>
              </a:rPr>
              <a:t>B</a:t>
            </a:r>
            <a:r>
              <a:rPr sz="2250" b="0" i="0">
                <a:solidFill>
                  <a:srgbClr val="1E2E38"/>
                </a:solidFill>
                <a:latin typeface="Times New Roman"/>
                <a:ea typeface="Times New Roman"/>
                <a:cs typeface="Times New Roman"/>
              </a:rPr>
              <a:t>'</a:t>
            </a:r>
            <a:r>
              <a:rPr sz="2250" b="0" i="1">
                <a:solidFill>
                  <a:srgbClr val="1E2E38"/>
                </a:solidFill>
                <a:latin typeface="Times New Roman"/>
                <a:ea typeface="Times New Roman"/>
                <a:cs typeface="Times New Roman"/>
              </a:rPr>
              <a:t>s</a:t>
            </a:r>
            <a:r>
              <a:rPr sz="2250" b="0" i="0">
                <a:solidFill>
                  <a:srgbClr val="1E2E38"/>
                </a:solidFill>
                <a:latin typeface="Times New Roman"/>
                <a:ea typeface="Times New Roman"/>
                <a:cs typeface="Times New Roman"/>
              </a:rPr>
              <a:t> canvas grid by a bilinear resample with align_corners = False, then unit-normalised per position.</a:t>
            </a:r>
          </a:p>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The distance is 1 − cosine for every branch, including </a:t>
            </a:r>
            <a:r>
              <a:rPr sz="2250" b="0" i="1">
                <a:solidFill>
                  <a:srgbClr val="1E2E38"/>
                </a:solidFill>
                <a:latin typeface="Times New Roman"/>
                <a:ea typeface="Times New Roman"/>
                <a:cs typeface="Times New Roman"/>
              </a:rPr>
              <a:t>D</a:t>
            </a:r>
            <a:r>
              <a:rPr sz="2250" b="0" i="0">
                <a:solidFill>
                  <a:srgbClr val="1E2E38"/>
                </a:solidFill>
                <a:latin typeface="Times New Roman"/>
                <a:ea typeface="Times New Roman"/>
                <a:cs typeface="Times New Roman"/>
              </a:rPr>
              <a:t>; no branch uses a scaled squared Euclidean norm.</a:t>
            </a:r>
          </a:p>
          <a:p xmlns:a="http://schemas.openxmlformats.org/drawingml/2006/main">
            <a:pPr algn="l">
              <a:lnSpc>
                <a:spcPct val="92000"/>
              </a:lnSpc>
              <a:buNone/>
              <a:defRPr sz="2250">
                <a:solidFill>
                  <a:srgbClr val="1E2E38"/>
                </a:solidFill>
                <a:latin typeface="Times New Roman"/>
                <a:ea typeface="Times New Roman"/>
                <a:cs typeface="Times New Roman"/>
              </a:defRPr>
            </a:pPr>
            <a:r>
              <a:rPr sz="2250" b="0" i="0">
                <a:solidFill>
                  <a:srgbClr val="1E2E38"/>
                </a:solidFill>
                <a:latin typeface="Times New Roman"/>
                <a:ea typeface="Times New Roman"/>
                <a:cs typeface="Times New Roman"/>
              </a:rPr>
              <a:t>The BTAD-03 canvas is 32 × 42 rather than square, so that unit uses the coordinate-correct </a:t>
            </a:r>
            <a:r>
              <a:rPr sz="2250" b="0" i="1">
                <a:solidFill>
                  <a:srgbClr val="1E2E38"/>
                </a:solidFill>
                <a:latin typeface="Times New Roman"/>
                <a:ea typeface="Times New Roman"/>
                <a:cs typeface="Times New Roman"/>
              </a:rPr>
              <a:t>C</a:t>
            </a:r>
            <a:r>
              <a:rPr sz="2250" b="0" i="0">
                <a:solidFill>
                  <a:srgbClr val="1E2E38"/>
                </a:solidFill>
                <a:latin typeface="Times New Roman"/>
                <a:ea typeface="Times New Roman"/>
                <a:cs typeface="Times New Roman"/>
              </a:rPr>
              <a:t> re-grid.</a:t>
            </a:r>
          </a:p>
        </p:txBody>
      </p:sp>
      <p:sp>
        <p:nvSpPr>
          <p:cNvPr id="63" name="sec-c-chip">
            <a:extLst xmlns:a="http://schemas.openxmlformats.org/drawingml/2006/main">
              <a:ext uri="{FF2B5EF4-FFF2-40B4-BE49-F238E27FC236}">
                <a16:creationId xmlns:a16="http://schemas.microsoft.com/office/drawing/2014/main" id="{BC8A8BE0-B801-4DAD-BB89-90A2D0D8257B}"/>
              </a:ext>
            </a:extLst>
          </p:cNvPr>
          <p:cNvSpPr>
            <a:spLocks xmlns:a="http://schemas.openxmlformats.org/drawingml/2006/main" noGrp="1"/>
          </p:cNvSpPr>
          <p:nvPr/>
        </p:nvSpPr>
        <p:spPr>
          <a:xfrm xmlns:a="http://schemas.openxmlformats.org/drawingml/2006/main">
            <a:off x="304800" y="6267450"/>
            <a:ext cx="457200" cy="400050"/>
          </a:xfrm>
          <a:prstGeom xmlns:a="http://schemas.openxmlformats.org/drawingml/2006/main" prst="roundRect">
            <a:avLst>
              <a:gd name="adj" fmla="val 14286"/>
            </a:avLst>
          </a:prstGeom>
          <a:solidFill xmlns:a="http://schemas.openxmlformats.org/drawingml/2006/main">
            <a:srgbClr val="1E2E38"/>
          </a:solidFill>
          <a:ln xmlns:a="http://schemas.openxmlformats.org/drawingml/2006/main" w="15240">
            <a:solidFill>
              <a:srgbClr val="1E2E38"/>
            </a:solidFill>
            <a:prstDash val="solid"/>
          </a:ln>
        </p:spPr>
      </p:sp>
      <p:sp>
        <p:nvSpPr>
          <p:cNvPr id="64" name="sec-c-chip-text">
            <a:extLst xmlns:a="http://schemas.openxmlformats.org/drawingml/2006/main">
              <a:ext uri="{FF2B5EF4-FFF2-40B4-BE49-F238E27FC236}">
                <a16:creationId xmlns:a16="http://schemas.microsoft.com/office/drawing/2014/main" id="{8B91AE9A-57E0-4634-BC08-06A9362547E5}"/>
              </a:ext>
            </a:extLst>
          </p:cNvPr>
          <p:cNvSpPr>
            <a:spLocks xmlns:a="http://schemas.openxmlformats.org/drawingml/2006/main" noGrp="1"/>
          </p:cNvSpPr>
          <p:nvPr/>
        </p:nvSpPr>
        <p:spPr>
          <a:xfrm xmlns:a="http://schemas.openxmlformats.org/drawingml/2006/main">
            <a:off x="323850" y="6267450"/>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92000"/>
              </a:lnSpc>
              <a:buNone/>
              <a:defRPr sz="2550">
                <a:solidFill>
                  <a:srgbClr val="FFFFFF"/>
                </a:solidFill>
                <a:latin typeface="Times New Roman"/>
                <a:ea typeface="Times New Roman"/>
                <a:cs typeface="Times New Roman"/>
              </a:defRPr>
            </a:pPr>
            <a:r>
              <a:rPr sz="2550" b="1" i="0">
                <a:solidFill>
                  <a:srgbClr val="FFFFFF"/>
                </a:solidFill>
                <a:latin typeface="Times New Roman"/>
                <a:ea typeface="Times New Roman"/>
                <a:cs typeface="Times New Roman"/>
              </a:rPr>
              <a:t>c</a:t>
            </a:r>
          </a:p>
        </p:txBody>
      </p:sp>
      <p:sp>
        <p:nvSpPr>
          <p:cNvPr id="65" name="sec-c">
            <a:extLst xmlns:a="http://schemas.openxmlformats.org/drawingml/2006/main">
              <a:ext uri="{FF2B5EF4-FFF2-40B4-BE49-F238E27FC236}">
                <a16:creationId xmlns:a16="http://schemas.microsoft.com/office/drawing/2014/main" id="{CF09BA86-26F9-4864-ADC8-A96A8AAEB48E}"/>
              </a:ext>
            </a:extLst>
          </p:cNvPr>
          <p:cNvSpPr>
            <a:spLocks xmlns:a="http://schemas.openxmlformats.org/drawingml/2006/main" noGrp="1"/>
          </p:cNvSpPr>
          <p:nvPr/>
        </p:nvSpPr>
        <p:spPr>
          <a:xfrm xmlns:a="http://schemas.openxmlformats.org/drawingml/2006/main">
            <a:off x="876300" y="6229350"/>
            <a:ext cx="9525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3000">
                <a:solidFill>
                  <a:srgbClr val="1E2E38"/>
                </a:solidFill>
                <a:latin typeface="Times New Roman"/>
                <a:ea typeface="Times New Roman"/>
                <a:cs typeface="Times New Roman"/>
              </a:defRPr>
            </a:pPr>
            <a:r>
              <a:rPr sz="3000" b="1" i="0">
                <a:solidFill>
                  <a:srgbClr val="1E2E38"/>
                </a:solidFill>
                <a:latin typeface="Times New Roman"/>
                <a:ea typeface="Times New Roman"/>
                <a:cs typeface="Times New Roman"/>
              </a:rPr>
              <a:t>What is frozen, and how wide the fused vector is</a:t>
            </a:r>
          </a:p>
        </p:txBody>
      </p:sp>
      <p:sp>
        <p:nvSpPr>
          <p:cNvPr id="66" name="frozen-0">
            <a:extLst xmlns:a="http://schemas.openxmlformats.org/drawingml/2006/main">
              <a:ext uri="{FF2B5EF4-FFF2-40B4-BE49-F238E27FC236}">
                <a16:creationId xmlns:a16="http://schemas.microsoft.com/office/drawing/2014/main" id="{C9FD951B-8FE9-4E84-AD97-D1B817187B65}"/>
              </a:ext>
            </a:extLst>
          </p:cNvPr>
          <p:cNvSpPr>
            <a:spLocks xmlns:a="http://schemas.openxmlformats.org/drawingml/2006/main" noGrp="1"/>
          </p:cNvSpPr>
          <p:nvPr/>
        </p:nvSpPr>
        <p:spPr>
          <a:xfrm xmlns:a="http://schemas.openxmlformats.org/drawingml/2006/main">
            <a:off x="381000" y="6743700"/>
            <a:ext cx="11430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No target-domain training, no PCA, no coreset, no foreground selection</a:t>
            </a:r>
          </a:p>
        </p:txBody>
      </p:sp>
      <p:sp>
        <p:nvSpPr>
          <p:cNvPr id="67" name="frozen-1">
            <a:extLst xmlns:a="http://schemas.openxmlformats.org/drawingml/2006/main">
              <a:ext uri="{FF2B5EF4-FFF2-40B4-BE49-F238E27FC236}">
                <a16:creationId xmlns:a16="http://schemas.microsoft.com/office/drawing/2014/main" id="{5D96B81D-F2C9-4980-8B05-C9FB627B3F1E}"/>
              </a:ext>
            </a:extLst>
          </p:cNvPr>
          <p:cNvSpPr>
            <a:spLocks xmlns:a="http://schemas.openxmlformats.org/drawingml/2006/main" noGrp="1"/>
          </p:cNvSpPr>
          <p:nvPr/>
        </p:nvSpPr>
        <p:spPr>
          <a:xfrm xmlns:a="http://schemas.openxmlformats.org/drawingml/2006/main">
            <a:off x="381000" y="7143750"/>
            <a:ext cx="11430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Fused width: </a:t>
            </a:r>
            <a:r>
              <a:rPr sz="2250" b="0" i="1">
                <a:solidFill>
                  <a:srgbClr val="5E717C"/>
                </a:solidFill>
                <a:latin typeface="Times New Roman"/>
                <a:ea typeface="Times New Roman"/>
                <a:cs typeface="Times New Roman"/>
              </a:rPr>
              <a:t>A1</a:t>
            </a:r>
            <a:r>
              <a:rPr sz="2250" b="0" i="0">
                <a:solidFill>
                  <a:srgbClr val="5E717C"/>
                </a:solidFill>
                <a:latin typeface="Times New Roman"/>
                <a:ea typeface="Times New Roman"/>
                <a:cs typeface="Times New Roman"/>
              </a:rPr>
              <a:t> 1536 · </a:t>
            </a:r>
            <a:r>
              <a:rPr sz="2250" b="0" i="1">
                <a:solidFill>
                  <a:srgbClr val="5E717C"/>
                </a:solidFill>
                <a:latin typeface="Times New Roman"/>
                <a:ea typeface="Times New Roman"/>
                <a:cs typeface="Times New Roman"/>
              </a:rPr>
              <a:t>DUP</a:t>
            </a:r>
            <a:r>
              <a:rPr sz="2250" b="0" i="0">
                <a:solidFill>
                  <a:srgbClr val="5E717C"/>
                </a:solidFill>
                <a:latin typeface="Times New Roman"/>
                <a:ea typeface="Times New Roman"/>
                <a:cs typeface="Times New Roman"/>
              </a:rPr>
              <a:t> 2304 · </a:t>
            </a:r>
            <a:r>
              <a:rPr sz="2250" b="0" i="1">
                <a:solidFill>
                  <a:srgbClr val="5E717C"/>
                </a:solidFill>
                <a:latin typeface="Times New Roman"/>
                <a:ea typeface="Times New Roman"/>
                <a:cs typeface="Times New Roman"/>
              </a:rPr>
              <a:t>TRI</a:t>
            </a:r>
            <a:r>
              <a:rPr sz="2250" b="0" i="0">
                <a:solidFill>
                  <a:srgbClr val="5E717C"/>
                </a:solidFill>
                <a:latin typeface="Times New Roman"/>
                <a:ea typeface="Times New Roman"/>
                <a:cs typeface="Times New Roman"/>
              </a:rPr>
              <a:t> with </a:t>
            </a:r>
            <a:r>
              <a:rPr sz="2250" b="0" i="1">
                <a:solidFill>
                  <a:srgbClr val="5E717C"/>
                </a:solidFill>
                <a:latin typeface="Times New Roman"/>
                <a:ea typeface="Times New Roman"/>
                <a:cs typeface="Times New Roman"/>
              </a:rPr>
              <a:t>S</a:t>
            </a:r>
            <a:r>
              <a:rPr sz="2250" b="0" i="0">
                <a:solidFill>
                  <a:srgbClr val="5E717C"/>
                </a:solidFill>
                <a:latin typeface="Times New Roman"/>
                <a:ea typeface="Times New Roman"/>
                <a:cs typeface="Times New Roman"/>
              </a:rPr>
              <a:t> 1920 · </a:t>
            </a:r>
            <a:r>
              <a:rPr sz="2250" b="0" i="1">
                <a:solidFill>
                  <a:srgbClr val="5E717C"/>
                </a:solidFill>
                <a:latin typeface="Times New Roman"/>
                <a:ea typeface="Times New Roman"/>
                <a:cs typeface="Times New Roman"/>
              </a:rPr>
              <a:t>D</a:t>
            </a:r>
            <a:r>
              <a:rPr sz="2250" b="0" i="0">
                <a:solidFill>
                  <a:srgbClr val="5E717C"/>
                </a:solidFill>
                <a:latin typeface="Times New Roman"/>
                <a:ea typeface="Times New Roman"/>
                <a:cs typeface="Times New Roman"/>
              </a:rPr>
              <a:t> 3072 · E1 1920 · E2/E3 2112</a:t>
            </a:r>
          </a:p>
        </p:txBody>
      </p:sp>
      <p:sp>
        <p:nvSpPr>
          <p:cNvPr id="68" name="frozen-2">
            <a:extLst xmlns:a="http://schemas.openxmlformats.org/drawingml/2006/main">
              <a:ext uri="{FF2B5EF4-FFF2-40B4-BE49-F238E27FC236}">
                <a16:creationId xmlns:a16="http://schemas.microsoft.com/office/drawing/2014/main" id="{7A677680-694A-4A5A-9297-D7A5113D08A1}"/>
              </a:ext>
            </a:extLst>
          </p:cNvPr>
          <p:cNvSpPr>
            <a:spLocks xmlns:a="http://schemas.openxmlformats.org/drawingml/2006/main" noGrp="1"/>
          </p:cNvSpPr>
          <p:nvPr/>
        </p:nvSpPr>
        <p:spPr>
          <a:xfrm xmlns:a="http://schemas.openxmlformats.org/drawingml/2006/main">
            <a:off x="381000" y="7543800"/>
            <a:ext cx="11430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Weights are fixed by the protocol and are never searched</a:t>
            </a:r>
          </a:p>
        </p:txBody>
      </p:sp>
      <p:sp>
        <p:nvSpPr>
          <p:cNvPr id="69" name="frozen-3">
            <a:extLst xmlns:a="http://schemas.openxmlformats.org/drawingml/2006/main">
              <a:ext uri="{FF2B5EF4-FFF2-40B4-BE49-F238E27FC236}">
                <a16:creationId xmlns:a16="http://schemas.microsoft.com/office/drawing/2014/main" id="{B46C456A-BC61-461A-94FE-B4DC340A8A8C}"/>
              </a:ext>
            </a:extLst>
          </p:cNvPr>
          <p:cNvSpPr>
            <a:spLocks xmlns:a="http://schemas.openxmlformats.org/drawingml/2006/main" noGrp="1"/>
          </p:cNvSpPr>
          <p:nvPr/>
        </p:nvSpPr>
        <p:spPr>
          <a:xfrm xmlns:a="http://schemas.openxmlformats.org/drawingml/2006/main">
            <a:off x="381000" y="7943850"/>
            <a:ext cx="11430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92000"/>
              </a:lnSpc>
              <a:buNone/>
              <a:defRPr sz="2250">
                <a:solidFill>
                  <a:srgbClr val="5E717C"/>
                </a:solidFill>
                <a:latin typeface="Times New Roman"/>
                <a:ea typeface="Times New Roman"/>
                <a:cs typeface="Times New Roman"/>
              </a:defRPr>
            </a:pPr>
            <a:r>
              <a:rPr sz="2250" b="0" i="0">
                <a:solidFill>
                  <a:srgbClr val="5E717C"/>
                </a:solidFill>
                <a:latin typeface="Times New Roman"/>
                <a:ea typeface="Times New Roman"/>
                <a:cs typeface="Times New Roman"/>
              </a:rPr>
              <a:t>Exploratory extra branches: E1 deiT-small/8, E2 ConvNeXt-Tiny, E3 Swin-Tiny</a:t>
            </a:r>
          </a:p>
        </p:txBody>
      </p:sp>
    </p:spTree>
    <p:extLst>
      <p:ext uri="{BB962C8B-B14F-4D97-AF65-F5344CB8AC3E}">
        <p14:creationId xmlns:p14="http://schemas.microsoft.com/office/powerpoint/2010/main" val="11488049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2026-09-19T02:27:43.9040000Z</dcterms:created>
  <dcterms:modified xsi:type="dcterms:W3CDTF">2026-09-19T02:27:43.9040000Z</dcterms:modified>
</coreProperties>
</file>