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7d4f46d6434b6c" /><Relationship Type="http://schemas.openxmlformats.org/officeDocument/2006/relationships/extended-properties" Target="/docProps/app.xml" Id="R6eaa139d09d1419b" /><Relationship Type="http://schemas.openxmlformats.org/officeDocument/2006/relationships/officeDocument" Target="/ppt/presentation.xml" Id="R7297b02f5b8a40c4" /></Relationships>
</file>

<file path=ppt/presentation.xml><?xml version="1.0" encoding="utf-8"?>
<p:presentation xmlns:p="http://schemas.openxmlformats.org/presentationml/2006/main">
  <p:sldMasterIdLst>
    <p:sldMasterId xmlns:r="http://schemas.openxmlformats.org/officeDocument/2006/relationships" id="2147483648" r:id="R5a8c3d38ddb44689"/>
  </p:sldMasterIdLst>
  <p:notesMasterIdLst>
    <p:notesMasterId xmlns:r="http://schemas.openxmlformats.org/officeDocument/2006/relationships" r:id="R1fad4e8bfc0e4865"/>
  </p:notesMasterIdLst>
  <p:sldIdLst>
    <p:sldId xmlns:r="http://schemas.openxmlformats.org/officeDocument/2006/relationships" id="256" r:id="Ra171262e71cd4338"/>
    <p:sldId xmlns:r="http://schemas.openxmlformats.org/officeDocument/2006/relationships" id="257" r:id="R7c58963bb4a040c0"/>
    <p:sldId xmlns:r="http://schemas.openxmlformats.org/officeDocument/2006/relationships" id="258" r:id="R9cbbbf33b03140cd"/>
    <p:sldId xmlns:r="http://schemas.openxmlformats.org/officeDocument/2006/relationships" id="259" r:id="R00ca49816e3b4a3e"/>
    <p:sldId xmlns:r="http://schemas.openxmlformats.org/officeDocument/2006/relationships" id="260" r:id="Rd8bf2e59d8b3438b"/>
    <p:sldId xmlns:r="http://schemas.openxmlformats.org/officeDocument/2006/relationships" id="261" r:id="R413945b431f34733"/>
    <p:sldId xmlns:r="http://schemas.openxmlformats.org/officeDocument/2006/relationships" id="262" r:id="R0ce59b28709941ad"/>
  </p:sldIdLst>
  <p:sldSz cx="12192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320f03e8a7491f" /><Relationship Type="http://schemas.openxmlformats.org/officeDocument/2006/relationships/slideMaster" Target="/ppt/slideMasters/slideMaster1.xml" Id="R5a8c3d38ddb44689" /><Relationship Type="http://schemas.openxmlformats.org/officeDocument/2006/relationships/notesMaster" Target="/ppt/notesMasters/notesMaster1.xml" Id="R1fad4e8bfc0e4865" /><Relationship Type="http://schemas.openxmlformats.org/officeDocument/2006/relationships/presProps" Target="/ppt/presProps.xml" Id="R95da4ca443564a39" /><Relationship Type="http://schemas.openxmlformats.org/officeDocument/2006/relationships/tableStyles" Target="/ppt/tableStyles.xml" Id="Ra4461646e93e48c0" /><Relationship Type="http://schemas.openxmlformats.org/officeDocument/2006/relationships/slide" Target="/ppt/slides/slide1.xml" Id="Ra171262e71cd4338" /><Relationship Type="http://schemas.openxmlformats.org/officeDocument/2006/relationships/slide" Target="/ppt/slides/slide2.xml" Id="R7c58963bb4a040c0" /><Relationship Type="http://schemas.openxmlformats.org/officeDocument/2006/relationships/slide" Target="/ppt/slides/slide3.xml" Id="R9cbbbf33b03140cd" /><Relationship Type="http://schemas.openxmlformats.org/officeDocument/2006/relationships/slide" Target="/ppt/slides/slide4.xml" Id="R00ca49816e3b4a3e" /><Relationship Type="http://schemas.openxmlformats.org/officeDocument/2006/relationships/slide" Target="/ppt/slides/slide5.xml" Id="Rd8bf2e59d8b3438b" /><Relationship Type="http://schemas.openxmlformats.org/officeDocument/2006/relationships/slide" Target="/ppt/slides/slide6.xml" Id="R413945b431f34733" /><Relationship Type="http://schemas.openxmlformats.org/officeDocument/2006/relationships/slide" Target="/ppt/slides/slide7.xml" Id="R0ce59b287099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8c3fbd2c4d49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b090f47b2a4c3b" /><Relationship Type="http://schemas.openxmlformats.org/officeDocument/2006/relationships/notesMaster" Target="/ppt/notesMasters/notesMaster1.xml" Id="Rd1fb2cf65f65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9832e334274611" /><Relationship Type="http://schemas.openxmlformats.org/officeDocument/2006/relationships/notesMaster" Target="/ppt/notesMasters/notesMaster1.xml" Id="Re06d66b8593544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1b0bab12dc4691" /><Relationship Type="http://schemas.openxmlformats.org/officeDocument/2006/relationships/notesMaster" Target="/ppt/notesMasters/notesMaster1.xml" Id="R3d1c51ad7431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936956e4ae4c87" /><Relationship Type="http://schemas.openxmlformats.org/officeDocument/2006/relationships/notesMaster" Target="/ppt/notesMasters/notesMaster1.xml" Id="Rcb981fe4caec46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893fa2e8049ec" /><Relationship Type="http://schemas.openxmlformats.org/officeDocument/2006/relationships/notesMaster" Target="/ppt/notesMasters/notesMaster1.xml" Id="Rec06d4a7f86945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408b49673a4456" /><Relationship Type="http://schemas.openxmlformats.org/officeDocument/2006/relationships/notesMaster" Target="/ppt/notesMasters/notesMaster1.xml" Id="Rb2790015940e40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2c63ba5ba944d5" /><Relationship Type="http://schemas.openxmlformats.org/officeDocument/2006/relationships/notesMaster" Target="/ppt/notesMasters/notesMaster1.xml" Id="R06f603206bfc40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Shared detection framework. (a) K normal images of one category pass through the frozen visual branches, are aligned to B's canvas grid and unit-normalised per branch, and build one fixed reference bank whose rows keep a shared (support image, grid position) identity. (b) A separate query image passes through the same modules and is scored by the matching rule under study; the bank is read only and is never updated by the query. The score map and the contour are the same query: the map is replayed from submission_repro_20260827/predictions_compact/maps/mpdd/s0_k1/metal_plate.npz through the repository's own frozen post-processing, and the contour is the Otsu-thresholded display of that same map, not a ground-truth mask. B = DINOv2-B, C = AnomalyCLIP visual, S or D = the controlled extra branch. The extra branch is an experimental construction: it is not added or removed at inference time, and DUP does not train a new model. Dotted lines are structural schematics, not measured activations.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The two matching rules at one query patch. (a) the query patch against the candidate reference rows; the cell shading only indicates ordering and no cell carries a measured value. (b) J minimises the weighted sum over one shared row, so both branches are scored at that same row; L lets every branch keep its own nearest row and sums the weighted minima. (c) G(q) = J(q) - L(q) is non-negative because both rules search the same candidate set with the same non-negative weights. G is a score difference and not a localization loss: a large gap does not by itself reduce 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The four controlled constructions, their fixed weight vectors and the five encoders that can instantiate the extra slot. A1 = (B 1/2, C 1/2); DUP = (B 1/3, Bcopy 1/3, C 1/3); TRI = (B 1/3, X 1/3, C 1/3); BAL = (B 1/4, X 1/4, C 1/2) with X in {S, D, E1, E2, E3}. A1 -&gt; DUP changes only B's effective weight; DUP -&gt; TRI changes only the representation at a fixed slot weight; A1 -&gt; BAL keeps the DINO-family and C totals equal. TRI - A1 moves both factors and is therefore never attributed to the added encoder alone. DUP_BAL is numerically identical to A1 and DUP_EXPECTED to DUP; these are implementation equivalences, not additional algorithms. X = S was pre-specified; D was pre-specified after the S result; E1, E2 and E3 were chosen after the S and D results and are reported as exploratory transfer checks. Every construction is evaluated under both J and 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 the direct interaction I = E_L - E_J for every encoder instance of the extra slot, together with the 95% interval each source file carries; MVTec and VisA cells are reserved and empty because the four-dataset aggregation has not produced a table yet. (b) representation-swap effects E = P(new) - P(control) for the pre-specified S and D branches. (c) the interaction of the two matching rules per seed for seeds 0-7; seeds 3-7 share one query resampling block and are therefore not independent replicates of the query stream. Sources: 05_extra_encoders/encoder_comparison_three.csv (S, D, E1, E2, E3), 02_interaction/representation_effects.csv (S), 04_new_encoder/representation_effects_new_encoder.csv (D) and seeds_extension_20260917/interaction_by_seed.csv (8 seeds). Bars and points are point estimates; S and D intervals are the unadjusted 95% paired bootstrap intervals of the source files, the E1/E2/E3 intervals are that file's 95% level (its 98.75% level is the family-adjusted one), and the eight-seed panel has no interval because one run per seed exists. S uses 12 MPDD conditions and 8 BTAD conditions, D and the E branches use 4 conditions (seed {0,1} x K {1,4}), so the rows are not on identical grids and this is stated rather than hidden. BTAD uses the corrected geometry revision. The dashed guide marks 0.005 macro pixel AP, a project-internal practical scale, not an industrial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(a) the interaction against the reference budget K, seed-averaged over seeds 0-2 (03_robustness/interaction_K_curve.csv, seed = -1). (b) the interaction per category for I_TRI (03_robustness/interaction_per_category.csv; MPDD study revision, BTAD corrected revision). (c) the same interaction per seed for seeds 0-7 (seeds_extension_20260917/interaction_by_seed.csv); the original three seeds are drawn solid and the five added seeds are drawn hollow because seeds 3-7 reuse one shared query resampling block, so the wider seed set measures support-set variation and not five extra independent query draws. K1, K2, K4 and K8 are nested support sets, so the points are not independent samples and no trend is claimed as a monotone law. BTAD is negative at K4 and K8 and positive at K1, which is why the dataset-level statement is conditioned on 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Measured cost on one machine (RTX 3060 Laptop, 6 GB). Source: 05_baselines/resource_comparison_v2.csv. (a) peak GPU memory; the PatchCore row stays empty because nvidia-smi --query-compute-apps returns N/A on this machine, so the value is reported as not measurable rather than estimated. (b) peak process RAM, where PatchCore reaches about 6.3 GB (MPDD) and 8.3 GB (BTAD) against about 1.0-1.7 GB for AnomalyDINO; the controlled matrix has no recorded memory field. (c) stage time per unit, where one unit is one dataset x seed x K over all categories and all test images. AnomalyDINO is split into bank, retrieval and evaluation; PatchCore reports a single total without a stage split. Published numbers from other hardware are not comparable and are not used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S1. The visual branches, their native geometry and the alignment actually used. B = DINOv2-B ViT-B/14 (768-D), C = AnomalyCLIP visual ViT-L/14 (37x37 native grid projected to 768-D), S = DINOv2-S ViT-S/14 (384-D), D = torchvision WideResNet50-2 ImageNet weights with layer2 and layer3 concatenated (1536-D); the exploratory extra branches are E1 = DINO deiT-small/8 (384-D), E2 = ConvNeXt-Tiny stages 1+2 (576-D) and E3 = Swin-Tiny stages 1+2 (576-D). All branches are resampled to B's canvas grid by bilinear interpolation with align_corners=False and unit-normalised per position; the distance is 1 - cosine for every branch. The BTAD-03 canvas is 32x42 rather than square, so that unit uses the coordinate-correct C re-grid and the study revision is kept only as a sensitivity check. Encoders are frozen: no target-domain training, no PCA, no coreset and no foreground selection, and no branch weight is searched.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1ccbf4ef804a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91bbab2314be6" /><Relationship Type="http://schemas.openxmlformats.org/officeDocument/2006/relationships/slideLayout" Target="/ppt/slideLayouts/slideLayout1.xml" Id="Refa3acb8e6254d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a3acb8e6254d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9fabf946764cb0" /><Relationship Type="http://schemas.openxmlformats.org/officeDocument/2006/relationships/image" Target="/ppt/media/image.png" Id="R80b975c1a98f4d13" /><Relationship Type="http://schemas.openxmlformats.org/officeDocument/2006/relationships/image" Target="/ppt/media/image2.png" Id="R5b0f2a3f21e14c67" /><Relationship Type="http://schemas.openxmlformats.org/officeDocument/2006/relationships/image" Target="/ppt/media/image3.png" Id="R17b2a2660c0f4559" /><Relationship Type="http://schemas.openxmlformats.org/officeDocument/2006/relationships/image" Target="/ppt/media/image4.png" Id="R8f78a4bb9fcf40e7" /><Relationship Type="http://schemas.openxmlformats.org/officeDocument/2006/relationships/image" Target="/ppt/media/image5.png" Id="R9411e59384984d3b" /><Relationship Type="http://schemas.openxmlformats.org/officeDocument/2006/relationships/image" Target="/ppt/media/image6.png" Id="R51265f902c7b4b8f" /><Relationship Type="http://schemas.openxmlformats.org/officeDocument/2006/relationships/notesSlide" Target="/ppt/notesSlides/notesSlide1.xml" Id="Rce77f4c9d4b74f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a5190befed4489" /><Relationship Type="http://schemas.openxmlformats.org/officeDocument/2006/relationships/notesSlide" Target="/ppt/notesSlides/notesSlide2.xml" Id="Ra67474f70464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6ba8588efe4eae" /><Relationship Type="http://schemas.openxmlformats.org/officeDocument/2006/relationships/notesSlide" Target="/ppt/notesSlides/notesSlide3.xml" Id="R74639b36656e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5c2b6b044841df" /><Relationship Type="http://schemas.openxmlformats.org/officeDocument/2006/relationships/notesSlide" Target="/ppt/notesSlides/notesSlide4.xml" Id="Re0fcd2a81eda40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ba59ac0bf446ef" /><Relationship Type="http://schemas.openxmlformats.org/officeDocument/2006/relationships/notesSlide" Target="/ppt/notesSlides/notesSlide5.xml" Id="Rb87d2d10d7174b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98262e55194903" /><Relationship Type="http://schemas.openxmlformats.org/officeDocument/2006/relationships/notesSlide" Target="/ppt/notesSlides/notesSlide6.xml" Id="R3496367c3d844d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f9765ba6ff4e98" /><Relationship Type="http://schemas.openxmlformats.org/officeDocument/2006/relationships/notesSlide" Target="/ppt/notesSlides/notesSlide7.xml" Id="R21122c7036304f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9" name="band-a">
            <a:extLst xmlns:a="http://schemas.openxmlformats.org/drawingml/2006/main">
              <a:ext uri="{FF2B5EF4-FFF2-40B4-BE49-F238E27FC236}">
                <a16:creationId xmlns:a16="http://schemas.microsoft.com/office/drawing/2014/main" id="{B2EB9FF2-9544-4C62-A816-6E635A2ACF72}"/>
              </a:ext>
            </a:extLst>
          </p:cNvPr>
          <p:cNvSpPr>
            <a:spLocks xmlns:a="http://schemas.openxmlformats.org/drawingml/2006/main" noGrp="1"/>
          </p:cNvSpPr>
          <p:nvPr/>
        </p:nvSpPr>
        <p:spPr>
          <a:xfrm xmlns:a="http://schemas.openxmlformats.org/drawingml/2006/main">
            <a:off x="152400" y="76200"/>
            <a:ext cx="11887200" cy="33147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7D59F9CC-4E77-4AFF-A8B2-51BDB3772D8B}"/>
              </a:ext>
            </a:extLst>
          </p:cNvPr>
          <p:cNvSpPr>
            <a:spLocks xmlns:a="http://schemas.openxmlformats.org/drawingml/2006/main" noGrp="1"/>
          </p:cNvSpPr>
          <p:nvPr/>
        </p:nvSpPr>
        <p:spPr>
          <a:xfrm xmlns:a="http://schemas.openxmlformats.org/drawingml/2006/main">
            <a:off x="152400" y="3505200"/>
            <a:ext cx="11887200" cy="331470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footer">
            <a:extLst xmlns:a="http://schemas.openxmlformats.org/drawingml/2006/main">
              <a:ext uri="{FF2B5EF4-FFF2-40B4-BE49-F238E27FC236}">
                <a16:creationId xmlns:a16="http://schemas.microsoft.com/office/drawing/2014/main" id="{6B549C5A-9912-4848-A378-B997D70AD9D1}"/>
              </a:ext>
            </a:extLst>
          </p:cNvPr>
          <p:cNvSpPr>
            <a:spLocks xmlns:a="http://schemas.openxmlformats.org/drawingml/2006/main" noGrp="1"/>
          </p:cNvSpPr>
          <p:nvPr/>
        </p:nvSpPr>
        <p:spPr>
          <a:xfrm xmlns:a="http://schemas.openxmlformats.org/drawingml/2006/main">
            <a:off x="152400" y="6934200"/>
            <a:ext cx="11887200" cy="160020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E2B956D8-206C-4C5F-945C-DF2E5DF6B4F6}"/>
              </a:ext>
            </a:extLst>
          </p:cNvPr>
          <p:cNvSpPr>
            <a:spLocks xmlns:a="http://schemas.openxmlformats.org/drawingml/2006/main" noGrp="1"/>
          </p:cNvSpPr>
          <p:nvPr/>
        </p:nvSpPr>
        <p:spPr>
          <a:xfrm xmlns:a="http://schemas.openxmlformats.org/drawingml/2006/main">
            <a:off x="304800" y="2095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4CA94F02-7EAF-4EF2-B676-8DA7B915E6FD}"/>
              </a:ext>
            </a:extLst>
          </p:cNvPr>
          <p:cNvSpPr>
            <a:spLocks xmlns:a="http://schemas.openxmlformats.org/drawingml/2006/main" noGrp="1"/>
          </p:cNvSpPr>
          <p:nvPr/>
        </p:nvSpPr>
        <p:spPr>
          <a:xfrm xmlns:a="http://schemas.openxmlformats.org/drawingml/2006/main">
            <a:off x="323850" y="2095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B4E9B68C-4193-4A17-94F9-1C6E53709A3B}"/>
              </a:ext>
            </a:extLst>
          </p:cNvPr>
          <p:cNvSpPr>
            <a:spLocks xmlns:a="http://schemas.openxmlformats.org/drawingml/2006/main" noGrp="1"/>
          </p:cNvSpPr>
          <p:nvPr/>
        </p:nvSpPr>
        <p:spPr>
          <a:xfrm xmlns:a="http://schemas.openxmlformats.org/drawingml/2006/main">
            <a:off x="876300" y="17145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Build the fixed reference bank</a:t>
            </a:r>
          </a:p>
        </p:txBody>
      </p:sp>
      <p:sp>
        <p:nvSpPr>
          <p:cNvPr id="7" name="support-surface">
            <a:extLst xmlns:a="http://schemas.openxmlformats.org/drawingml/2006/main">
              <a:ext uri="{FF2B5EF4-FFF2-40B4-BE49-F238E27FC236}">
                <a16:creationId xmlns:a16="http://schemas.microsoft.com/office/drawing/2014/main" id="{6D49C829-28BC-4B2C-9807-4CD0F5958332}"/>
              </a:ext>
            </a:extLst>
          </p:cNvPr>
          <p:cNvSpPr>
            <a:spLocks xmlns:a="http://schemas.openxmlformats.org/drawingml/2006/main" noGrp="1"/>
          </p:cNvSpPr>
          <p:nvPr/>
        </p:nvSpPr>
        <p:spPr>
          <a:xfrm xmlns:a="http://schemas.openxmlformats.org/drawingml/2006/main">
            <a:off x="304800" y="838200"/>
            <a:ext cx="1905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15240">
            <a:solidFill>
              <a:srgbClr val="CBD6DC"/>
            </a:solidFill>
            <a:prstDash val="solid"/>
          </a:ln>
        </p:spPr>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80b975c1a98f4d13"/>
          <a:srcRect xmlns:a="http://schemas.openxmlformats.org/drawingml/2006/main" l="0" t="0" r="0" b="0"/>
          <a:stretch xmlns:a="http://schemas.openxmlformats.org/drawingml/2006/main">
            <a:fillRect l="0" t="0" r="0" b="0"/>
          </a:stretch>
        </p:blipFill>
        <p:spPr>
          <a:xfrm xmlns:a="http://schemas.openxmlformats.org/drawingml/2006/main">
            <a:off x="438150" y="952500"/>
            <a:ext cx="800100" cy="800100"/>
          </a:xfrm>
          <a:prstGeom xmlns:a="http://schemas.openxmlformats.org/drawingml/2006/main" prst="rect">
            <a:avLst/>
          </a:prstGeom>
        </p:spPr>
      </p:pic>
      <p:sp>
        <p:nvSpPr>
          <p:cNvPr id="9" name="support-frame-0">
            <a:extLst xmlns:a="http://schemas.openxmlformats.org/drawingml/2006/main">
              <a:ext uri="{FF2B5EF4-FFF2-40B4-BE49-F238E27FC236}">
                <a16:creationId xmlns:a16="http://schemas.microsoft.com/office/drawing/2014/main" id="{C38A6B4F-71F2-4A81-8EA8-7EFDCA0DF0BE}"/>
              </a:ext>
            </a:extLst>
          </p:cNvPr>
          <p:cNvSpPr>
            <a:spLocks xmlns:a="http://schemas.openxmlformats.org/drawingml/2006/main" noGrp="1"/>
          </p:cNvSpPr>
          <p:nvPr/>
        </p:nvSpPr>
        <p:spPr>
          <a:xfrm xmlns:a="http://schemas.openxmlformats.org/drawingml/2006/main">
            <a:off x="438150" y="952500"/>
            <a:ext cx="800100" cy="8001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5b0f2a3f21e14c67"/>
          <a:srcRect xmlns:a="http://schemas.openxmlformats.org/drawingml/2006/main" l="0" t="0" r="0" b="0"/>
          <a:stretch xmlns:a="http://schemas.openxmlformats.org/drawingml/2006/main">
            <a:fillRect l="0" t="0" r="0" b="0"/>
          </a:stretch>
        </p:blipFill>
        <p:spPr>
          <a:xfrm xmlns:a="http://schemas.openxmlformats.org/drawingml/2006/main">
            <a:off x="628650" y="1162050"/>
            <a:ext cx="800100" cy="800100"/>
          </a:xfrm>
          <a:prstGeom xmlns:a="http://schemas.openxmlformats.org/drawingml/2006/main" prst="rect">
            <a:avLst/>
          </a:prstGeom>
        </p:spPr>
      </p:pic>
      <p:sp>
        <p:nvSpPr>
          <p:cNvPr id="11" name="support-frame-1">
            <a:extLst xmlns:a="http://schemas.openxmlformats.org/drawingml/2006/main">
              <a:ext uri="{FF2B5EF4-FFF2-40B4-BE49-F238E27FC236}">
                <a16:creationId xmlns:a16="http://schemas.microsoft.com/office/drawing/2014/main" id="{59593FF2-5673-4283-AC94-C886CC5A8CFC}"/>
              </a:ext>
            </a:extLst>
          </p:cNvPr>
          <p:cNvSpPr>
            <a:spLocks xmlns:a="http://schemas.openxmlformats.org/drawingml/2006/main" noGrp="1"/>
          </p:cNvSpPr>
          <p:nvPr/>
        </p:nvSpPr>
        <p:spPr>
          <a:xfrm xmlns:a="http://schemas.openxmlformats.org/drawingml/2006/main">
            <a:off x="628650" y="1162050"/>
            <a:ext cx="800100" cy="8001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17b2a2660c0f4559"/>
          <a:srcRect xmlns:a="http://schemas.openxmlformats.org/drawingml/2006/main" l="0" t="0" r="0" b="0"/>
          <a:stretch xmlns:a="http://schemas.openxmlformats.org/drawingml/2006/main">
            <a:fillRect l="0" t="0" r="0" b="0"/>
          </a:stretch>
        </p:blipFill>
        <p:spPr>
          <a:xfrm xmlns:a="http://schemas.openxmlformats.org/drawingml/2006/main">
            <a:off x="819150" y="1371600"/>
            <a:ext cx="800100" cy="800100"/>
          </a:xfrm>
          <a:prstGeom xmlns:a="http://schemas.openxmlformats.org/drawingml/2006/main" prst="rect">
            <a:avLst/>
          </a:prstGeom>
        </p:spPr>
      </p:pic>
      <p:sp>
        <p:nvSpPr>
          <p:cNvPr id="13" name="support-frame-2">
            <a:extLst xmlns:a="http://schemas.openxmlformats.org/drawingml/2006/main">
              <a:ext uri="{FF2B5EF4-FFF2-40B4-BE49-F238E27FC236}">
                <a16:creationId xmlns:a16="http://schemas.microsoft.com/office/drawing/2014/main" id="{165A38DF-126A-4EA3-94AD-14CB0555FEE2}"/>
              </a:ext>
            </a:extLst>
          </p:cNvPr>
          <p:cNvSpPr>
            <a:spLocks xmlns:a="http://schemas.openxmlformats.org/drawingml/2006/main" noGrp="1"/>
          </p:cNvSpPr>
          <p:nvPr/>
        </p:nvSpPr>
        <p:spPr>
          <a:xfrm xmlns:a="http://schemas.openxmlformats.org/drawingml/2006/main">
            <a:off x="819150" y="1371600"/>
            <a:ext cx="800100" cy="8001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sp>
        <p:nvSpPr>
          <p:cNvPr id="14" name="support-ellipsis">
            <a:extLst xmlns:a="http://schemas.openxmlformats.org/drawingml/2006/main">
              <a:ext uri="{FF2B5EF4-FFF2-40B4-BE49-F238E27FC236}">
                <a16:creationId xmlns:a16="http://schemas.microsoft.com/office/drawing/2014/main" id="{27C837E6-C518-4693-9267-BFE569614E88}"/>
              </a:ext>
            </a:extLst>
          </p:cNvPr>
          <p:cNvSpPr>
            <a:spLocks xmlns:a="http://schemas.openxmlformats.org/drawingml/2006/main" noGrp="1"/>
          </p:cNvSpPr>
          <p:nvPr/>
        </p:nvSpPr>
        <p:spPr>
          <a:xfrm xmlns:a="http://schemas.openxmlformats.org/drawingml/2006/main">
            <a:off x="1676400" y="18669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700">
                <a:solidFill>
                  <a:srgbClr val="5E717C"/>
                </a:solidFill>
                <a:latin typeface="Times New Roman"/>
                <a:ea typeface="Times New Roman"/>
                <a:cs typeface="Times New Roman"/>
              </a:defRPr>
            </a:pPr>
            <a:r>
              <a:rPr sz="2700" b="0" i="0">
                <a:solidFill>
                  <a:srgbClr val="5E717C"/>
                </a:solidFill>
                <a:latin typeface="Times New Roman"/>
                <a:ea typeface="Times New Roman"/>
                <a:cs typeface="Times New Roman"/>
              </a:rPr>
              <a:t>…</a:t>
            </a:r>
          </a:p>
        </p:txBody>
      </p:sp>
      <p:sp>
        <p:nvSpPr>
          <p:cNvPr id="15" name="anchor-0">
            <a:extLst xmlns:a="http://schemas.openxmlformats.org/drawingml/2006/main">
              <a:ext uri="{FF2B5EF4-FFF2-40B4-BE49-F238E27FC236}">
                <a16:creationId xmlns:a16="http://schemas.microsoft.com/office/drawing/2014/main" id="{CE317C79-6CB8-40D8-B928-1DC8CF83F443}"/>
              </a:ext>
            </a:extLst>
          </p:cNvPr>
          <p:cNvSpPr>
            <a:spLocks xmlns:a="http://schemas.openxmlformats.org/drawingml/2006/main" noGrp="1"/>
          </p:cNvSpPr>
          <p:nvPr/>
        </p:nvSpPr>
        <p:spPr>
          <a:xfrm xmlns:a="http://schemas.openxmlformats.org/drawingml/2006/main">
            <a:off x="220503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anchor-1">
            <a:extLst xmlns:a="http://schemas.openxmlformats.org/drawingml/2006/main">
              <a:ext uri="{FF2B5EF4-FFF2-40B4-BE49-F238E27FC236}">
                <a16:creationId xmlns:a16="http://schemas.microsoft.com/office/drawing/2014/main" id="{D9C61D1B-7607-415E-8C83-466D8ABCC4EC}"/>
              </a:ext>
            </a:extLst>
          </p:cNvPr>
          <p:cNvSpPr>
            <a:spLocks xmlns:a="http://schemas.openxmlformats.org/drawingml/2006/main" noGrp="1"/>
          </p:cNvSpPr>
          <p:nvPr/>
        </p:nvSpPr>
        <p:spPr>
          <a:xfrm xmlns:a="http://schemas.openxmlformats.org/drawingml/2006/main">
            <a:off x="249078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55" name=""/>
          <p:cNvCxnSpPr>
            <a:stCxn xmlns:a="http://schemas.openxmlformats.org/drawingml/2006/main" id="15" idx="3"/>
            <a:endCxn xmlns:a="http://schemas.openxmlformats.org/drawingml/2006/main" id="16" idx="1"/>
          </p:cNvCxnSpPr>
          <p:nvPr/>
        </p:nvCxnSpPr>
        <p:spPr>
          <a:xfrm xmlns:a="http://schemas.openxmlformats.org/drawingml/2006/main">
            <a:off x="2214563" y="1762126"/>
            <a:ext cx="27622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18" name="branches-surface">
            <a:extLst xmlns:a="http://schemas.openxmlformats.org/drawingml/2006/main">
              <a:ext uri="{FF2B5EF4-FFF2-40B4-BE49-F238E27FC236}">
                <a16:creationId xmlns:a16="http://schemas.microsoft.com/office/drawing/2014/main" id="{13190544-C354-465C-BBF4-EC1C1820FD1F}"/>
              </a:ext>
            </a:extLst>
          </p:cNvPr>
          <p:cNvSpPr>
            <a:spLocks xmlns:a="http://schemas.openxmlformats.org/drawingml/2006/main" noGrp="1"/>
          </p:cNvSpPr>
          <p:nvPr/>
        </p:nvSpPr>
        <p:spPr>
          <a:xfrm xmlns:a="http://schemas.openxmlformats.org/drawingml/2006/main">
            <a:off x="2495550" y="838200"/>
            <a:ext cx="3048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15240">
            <a:solidFill>
              <a:srgbClr val="CBD6DC"/>
            </a:solidFill>
            <a:prstDash val="solid"/>
          </a:ln>
        </p:spPr>
      </p:sp>
      <p:sp>
        <p:nvSpPr>
          <p:cNvPr id="19" name="branches-title">
            <a:extLst xmlns:a="http://schemas.openxmlformats.org/drawingml/2006/main">
              <a:ext uri="{FF2B5EF4-FFF2-40B4-BE49-F238E27FC236}">
                <a16:creationId xmlns:a16="http://schemas.microsoft.com/office/drawing/2014/main" id="{ACA38290-094E-427F-BE3E-747712234BFE}"/>
              </a:ext>
            </a:extLst>
          </p:cNvPr>
          <p:cNvSpPr>
            <a:spLocks xmlns:a="http://schemas.openxmlformats.org/drawingml/2006/main" noGrp="1"/>
          </p:cNvSpPr>
          <p:nvPr/>
        </p:nvSpPr>
        <p:spPr>
          <a:xfrm xmlns:a="http://schemas.openxmlformats.org/drawingml/2006/main">
            <a:off x="2590800" y="8763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Frozen branches</a:t>
            </a:r>
          </a:p>
        </p:txBody>
      </p:sp>
      <p:sp>
        <p:nvSpPr>
          <p:cNvPr id="20" name="branch-B">
            <a:extLst xmlns:a="http://schemas.openxmlformats.org/drawingml/2006/main">
              <a:ext uri="{FF2B5EF4-FFF2-40B4-BE49-F238E27FC236}">
                <a16:creationId xmlns:a16="http://schemas.microsoft.com/office/drawing/2014/main" id="{527F7535-F212-48A4-906C-FE2ECAE6D5C4}"/>
              </a:ext>
            </a:extLst>
          </p:cNvPr>
          <p:cNvSpPr>
            <a:spLocks xmlns:a="http://schemas.openxmlformats.org/drawingml/2006/main" noGrp="1"/>
          </p:cNvSpPr>
          <p:nvPr/>
        </p:nvSpPr>
        <p:spPr>
          <a:xfrm xmlns:a="http://schemas.openxmlformats.org/drawingml/2006/main">
            <a:off x="2609850" y="1333500"/>
            <a:ext cx="28194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21" name="branch-B-text">
            <a:extLst xmlns:a="http://schemas.openxmlformats.org/drawingml/2006/main">
              <a:ext uri="{FF2B5EF4-FFF2-40B4-BE49-F238E27FC236}">
                <a16:creationId xmlns:a16="http://schemas.microsoft.com/office/drawing/2014/main" id="{34A6DABB-29C6-46E1-97F9-F1E91D6AA3EC}"/>
              </a:ext>
            </a:extLst>
          </p:cNvPr>
          <p:cNvSpPr>
            <a:spLocks xmlns:a="http://schemas.openxmlformats.org/drawingml/2006/main" noGrp="1"/>
          </p:cNvSpPr>
          <p:nvPr/>
        </p:nvSpPr>
        <p:spPr>
          <a:xfrm xmlns:a="http://schemas.openxmlformats.org/drawingml/2006/main">
            <a:off x="2628900" y="13335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2E6F9E"/>
                </a:solidFill>
                <a:latin typeface="Times New Roman"/>
                <a:ea typeface="Times New Roman"/>
                <a:cs typeface="Times New Roman"/>
              </a:defRPr>
            </a:pPr>
            <a:r>
              <a:rPr sz="2250" b="1" i="1">
                <a:solidFill>
                  <a:srgbClr val="2E6F9E"/>
                </a:solidFill>
                <a:latin typeface="Times New Roman"/>
                <a:ea typeface="Times New Roman"/>
                <a:cs typeface="Times New Roman"/>
              </a:rPr>
              <a:t>B</a:t>
            </a:r>
            <a:r>
              <a:rPr sz="2250" b="1" i="0">
                <a:solidFill>
                  <a:srgbClr val="2E6F9E"/>
                </a:solidFill>
                <a:latin typeface="Times New Roman"/>
                <a:ea typeface="Times New Roman"/>
                <a:cs typeface="Times New Roman"/>
              </a:rPr>
              <a:t>  DINOv2-</a:t>
            </a:r>
            <a:r>
              <a:rPr sz="2250" b="1" i="1">
                <a:solidFill>
                  <a:srgbClr val="2E6F9E"/>
                </a:solidFill>
                <a:latin typeface="Times New Roman"/>
                <a:ea typeface="Times New Roman"/>
                <a:cs typeface="Times New Roman"/>
              </a:rPr>
              <a:t>B</a:t>
            </a:r>
          </a:p>
        </p:txBody>
      </p:sp>
      <p:sp>
        <p:nvSpPr>
          <p:cNvPr id="22" name="branch-C">
            <a:extLst xmlns:a="http://schemas.openxmlformats.org/drawingml/2006/main">
              <a:ext uri="{FF2B5EF4-FFF2-40B4-BE49-F238E27FC236}">
                <a16:creationId xmlns:a16="http://schemas.microsoft.com/office/drawing/2014/main" id="{1C877F05-9147-484C-9AF6-12551A525441}"/>
              </a:ext>
            </a:extLst>
          </p:cNvPr>
          <p:cNvSpPr>
            <a:spLocks xmlns:a="http://schemas.openxmlformats.org/drawingml/2006/main" noGrp="1"/>
          </p:cNvSpPr>
          <p:nvPr/>
        </p:nvSpPr>
        <p:spPr>
          <a:xfrm xmlns:a="http://schemas.openxmlformats.org/drawingml/2006/main">
            <a:off x="2609850" y="1733550"/>
            <a:ext cx="28194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23" name="branch-C-text">
            <a:extLst xmlns:a="http://schemas.openxmlformats.org/drawingml/2006/main">
              <a:ext uri="{FF2B5EF4-FFF2-40B4-BE49-F238E27FC236}">
                <a16:creationId xmlns:a16="http://schemas.microsoft.com/office/drawing/2014/main" id="{2666350A-C25B-42AA-B4EC-817C46CFFA1C}"/>
              </a:ext>
            </a:extLst>
          </p:cNvPr>
          <p:cNvSpPr>
            <a:spLocks xmlns:a="http://schemas.openxmlformats.org/drawingml/2006/main" noGrp="1"/>
          </p:cNvSpPr>
          <p:nvPr/>
        </p:nvSpPr>
        <p:spPr>
          <a:xfrm xmlns:a="http://schemas.openxmlformats.org/drawingml/2006/main">
            <a:off x="2628900" y="17335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B27C20"/>
                </a:solidFill>
                <a:latin typeface="Times New Roman"/>
                <a:ea typeface="Times New Roman"/>
                <a:cs typeface="Times New Roman"/>
              </a:defRPr>
            </a:pPr>
            <a:r>
              <a:rPr sz="2250" b="1" i="1">
                <a:solidFill>
                  <a:srgbClr val="B27C20"/>
                </a:solidFill>
                <a:latin typeface="Times New Roman"/>
                <a:ea typeface="Times New Roman"/>
                <a:cs typeface="Times New Roman"/>
              </a:rPr>
              <a:t>C</a:t>
            </a:r>
            <a:r>
              <a:rPr sz="2250" b="1" i="0">
                <a:solidFill>
                  <a:srgbClr val="B27C20"/>
                </a:solidFill>
                <a:latin typeface="Times New Roman"/>
                <a:ea typeface="Times New Roman"/>
                <a:cs typeface="Times New Roman"/>
              </a:rPr>
              <a:t>  AnomalyCLIP</a:t>
            </a:r>
          </a:p>
        </p:txBody>
      </p:sp>
      <p:sp>
        <p:nvSpPr>
          <p:cNvPr id="24" name="branch-X">
            <a:extLst xmlns:a="http://schemas.openxmlformats.org/drawingml/2006/main">
              <a:ext uri="{FF2B5EF4-FFF2-40B4-BE49-F238E27FC236}">
                <a16:creationId xmlns:a16="http://schemas.microsoft.com/office/drawing/2014/main" id="{6932AD57-2456-4838-812E-24CF0C5F2BF2}"/>
              </a:ext>
            </a:extLst>
          </p:cNvPr>
          <p:cNvSpPr>
            <a:spLocks xmlns:a="http://schemas.openxmlformats.org/drawingml/2006/main" noGrp="1"/>
          </p:cNvSpPr>
          <p:nvPr/>
        </p:nvSpPr>
        <p:spPr>
          <a:xfrm xmlns:a="http://schemas.openxmlformats.org/drawingml/2006/main">
            <a:off x="2609850" y="2133600"/>
            <a:ext cx="28194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25" name="branch-X-text">
            <a:extLst xmlns:a="http://schemas.openxmlformats.org/drawingml/2006/main">
              <a:ext uri="{FF2B5EF4-FFF2-40B4-BE49-F238E27FC236}">
                <a16:creationId xmlns:a16="http://schemas.microsoft.com/office/drawing/2014/main" id="{A509BB21-1A60-4977-B72F-FB421EE90840}"/>
              </a:ext>
            </a:extLst>
          </p:cNvPr>
          <p:cNvSpPr>
            <a:spLocks xmlns:a="http://schemas.openxmlformats.org/drawingml/2006/main" noGrp="1"/>
          </p:cNvSpPr>
          <p:nvPr/>
        </p:nvSpPr>
        <p:spPr>
          <a:xfrm xmlns:a="http://schemas.openxmlformats.org/drawingml/2006/main">
            <a:off x="2628900" y="2133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3F7C5E"/>
                </a:solidFill>
                <a:latin typeface="Times New Roman"/>
                <a:ea typeface="Times New Roman"/>
                <a:cs typeface="Times New Roman"/>
              </a:defRPr>
            </a:pPr>
            <a:r>
              <a:rPr sz="2250" b="1" i="1">
                <a:solidFill>
                  <a:srgbClr val="3F7C5E"/>
                </a:solidFill>
                <a:latin typeface="Times New Roman"/>
                <a:ea typeface="Times New Roman"/>
                <a:cs typeface="Times New Roman"/>
              </a:rPr>
              <a:t>S</a:t>
            </a:r>
            <a:r>
              <a:rPr sz="2250" b="1" i="0">
                <a:solidFill>
                  <a:srgbClr val="3F7C5E"/>
                </a:solidFill>
                <a:latin typeface="Times New Roman"/>
                <a:ea typeface="Times New Roman"/>
                <a:cs typeface="Times New Roman"/>
              </a:rPr>
              <a:t> or </a:t>
            </a:r>
            <a:r>
              <a:rPr sz="2250" b="1" i="1">
                <a:solidFill>
                  <a:srgbClr val="3F7C5E"/>
                </a:solidFill>
                <a:latin typeface="Times New Roman"/>
                <a:ea typeface="Times New Roman"/>
                <a:cs typeface="Times New Roman"/>
              </a:rPr>
              <a:t>D</a:t>
            </a:r>
            <a:r>
              <a:rPr sz="2250" b="1" i="0">
                <a:solidFill>
                  <a:srgbClr val="3F7C5E"/>
                </a:solidFill>
                <a:latin typeface="Times New Roman"/>
                <a:ea typeface="Times New Roman"/>
                <a:cs typeface="Times New Roman"/>
              </a:rPr>
              <a:t>  extra slot</a:t>
            </a:r>
          </a:p>
        </p:txBody>
      </p:sp>
      <p:sp>
        <p:nvSpPr>
          <p:cNvPr id="26" name="anchor-2">
            <a:extLst xmlns:a="http://schemas.openxmlformats.org/drawingml/2006/main">
              <a:ext uri="{FF2B5EF4-FFF2-40B4-BE49-F238E27FC236}">
                <a16:creationId xmlns:a16="http://schemas.microsoft.com/office/drawing/2014/main" id="{A6EDD70F-24C9-4953-A5BE-85B533531A1F}"/>
              </a:ext>
            </a:extLst>
          </p:cNvPr>
          <p:cNvSpPr>
            <a:spLocks xmlns:a="http://schemas.openxmlformats.org/drawingml/2006/main" noGrp="1"/>
          </p:cNvSpPr>
          <p:nvPr/>
        </p:nvSpPr>
        <p:spPr>
          <a:xfrm xmlns:a="http://schemas.openxmlformats.org/drawingml/2006/main">
            <a:off x="553878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anchor-3">
            <a:extLst xmlns:a="http://schemas.openxmlformats.org/drawingml/2006/main">
              <a:ext uri="{FF2B5EF4-FFF2-40B4-BE49-F238E27FC236}">
                <a16:creationId xmlns:a16="http://schemas.microsoft.com/office/drawing/2014/main" id="{B66AA4F0-ECE4-47FA-BFC0-77A47B78846B}"/>
              </a:ext>
            </a:extLst>
          </p:cNvPr>
          <p:cNvSpPr>
            <a:spLocks xmlns:a="http://schemas.openxmlformats.org/drawingml/2006/main" noGrp="1"/>
          </p:cNvSpPr>
          <p:nvPr/>
        </p:nvSpPr>
        <p:spPr>
          <a:xfrm xmlns:a="http://schemas.openxmlformats.org/drawingml/2006/main">
            <a:off x="582453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6" name=""/>
          <p:cNvCxnSpPr>
            <a:stCxn xmlns:a="http://schemas.openxmlformats.org/drawingml/2006/main" id="26" idx="3"/>
            <a:endCxn xmlns:a="http://schemas.openxmlformats.org/drawingml/2006/main" id="27" idx="1"/>
          </p:cNvCxnSpPr>
          <p:nvPr/>
        </p:nvCxnSpPr>
        <p:spPr>
          <a:xfrm xmlns:a="http://schemas.openxmlformats.org/drawingml/2006/main">
            <a:off x="5548313" y="1762126"/>
            <a:ext cx="27622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29" name="align-surface">
            <a:extLst xmlns:a="http://schemas.openxmlformats.org/drawingml/2006/main">
              <a:ext uri="{FF2B5EF4-FFF2-40B4-BE49-F238E27FC236}">
                <a16:creationId xmlns:a16="http://schemas.microsoft.com/office/drawing/2014/main" id="{6534F9DA-5046-48CF-8912-F4C73891AA94}"/>
              </a:ext>
            </a:extLst>
          </p:cNvPr>
          <p:cNvSpPr>
            <a:spLocks xmlns:a="http://schemas.openxmlformats.org/drawingml/2006/main" noGrp="1"/>
          </p:cNvSpPr>
          <p:nvPr/>
        </p:nvSpPr>
        <p:spPr>
          <a:xfrm xmlns:a="http://schemas.openxmlformats.org/drawingml/2006/main">
            <a:off x="5829300" y="838200"/>
            <a:ext cx="2095500" cy="1847850"/>
          </a:xfrm>
          <a:prstGeom xmlns:a="http://schemas.openxmlformats.org/drawingml/2006/main" prst="roundRect">
            <a:avLst>
              <a:gd name="adj" fmla="val 4124"/>
            </a:avLst>
          </a:prstGeom>
          <a:solidFill xmlns:a="http://schemas.openxmlformats.org/drawingml/2006/main">
            <a:srgbClr val="E4F1F3"/>
          </a:solidFill>
          <a:ln xmlns:a="http://schemas.openxmlformats.org/drawingml/2006/main" w="15240">
            <a:solidFill>
              <a:srgbClr val="4C7C86"/>
            </a:solidFill>
            <a:prstDash val="solid"/>
          </a:ln>
        </p:spPr>
      </p:sp>
      <p:sp>
        <p:nvSpPr>
          <p:cNvPr id="30" name="align-title">
            <a:extLst xmlns:a="http://schemas.openxmlformats.org/drawingml/2006/main">
              <a:ext uri="{FF2B5EF4-FFF2-40B4-BE49-F238E27FC236}">
                <a16:creationId xmlns:a16="http://schemas.microsoft.com/office/drawing/2014/main" id="{A948FA41-5911-456D-B850-D2F20F1D8F94}"/>
              </a:ext>
            </a:extLst>
          </p:cNvPr>
          <p:cNvSpPr>
            <a:spLocks xmlns:a="http://schemas.openxmlformats.org/drawingml/2006/main" noGrp="1"/>
          </p:cNvSpPr>
          <p:nvPr/>
        </p:nvSpPr>
        <p:spPr>
          <a:xfrm xmlns:a="http://schemas.openxmlformats.org/drawingml/2006/main">
            <a:off x="5876925" y="8763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Common grid</a:t>
            </a:r>
          </a:p>
        </p:txBody>
      </p:sp>
      <p:sp>
        <p:nvSpPr>
          <p:cNvPr id="31" name="align-grid-0-0">
            <a:extLst xmlns:a="http://schemas.openxmlformats.org/drawingml/2006/main">
              <a:ext uri="{FF2B5EF4-FFF2-40B4-BE49-F238E27FC236}">
                <a16:creationId xmlns:a16="http://schemas.microsoft.com/office/drawing/2014/main" id="{C0DB765B-E974-468F-8DCA-2C7BBD9C4C27}"/>
              </a:ext>
            </a:extLst>
          </p:cNvPr>
          <p:cNvSpPr>
            <a:spLocks xmlns:a="http://schemas.openxmlformats.org/drawingml/2006/main" noGrp="1"/>
          </p:cNvSpPr>
          <p:nvPr/>
        </p:nvSpPr>
        <p:spPr>
          <a:xfrm xmlns:a="http://schemas.openxmlformats.org/drawingml/2006/main">
            <a:off x="6457950" y="14287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2" name="align-grid-0-1">
            <a:extLst xmlns:a="http://schemas.openxmlformats.org/drawingml/2006/main">
              <a:ext uri="{FF2B5EF4-FFF2-40B4-BE49-F238E27FC236}">
                <a16:creationId xmlns:a16="http://schemas.microsoft.com/office/drawing/2014/main" id="{F495ECB7-0FA4-4167-9727-1C813EA905F5}"/>
              </a:ext>
            </a:extLst>
          </p:cNvPr>
          <p:cNvSpPr>
            <a:spLocks xmlns:a="http://schemas.openxmlformats.org/drawingml/2006/main" noGrp="1"/>
          </p:cNvSpPr>
          <p:nvPr/>
        </p:nvSpPr>
        <p:spPr>
          <a:xfrm xmlns:a="http://schemas.openxmlformats.org/drawingml/2006/main">
            <a:off x="6743700" y="14287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3" name="align-grid-0-2">
            <a:extLst xmlns:a="http://schemas.openxmlformats.org/drawingml/2006/main">
              <a:ext uri="{FF2B5EF4-FFF2-40B4-BE49-F238E27FC236}">
                <a16:creationId xmlns:a16="http://schemas.microsoft.com/office/drawing/2014/main" id="{308A9F49-81F6-476A-A73B-61B916582460}"/>
              </a:ext>
            </a:extLst>
          </p:cNvPr>
          <p:cNvSpPr>
            <a:spLocks xmlns:a="http://schemas.openxmlformats.org/drawingml/2006/main" noGrp="1"/>
          </p:cNvSpPr>
          <p:nvPr/>
        </p:nvSpPr>
        <p:spPr>
          <a:xfrm xmlns:a="http://schemas.openxmlformats.org/drawingml/2006/main">
            <a:off x="7029450" y="14287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4" name="align-grid-1-0">
            <a:extLst xmlns:a="http://schemas.openxmlformats.org/drawingml/2006/main">
              <a:ext uri="{FF2B5EF4-FFF2-40B4-BE49-F238E27FC236}">
                <a16:creationId xmlns:a16="http://schemas.microsoft.com/office/drawing/2014/main" id="{938DC98F-228B-4530-95F6-F5990A04835B}"/>
              </a:ext>
            </a:extLst>
          </p:cNvPr>
          <p:cNvSpPr>
            <a:spLocks xmlns:a="http://schemas.openxmlformats.org/drawingml/2006/main" noGrp="1"/>
          </p:cNvSpPr>
          <p:nvPr/>
        </p:nvSpPr>
        <p:spPr>
          <a:xfrm xmlns:a="http://schemas.openxmlformats.org/drawingml/2006/main">
            <a:off x="6457950" y="171450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5" name="align-grid-1-1">
            <a:extLst xmlns:a="http://schemas.openxmlformats.org/drawingml/2006/main">
              <a:ext uri="{FF2B5EF4-FFF2-40B4-BE49-F238E27FC236}">
                <a16:creationId xmlns:a16="http://schemas.microsoft.com/office/drawing/2014/main" id="{BB1E0E5B-B558-4FED-999E-360C193AA32B}"/>
              </a:ext>
            </a:extLst>
          </p:cNvPr>
          <p:cNvSpPr>
            <a:spLocks xmlns:a="http://schemas.openxmlformats.org/drawingml/2006/main" noGrp="1"/>
          </p:cNvSpPr>
          <p:nvPr/>
        </p:nvSpPr>
        <p:spPr>
          <a:xfrm xmlns:a="http://schemas.openxmlformats.org/drawingml/2006/main">
            <a:off x="6743700" y="171450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6" name="align-grid-1-2">
            <a:extLst xmlns:a="http://schemas.openxmlformats.org/drawingml/2006/main">
              <a:ext uri="{FF2B5EF4-FFF2-40B4-BE49-F238E27FC236}">
                <a16:creationId xmlns:a16="http://schemas.microsoft.com/office/drawing/2014/main" id="{633CA340-CC74-41C3-B9E8-EB5338293A42}"/>
              </a:ext>
            </a:extLst>
          </p:cNvPr>
          <p:cNvSpPr>
            <a:spLocks xmlns:a="http://schemas.openxmlformats.org/drawingml/2006/main" noGrp="1"/>
          </p:cNvSpPr>
          <p:nvPr/>
        </p:nvSpPr>
        <p:spPr>
          <a:xfrm xmlns:a="http://schemas.openxmlformats.org/drawingml/2006/main">
            <a:off x="7029450" y="171450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7" name="align-grid-2-0">
            <a:extLst xmlns:a="http://schemas.openxmlformats.org/drawingml/2006/main">
              <a:ext uri="{FF2B5EF4-FFF2-40B4-BE49-F238E27FC236}">
                <a16:creationId xmlns:a16="http://schemas.microsoft.com/office/drawing/2014/main" id="{1B539EA6-2B9F-46B2-BCA8-5FB40C2555C1}"/>
              </a:ext>
            </a:extLst>
          </p:cNvPr>
          <p:cNvSpPr>
            <a:spLocks xmlns:a="http://schemas.openxmlformats.org/drawingml/2006/main" noGrp="1"/>
          </p:cNvSpPr>
          <p:nvPr/>
        </p:nvSpPr>
        <p:spPr>
          <a:xfrm xmlns:a="http://schemas.openxmlformats.org/drawingml/2006/main">
            <a:off x="6457950" y="20002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8" name="align-grid-2-1">
            <a:extLst xmlns:a="http://schemas.openxmlformats.org/drawingml/2006/main">
              <a:ext uri="{FF2B5EF4-FFF2-40B4-BE49-F238E27FC236}">
                <a16:creationId xmlns:a16="http://schemas.microsoft.com/office/drawing/2014/main" id="{802BF9E8-41F0-420D-978E-0651CF13E3FA}"/>
              </a:ext>
            </a:extLst>
          </p:cNvPr>
          <p:cNvSpPr>
            <a:spLocks xmlns:a="http://schemas.openxmlformats.org/drawingml/2006/main" noGrp="1"/>
          </p:cNvSpPr>
          <p:nvPr/>
        </p:nvSpPr>
        <p:spPr>
          <a:xfrm xmlns:a="http://schemas.openxmlformats.org/drawingml/2006/main">
            <a:off x="6743700" y="20002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39" name="align-grid-2-2">
            <a:extLst xmlns:a="http://schemas.openxmlformats.org/drawingml/2006/main">
              <a:ext uri="{FF2B5EF4-FFF2-40B4-BE49-F238E27FC236}">
                <a16:creationId xmlns:a16="http://schemas.microsoft.com/office/drawing/2014/main" id="{14A99FB3-961F-411E-BCDD-9375FF2C64B9}"/>
              </a:ext>
            </a:extLst>
          </p:cNvPr>
          <p:cNvSpPr>
            <a:spLocks xmlns:a="http://schemas.openxmlformats.org/drawingml/2006/main" noGrp="1"/>
          </p:cNvSpPr>
          <p:nvPr/>
        </p:nvSpPr>
        <p:spPr>
          <a:xfrm xmlns:a="http://schemas.openxmlformats.org/drawingml/2006/main">
            <a:off x="7029450" y="2000250"/>
            <a:ext cx="266700" cy="26670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40" name="anchor-4">
            <a:extLst xmlns:a="http://schemas.openxmlformats.org/drawingml/2006/main">
              <a:ext uri="{FF2B5EF4-FFF2-40B4-BE49-F238E27FC236}">
                <a16:creationId xmlns:a16="http://schemas.microsoft.com/office/drawing/2014/main" id="{8A681197-6D91-4163-A321-9008FBF5FAD3}"/>
              </a:ext>
            </a:extLst>
          </p:cNvPr>
          <p:cNvSpPr>
            <a:spLocks xmlns:a="http://schemas.openxmlformats.org/drawingml/2006/main" noGrp="1"/>
          </p:cNvSpPr>
          <p:nvPr/>
        </p:nvSpPr>
        <p:spPr>
          <a:xfrm xmlns:a="http://schemas.openxmlformats.org/drawingml/2006/main">
            <a:off x="792003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41" name="anchor-5">
            <a:extLst xmlns:a="http://schemas.openxmlformats.org/drawingml/2006/main">
              <a:ext uri="{FF2B5EF4-FFF2-40B4-BE49-F238E27FC236}">
                <a16:creationId xmlns:a16="http://schemas.microsoft.com/office/drawing/2014/main" id="{A660E2CF-530C-4432-99EA-5BE254F7F775}"/>
              </a:ext>
            </a:extLst>
          </p:cNvPr>
          <p:cNvSpPr>
            <a:spLocks xmlns:a="http://schemas.openxmlformats.org/drawingml/2006/main" noGrp="1"/>
          </p:cNvSpPr>
          <p:nvPr/>
        </p:nvSpPr>
        <p:spPr>
          <a:xfrm xmlns:a="http://schemas.openxmlformats.org/drawingml/2006/main">
            <a:off x="8205788" y="1757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80" name=""/>
          <p:cNvCxnSpPr>
            <a:stCxn xmlns:a="http://schemas.openxmlformats.org/drawingml/2006/main" id="40" idx="3"/>
            <a:endCxn xmlns:a="http://schemas.openxmlformats.org/drawingml/2006/main" id="41" idx="1"/>
          </p:cNvCxnSpPr>
          <p:nvPr/>
        </p:nvCxnSpPr>
        <p:spPr>
          <a:xfrm xmlns:a="http://schemas.openxmlformats.org/drawingml/2006/main">
            <a:off x="7929563" y="1762126"/>
            <a:ext cx="27622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43" name="bank-surface">
            <a:extLst xmlns:a="http://schemas.openxmlformats.org/drawingml/2006/main">
              <a:ext uri="{FF2B5EF4-FFF2-40B4-BE49-F238E27FC236}">
                <a16:creationId xmlns:a16="http://schemas.microsoft.com/office/drawing/2014/main" id="{C70033A3-97F2-483B-91F9-9D125FB6DFE5}"/>
              </a:ext>
            </a:extLst>
          </p:cNvPr>
          <p:cNvSpPr>
            <a:spLocks xmlns:a="http://schemas.openxmlformats.org/drawingml/2006/main" noGrp="1"/>
          </p:cNvSpPr>
          <p:nvPr/>
        </p:nvSpPr>
        <p:spPr>
          <a:xfrm xmlns:a="http://schemas.openxmlformats.org/drawingml/2006/main">
            <a:off x="8210550" y="838200"/>
            <a:ext cx="3771900" cy="1847850"/>
          </a:xfrm>
          <a:prstGeom xmlns:a="http://schemas.openxmlformats.org/drawingml/2006/main" prst="roundRect">
            <a:avLst>
              <a:gd name="adj" fmla="val 4124"/>
            </a:avLst>
          </a:prstGeom>
          <a:solidFill xmlns:a="http://schemas.openxmlformats.org/drawingml/2006/main">
            <a:srgbClr val="E6EDF2"/>
          </a:solidFill>
          <a:ln xmlns:a="http://schemas.openxmlformats.org/drawingml/2006/main" w="15240">
            <a:solidFill>
              <a:srgbClr val="5C7386"/>
            </a:solidFill>
            <a:prstDash val="solid"/>
          </a:ln>
        </p:spPr>
      </p:sp>
      <p:sp>
        <p:nvSpPr>
          <p:cNvPr id="44" name="bank-title">
            <a:extLst xmlns:a="http://schemas.openxmlformats.org/drawingml/2006/main">
              <a:ext uri="{FF2B5EF4-FFF2-40B4-BE49-F238E27FC236}">
                <a16:creationId xmlns:a16="http://schemas.microsoft.com/office/drawing/2014/main" id="{55235CD3-AF31-4EB4-938D-A8C6228BB479}"/>
              </a:ext>
            </a:extLst>
          </p:cNvPr>
          <p:cNvSpPr>
            <a:spLocks xmlns:a="http://schemas.openxmlformats.org/drawingml/2006/main" noGrp="1"/>
          </p:cNvSpPr>
          <p:nvPr/>
        </p:nvSpPr>
        <p:spPr>
          <a:xfrm xmlns:a="http://schemas.openxmlformats.org/drawingml/2006/main">
            <a:off x="8305800" y="87630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Fixed reference bank</a:t>
            </a:r>
          </a:p>
        </p:txBody>
      </p:sp>
      <p:sp>
        <p:nvSpPr>
          <p:cNvPr id="45" name="bank-row-0-0">
            <a:extLst xmlns:a="http://schemas.openxmlformats.org/drawingml/2006/main">
              <a:ext uri="{FF2B5EF4-FFF2-40B4-BE49-F238E27FC236}">
                <a16:creationId xmlns:a16="http://schemas.microsoft.com/office/drawing/2014/main" id="{3F06248A-1A0C-4735-B231-C934C5D8A3C3}"/>
              </a:ext>
            </a:extLst>
          </p:cNvPr>
          <p:cNvSpPr>
            <a:spLocks xmlns:a="http://schemas.openxmlformats.org/drawingml/2006/main" noGrp="1"/>
          </p:cNvSpPr>
          <p:nvPr/>
        </p:nvSpPr>
        <p:spPr>
          <a:xfrm xmlns:a="http://schemas.openxmlformats.org/drawingml/2006/main">
            <a:off x="83439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46" name="bank-row-0-1">
            <a:extLst xmlns:a="http://schemas.openxmlformats.org/drawingml/2006/main">
              <a:ext uri="{FF2B5EF4-FFF2-40B4-BE49-F238E27FC236}">
                <a16:creationId xmlns:a16="http://schemas.microsoft.com/office/drawing/2014/main" id="{065C783A-AE3C-484A-9981-BCE1B66B8501}"/>
              </a:ext>
            </a:extLst>
          </p:cNvPr>
          <p:cNvSpPr>
            <a:spLocks xmlns:a="http://schemas.openxmlformats.org/drawingml/2006/main" noGrp="1"/>
          </p:cNvSpPr>
          <p:nvPr/>
        </p:nvSpPr>
        <p:spPr>
          <a:xfrm xmlns:a="http://schemas.openxmlformats.org/drawingml/2006/main">
            <a:off x="89281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47" name="bank-row-0-2">
            <a:extLst xmlns:a="http://schemas.openxmlformats.org/drawingml/2006/main">
              <a:ext uri="{FF2B5EF4-FFF2-40B4-BE49-F238E27FC236}">
                <a16:creationId xmlns:a16="http://schemas.microsoft.com/office/drawing/2014/main" id="{92CCFAD9-EE41-4F3C-B710-8E3427134B8A}"/>
              </a:ext>
            </a:extLst>
          </p:cNvPr>
          <p:cNvSpPr>
            <a:spLocks xmlns:a="http://schemas.openxmlformats.org/drawingml/2006/main" noGrp="1"/>
          </p:cNvSpPr>
          <p:nvPr/>
        </p:nvSpPr>
        <p:spPr>
          <a:xfrm xmlns:a="http://schemas.openxmlformats.org/drawingml/2006/main">
            <a:off x="95123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48" name="bank-row-0-3">
            <a:extLst xmlns:a="http://schemas.openxmlformats.org/drawingml/2006/main">
              <a:ext uri="{FF2B5EF4-FFF2-40B4-BE49-F238E27FC236}">
                <a16:creationId xmlns:a16="http://schemas.microsoft.com/office/drawing/2014/main" id="{F67385F4-C5C3-4F46-8EC8-0C599BDE37CE}"/>
              </a:ext>
            </a:extLst>
          </p:cNvPr>
          <p:cNvSpPr>
            <a:spLocks xmlns:a="http://schemas.openxmlformats.org/drawingml/2006/main" noGrp="1"/>
          </p:cNvSpPr>
          <p:nvPr/>
        </p:nvSpPr>
        <p:spPr>
          <a:xfrm xmlns:a="http://schemas.openxmlformats.org/drawingml/2006/main">
            <a:off x="100965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49" name="bank-row-0-4">
            <a:extLst xmlns:a="http://schemas.openxmlformats.org/drawingml/2006/main">
              <a:ext uri="{FF2B5EF4-FFF2-40B4-BE49-F238E27FC236}">
                <a16:creationId xmlns:a16="http://schemas.microsoft.com/office/drawing/2014/main" id="{96BB411B-72B7-499D-BE33-C8E034E24EB0}"/>
              </a:ext>
            </a:extLst>
          </p:cNvPr>
          <p:cNvSpPr>
            <a:spLocks xmlns:a="http://schemas.openxmlformats.org/drawingml/2006/main" noGrp="1"/>
          </p:cNvSpPr>
          <p:nvPr/>
        </p:nvSpPr>
        <p:spPr>
          <a:xfrm xmlns:a="http://schemas.openxmlformats.org/drawingml/2006/main">
            <a:off x="106807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0" name="bank-row-0-5">
            <a:extLst xmlns:a="http://schemas.openxmlformats.org/drawingml/2006/main">
              <a:ext uri="{FF2B5EF4-FFF2-40B4-BE49-F238E27FC236}">
                <a16:creationId xmlns:a16="http://schemas.microsoft.com/office/drawing/2014/main" id="{2FA32908-2375-42EC-AAD0-148E719E29EF}"/>
              </a:ext>
            </a:extLst>
          </p:cNvPr>
          <p:cNvSpPr>
            <a:spLocks xmlns:a="http://schemas.openxmlformats.org/drawingml/2006/main" noGrp="1"/>
          </p:cNvSpPr>
          <p:nvPr/>
        </p:nvSpPr>
        <p:spPr>
          <a:xfrm xmlns:a="http://schemas.openxmlformats.org/drawingml/2006/main">
            <a:off x="11264900" y="13144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1" name="bank-row-1-0">
            <a:extLst xmlns:a="http://schemas.openxmlformats.org/drawingml/2006/main">
              <a:ext uri="{FF2B5EF4-FFF2-40B4-BE49-F238E27FC236}">
                <a16:creationId xmlns:a16="http://schemas.microsoft.com/office/drawing/2014/main" id="{DC4CB15E-2783-40E1-AF71-7A8E5068B0CB}"/>
              </a:ext>
            </a:extLst>
          </p:cNvPr>
          <p:cNvSpPr>
            <a:spLocks xmlns:a="http://schemas.openxmlformats.org/drawingml/2006/main" noGrp="1"/>
          </p:cNvSpPr>
          <p:nvPr/>
        </p:nvSpPr>
        <p:spPr>
          <a:xfrm xmlns:a="http://schemas.openxmlformats.org/drawingml/2006/main">
            <a:off x="83439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2" name="bank-row-1-1">
            <a:extLst xmlns:a="http://schemas.openxmlformats.org/drawingml/2006/main">
              <a:ext uri="{FF2B5EF4-FFF2-40B4-BE49-F238E27FC236}">
                <a16:creationId xmlns:a16="http://schemas.microsoft.com/office/drawing/2014/main" id="{77403794-C6FF-4B27-863B-294135BD1035}"/>
              </a:ext>
            </a:extLst>
          </p:cNvPr>
          <p:cNvSpPr>
            <a:spLocks xmlns:a="http://schemas.openxmlformats.org/drawingml/2006/main" noGrp="1"/>
          </p:cNvSpPr>
          <p:nvPr/>
        </p:nvSpPr>
        <p:spPr>
          <a:xfrm xmlns:a="http://schemas.openxmlformats.org/drawingml/2006/main">
            <a:off x="89281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3" name="bank-row-1-2">
            <a:extLst xmlns:a="http://schemas.openxmlformats.org/drawingml/2006/main">
              <a:ext uri="{FF2B5EF4-FFF2-40B4-BE49-F238E27FC236}">
                <a16:creationId xmlns:a16="http://schemas.microsoft.com/office/drawing/2014/main" id="{9908E7E2-261F-4F36-B907-45918EE2E651}"/>
              </a:ext>
            </a:extLst>
          </p:cNvPr>
          <p:cNvSpPr>
            <a:spLocks xmlns:a="http://schemas.openxmlformats.org/drawingml/2006/main" noGrp="1"/>
          </p:cNvSpPr>
          <p:nvPr/>
        </p:nvSpPr>
        <p:spPr>
          <a:xfrm xmlns:a="http://schemas.openxmlformats.org/drawingml/2006/main">
            <a:off x="95123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4" name="bank-row-1-3">
            <a:extLst xmlns:a="http://schemas.openxmlformats.org/drawingml/2006/main">
              <a:ext uri="{FF2B5EF4-FFF2-40B4-BE49-F238E27FC236}">
                <a16:creationId xmlns:a16="http://schemas.microsoft.com/office/drawing/2014/main" id="{5F0368B9-D273-497C-9195-A67807FE901C}"/>
              </a:ext>
            </a:extLst>
          </p:cNvPr>
          <p:cNvSpPr>
            <a:spLocks xmlns:a="http://schemas.openxmlformats.org/drawingml/2006/main" noGrp="1"/>
          </p:cNvSpPr>
          <p:nvPr/>
        </p:nvSpPr>
        <p:spPr>
          <a:xfrm xmlns:a="http://schemas.openxmlformats.org/drawingml/2006/main">
            <a:off x="100965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5" name="bank-row-1-4">
            <a:extLst xmlns:a="http://schemas.openxmlformats.org/drawingml/2006/main">
              <a:ext uri="{FF2B5EF4-FFF2-40B4-BE49-F238E27FC236}">
                <a16:creationId xmlns:a16="http://schemas.microsoft.com/office/drawing/2014/main" id="{6CA4EBA6-F9F1-4F47-9D8C-8DA55B7BACE0}"/>
              </a:ext>
            </a:extLst>
          </p:cNvPr>
          <p:cNvSpPr>
            <a:spLocks xmlns:a="http://schemas.openxmlformats.org/drawingml/2006/main" noGrp="1"/>
          </p:cNvSpPr>
          <p:nvPr/>
        </p:nvSpPr>
        <p:spPr>
          <a:xfrm xmlns:a="http://schemas.openxmlformats.org/drawingml/2006/main">
            <a:off x="106807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6" name="bank-row-1-5">
            <a:extLst xmlns:a="http://schemas.openxmlformats.org/drawingml/2006/main">
              <a:ext uri="{FF2B5EF4-FFF2-40B4-BE49-F238E27FC236}">
                <a16:creationId xmlns:a16="http://schemas.microsoft.com/office/drawing/2014/main" id="{AE4983EC-32B0-4E0D-A427-16DCF1CAE115}"/>
              </a:ext>
            </a:extLst>
          </p:cNvPr>
          <p:cNvSpPr>
            <a:spLocks xmlns:a="http://schemas.openxmlformats.org/drawingml/2006/main" noGrp="1"/>
          </p:cNvSpPr>
          <p:nvPr/>
        </p:nvSpPr>
        <p:spPr>
          <a:xfrm xmlns:a="http://schemas.openxmlformats.org/drawingml/2006/main">
            <a:off x="11264900" y="163830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7" name="bank-row-2-0">
            <a:extLst xmlns:a="http://schemas.openxmlformats.org/drawingml/2006/main">
              <a:ext uri="{FF2B5EF4-FFF2-40B4-BE49-F238E27FC236}">
                <a16:creationId xmlns:a16="http://schemas.microsoft.com/office/drawing/2014/main" id="{BF5185BF-F3C7-4E45-B313-7E344D1192A4}"/>
              </a:ext>
            </a:extLst>
          </p:cNvPr>
          <p:cNvSpPr>
            <a:spLocks xmlns:a="http://schemas.openxmlformats.org/drawingml/2006/main" noGrp="1"/>
          </p:cNvSpPr>
          <p:nvPr/>
        </p:nvSpPr>
        <p:spPr>
          <a:xfrm xmlns:a="http://schemas.openxmlformats.org/drawingml/2006/main">
            <a:off x="83439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8" name="bank-row-2-1">
            <a:extLst xmlns:a="http://schemas.openxmlformats.org/drawingml/2006/main">
              <a:ext uri="{FF2B5EF4-FFF2-40B4-BE49-F238E27FC236}">
                <a16:creationId xmlns:a16="http://schemas.microsoft.com/office/drawing/2014/main" id="{43D74304-196E-476B-A103-D2AD10B274E3}"/>
              </a:ext>
            </a:extLst>
          </p:cNvPr>
          <p:cNvSpPr>
            <a:spLocks xmlns:a="http://schemas.openxmlformats.org/drawingml/2006/main" noGrp="1"/>
          </p:cNvSpPr>
          <p:nvPr/>
        </p:nvSpPr>
        <p:spPr>
          <a:xfrm xmlns:a="http://schemas.openxmlformats.org/drawingml/2006/main">
            <a:off x="89281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59" name="bank-row-2-2">
            <a:extLst xmlns:a="http://schemas.openxmlformats.org/drawingml/2006/main">
              <a:ext uri="{FF2B5EF4-FFF2-40B4-BE49-F238E27FC236}">
                <a16:creationId xmlns:a16="http://schemas.microsoft.com/office/drawing/2014/main" id="{02033532-05F0-49CF-8487-2A8173C9871C}"/>
              </a:ext>
            </a:extLst>
          </p:cNvPr>
          <p:cNvSpPr>
            <a:spLocks xmlns:a="http://schemas.openxmlformats.org/drawingml/2006/main" noGrp="1"/>
          </p:cNvSpPr>
          <p:nvPr/>
        </p:nvSpPr>
        <p:spPr>
          <a:xfrm xmlns:a="http://schemas.openxmlformats.org/drawingml/2006/main">
            <a:off x="95123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60" name="bank-row-2-3">
            <a:extLst xmlns:a="http://schemas.openxmlformats.org/drawingml/2006/main">
              <a:ext uri="{FF2B5EF4-FFF2-40B4-BE49-F238E27FC236}">
                <a16:creationId xmlns:a16="http://schemas.microsoft.com/office/drawing/2014/main" id="{D40FC751-6FAF-4887-A6B8-000634F009EE}"/>
              </a:ext>
            </a:extLst>
          </p:cNvPr>
          <p:cNvSpPr>
            <a:spLocks xmlns:a="http://schemas.openxmlformats.org/drawingml/2006/main" noGrp="1"/>
          </p:cNvSpPr>
          <p:nvPr/>
        </p:nvSpPr>
        <p:spPr>
          <a:xfrm xmlns:a="http://schemas.openxmlformats.org/drawingml/2006/main">
            <a:off x="100965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61" name="bank-row-2-4">
            <a:extLst xmlns:a="http://schemas.openxmlformats.org/drawingml/2006/main">
              <a:ext uri="{FF2B5EF4-FFF2-40B4-BE49-F238E27FC236}">
                <a16:creationId xmlns:a16="http://schemas.microsoft.com/office/drawing/2014/main" id="{B7E5EA71-6C2C-40D0-9CED-8EDC7A6A2120}"/>
              </a:ext>
            </a:extLst>
          </p:cNvPr>
          <p:cNvSpPr>
            <a:spLocks xmlns:a="http://schemas.openxmlformats.org/drawingml/2006/main" noGrp="1"/>
          </p:cNvSpPr>
          <p:nvPr/>
        </p:nvSpPr>
        <p:spPr>
          <a:xfrm xmlns:a="http://schemas.openxmlformats.org/drawingml/2006/main">
            <a:off x="106807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62" name="bank-row-2-5">
            <a:extLst xmlns:a="http://schemas.openxmlformats.org/drawingml/2006/main">
              <a:ext uri="{FF2B5EF4-FFF2-40B4-BE49-F238E27FC236}">
                <a16:creationId xmlns:a16="http://schemas.microsoft.com/office/drawing/2014/main" id="{82D4F712-F740-4BFE-A941-E5BC87995537}"/>
              </a:ext>
            </a:extLst>
          </p:cNvPr>
          <p:cNvSpPr>
            <a:spLocks xmlns:a="http://schemas.openxmlformats.org/drawingml/2006/main" noGrp="1"/>
          </p:cNvSpPr>
          <p:nvPr/>
        </p:nvSpPr>
        <p:spPr>
          <a:xfrm xmlns:a="http://schemas.openxmlformats.org/drawingml/2006/main">
            <a:off x="11264900" y="1962150"/>
            <a:ext cx="574675" cy="247650"/>
          </a:xfrm>
          <a:prstGeom xmlns:a="http://schemas.openxmlformats.org/drawingml/2006/main" prst="rect">
            <a:avLst/>
          </a:prstGeom>
          <a:solidFill xmlns:a="http://schemas.openxmlformats.org/drawingml/2006/main">
            <a:srgbClr val="E6EDF2"/>
          </a:solidFill>
          <a:ln xmlns:a="http://schemas.openxmlformats.org/drawingml/2006/main" w="7620">
            <a:solidFill>
              <a:srgbClr val="5C7386"/>
            </a:solidFill>
            <a:prstDash val="solid"/>
          </a:ln>
        </p:spPr>
      </p:sp>
      <p:sp>
        <p:nvSpPr>
          <p:cNvPr id="63" name="bank-row-accent">
            <a:extLst xmlns:a="http://schemas.openxmlformats.org/drawingml/2006/main">
              <a:ext uri="{FF2B5EF4-FFF2-40B4-BE49-F238E27FC236}">
                <a16:creationId xmlns:a16="http://schemas.microsoft.com/office/drawing/2014/main" id="{A4694FFC-98A9-4226-8126-2E49FA117D96}"/>
              </a:ext>
            </a:extLst>
          </p:cNvPr>
          <p:cNvSpPr>
            <a:spLocks xmlns:a="http://schemas.openxmlformats.org/drawingml/2006/main" noGrp="1"/>
          </p:cNvSpPr>
          <p:nvPr/>
        </p:nvSpPr>
        <p:spPr>
          <a:xfrm xmlns:a="http://schemas.openxmlformats.org/drawingml/2006/main">
            <a:off x="8305800" y="1600200"/>
            <a:ext cx="3581400" cy="323850"/>
          </a:xfrm>
          <a:prstGeom xmlns:a="http://schemas.openxmlformats.org/drawingml/2006/main" prst="rect">
            <a:avLst/>
          </a:prstGeom>
          <a:noFill xmlns:a="http://schemas.openxmlformats.org/drawingml/2006/main"/>
          <a:ln xmlns:a="http://schemas.openxmlformats.org/drawingml/2006/main" w="28575">
            <a:solidFill>
              <a:srgbClr val="2E6F9E"/>
            </a:solidFill>
            <a:prstDash val="solid"/>
          </a:ln>
        </p:spPr>
      </p:sp>
      <p:sp>
        <p:nvSpPr>
          <p:cNvPr id="64" name="bank-row-label">
            <a:extLst xmlns:a="http://schemas.openxmlformats.org/drawingml/2006/main">
              <a:ext uri="{FF2B5EF4-FFF2-40B4-BE49-F238E27FC236}">
                <a16:creationId xmlns:a16="http://schemas.microsoft.com/office/drawing/2014/main" id="{572FF0E0-98AA-4ED9-8FA8-E1DF1C7C5C47}"/>
              </a:ext>
            </a:extLst>
          </p:cNvPr>
          <p:cNvSpPr>
            <a:spLocks xmlns:a="http://schemas.openxmlformats.org/drawingml/2006/main" noGrp="1"/>
          </p:cNvSpPr>
          <p:nvPr/>
        </p:nvSpPr>
        <p:spPr>
          <a:xfrm xmlns:a="http://schemas.openxmlformats.org/drawingml/2006/main">
            <a:off x="8305800" y="2286000"/>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shared reference row  </a:t>
            </a:r>
            <a:r>
              <a:rPr sz="2250" b="0" i="1">
                <a:solidFill>
                  <a:srgbClr val="2E6F9E"/>
                </a:solidFill>
                <a:latin typeface="Times New Roman"/>
                <a:ea typeface="Times New Roman"/>
                <a:cs typeface="Times New Roman"/>
              </a:rPr>
              <a:t>r</a:t>
            </a:r>
          </a:p>
        </p:txBody>
      </p:sp>
      <p:sp>
        <p:nvSpPr>
          <p:cNvPr id="65" name="support-label">
            <a:extLst xmlns:a="http://schemas.openxmlformats.org/drawingml/2006/main">
              <a:ext uri="{FF2B5EF4-FFF2-40B4-BE49-F238E27FC236}">
                <a16:creationId xmlns:a16="http://schemas.microsoft.com/office/drawing/2014/main" id="{7ECE4640-2BD5-4C79-8BD0-40798CFF55B9}"/>
              </a:ext>
            </a:extLst>
          </p:cNvPr>
          <p:cNvSpPr>
            <a:spLocks xmlns:a="http://schemas.openxmlformats.org/drawingml/2006/main" noGrp="1"/>
          </p:cNvSpPr>
          <p:nvPr/>
        </p:nvSpPr>
        <p:spPr>
          <a:xfrm xmlns:a="http://schemas.openxmlformats.org/drawingml/2006/main">
            <a:off x="152400" y="2781300"/>
            <a:ext cx="2590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K</a:t>
            </a:r>
            <a:r>
              <a:rPr sz="2250" b="0" i="0">
                <a:solidFill>
                  <a:srgbClr val="1E2E38"/>
                </a:solidFill>
                <a:latin typeface="Times New Roman"/>
                <a:ea typeface="Times New Roman"/>
                <a:cs typeface="Times New Roman"/>
              </a:rPr>
              <a:t> normal images</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of one category</a:t>
            </a:r>
          </a:p>
        </p:txBody>
      </p:sp>
      <p:sp>
        <p:nvSpPr>
          <p:cNvPr id="66" name="branches-label">
            <a:extLst xmlns:a="http://schemas.openxmlformats.org/drawingml/2006/main">
              <a:ext uri="{FF2B5EF4-FFF2-40B4-BE49-F238E27FC236}">
                <a16:creationId xmlns:a16="http://schemas.microsoft.com/office/drawing/2014/main" id="{784127E1-FFE3-4704-898A-9758A6F4377B}"/>
              </a:ext>
            </a:extLst>
          </p:cNvPr>
          <p:cNvSpPr>
            <a:spLocks xmlns:a="http://schemas.openxmlformats.org/drawingml/2006/main" noGrp="1"/>
          </p:cNvSpPr>
          <p:nvPr/>
        </p:nvSpPr>
        <p:spPr>
          <a:xfrm xmlns:a="http://schemas.openxmlformats.org/drawingml/2006/main">
            <a:off x="2495550" y="2781300"/>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frozen;</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no branch is trained</a:t>
            </a:r>
          </a:p>
        </p:txBody>
      </p:sp>
      <p:sp>
        <p:nvSpPr>
          <p:cNvPr id="67" name="align-label">
            <a:extLst xmlns:a="http://schemas.openxmlformats.org/drawingml/2006/main">
              <a:ext uri="{FF2B5EF4-FFF2-40B4-BE49-F238E27FC236}">
                <a16:creationId xmlns:a16="http://schemas.microsoft.com/office/drawing/2014/main" id="{057E7C2E-F62C-4244-93EB-E9085018A54E}"/>
              </a:ext>
            </a:extLst>
          </p:cNvPr>
          <p:cNvSpPr>
            <a:spLocks xmlns:a="http://schemas.openxmlformats.org/drawingml/2006/main" noGrp="1"/>
          </p:cNvSpPr>
          <p:nvPr/>
        </p:nvSpPr>
        <p:spPr>
          <a:xfrm xmlns:a="http://schemas.openxmlformats.org/drawingml/2006/main">
            <a:off x="5829300" y="27813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align, then</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ℓ2 normalize</a:t>
            </a:r>
          </a:p>
        </p:txBody>
      </p:sp>
      <p:sp>
        <p:nvSpPr>
          <p:cNvPr id="68" name="bank-label">
            <a:extLst xmlns:a="http://schemas.openxmlformats.org/drawingml/2006/main">
              <a:ext uri="{FF2B5EF4-FFF2-40B4-BE49-F238E27FC236}">
                <a16:creationId xmlns:a16="http://schemas.microsoft.com/office/drawing/2014/main" id="{03D2FC09-933A-4F17-A145-802615814534}"/>
              </a:ext>
            </a:extLst>
          </p:cNvPr>
          <p:cNvSpPr>
            <a:spLocks xmlns:a="http://schemas.openxmlformats.org/drawingml/2006/main" noGrp="1"/>
          </p:cNvSpPr>
          <p:nvPr/>
        </p:nvSpPr>
        <p:spPr>
          <a:xfrm xmlns:a="http://schemas.openxmlformats.org/drawingml/2006/main">
            <a:off x="8210550" y="2781300"/>
            <a:ext cx="3771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the query never writes</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to the bank</a:t>
            </a:r>
          </a:p>
        </p:txBody>
      </p:sp>
      <p:sp>
        <p:nvSpPr>
          <p:cNvPr id="69" name="sec-b-chip">
            <a:extLst xmlns:a="http://schemas.openxmlformats.org/drawingml/2006/main">
              <a:ext uri="{FF2B5EF4-FFF2-40B4-BE49-F238E27FC236}">
                <a16:creationId xmlns:a16="http://schemas.microsoft.com/office/drawing/2014/main" id="{ACC4BF32-7A2D-4B93-A0E8-7E2E1BAF030E}"/>
              </a:ext>
            </a:extLst>
          </p:cNvPr>
          <p:cNvSpPr>
            <a:spLocks xmlns:a="http://schemas.openxmlformats.org/drawingml/2006/main" noGrp="1"/>
          </p:cNvSpPr>
          <p:nvPr/>
        </p:nvSpPr>
        <p:spPr>
          <a:xfrm xmlns:a="http://schemas.openxmlformats.org/drawingml/2006/main">
            <a:off x="304800" y="36385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70" name="sec-b-chip-text">
            <a:extLst xmlns:a="http://schemas.openxmlformats.org/drawingml/2006/main">
              <a:ext uri="{FF2B5EF4-FFF2-40B4-BE49-F238E27FC236}">
                <a16:creationId xmlns:a16="http://schemas.microsoft.com/office/drawing/2014/main" id="{F02BB277-8556-4F48-BC95-2F5DC22396D7}"/>
              </a:ext>
            </a:extLst>
          </p:cNvPr>
          <p:cNvSpPr>
            <a:spLocks xmlns:a="http://schemas.openxmlformats.org/drawingml/2006/main" noGrp="1"/>
          </p:cNvSpPr>
          <p:nvPr/>
        </p:nvSpPr>
        <p:spPr>
          <a:xfrm xmlns:a="http://schemas.openxmlformats.org/drawingml/2006/main">
            <a:off x="323850" y="36385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71" name="sec-b">
            <a:extLst xmlns:a="http://schemas.openxmlformats.org/drawingml/2006/main">
              <a:ext uri="{FF2B5EF4-FFF2-40B4-BE49-F238E27FC236}">
                <a16:creationId xmlns:a16="http://schemas.microsoft.com/office/drawing/2014/main" id="{DC78CA95-477F-489E-AB0D-AA7396496A08}"/>
              </a:ext>
            </a:extLst>
          </p:cNvPr>
          <p:cNvSpPr>
            <a:spLocks xmlns:a="http://schemas.openxmlformats.org/drawingml/2006/main" noGrp="1"/>
          </p:cNvSpPr>
          <p:nvPr/>
        </p:nvSpPr>
        <p:spPr>
          <a:xfrm xmlns:a="http://schemas.openxmlformats.org/drawingml/2006/main">
            <a:off x="876300" y="360045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Localize anomalies in a query image</a:t>
            </a:r>
          </a:p>
        </p:txBody>
      </p:sp>
      <p:sp>
        <p:nvSpPr>
          <p:cNvPr id="72" name="query-surface">
            <a:extLst xmlns:a="http://schemas.openxmlformats.org/drawingml/2006/main">
              <a:ext uri="{FF2B5EF4-FFF2-40B4-BE49-F238E27FC236}">
                <a16:creationId xmlns:a16="http://schemas.microsoft.com/office/drawing/2014/main" id="{8918061A-60B3-4B2C-A28F-780FFC26336A}"/>
              </a:ext>
            </a:extLst>
          </p:cNvPr>
          <p:cNvSpPr>
            <a:spLocks xmlns:a="http://schemas.openxmlformats.org/drawingml/2006/main" noGrp="1"/>
          </p:cNvSpPr>
          <p:nvPr/>
        </p:nvSpPr>
        <p:spPr>
          <a:xfrm xmlns:a="http://schemas.openxmlformats.org/drawingml/2006/main">
            <a:off x="304800" y="4267200"/>
            <a:ext cx="1333500" cy="18478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5240">
            <a:solidFill>
              <a:srgbClr val="CBD6DC"/>
            </a:solidFill>
            <a:prstDash val="solid"/>
          </a:ln>
        </p:spPr>
      </p:sp>
      <p:pic>
        <p:nvPicPr>
          <p:cNvPr id="211" name=""/>
          <p:cNvPicPr>
            <a:picLocks xmlns:a="http://schemas.openxmlformats.org/drawingml/2006/main" noChangeAspect="1"/>
          </p:cNvPicPr>
          <p:nvPr/>
        </p:nvPicPr>
        <p:blipFill>
          <a:blip xmlns:r="http://schemas.openxmlformats.org/officeDocument/2006/relationships" xmlns:a="http://schemas.openxmlformats.org/drawingml/2006/main" r:embed="R8f78a4bb9fcf40e7"/>
          <a:srcRect xmlns:a="http://schemas.openxmlformats.org/drawingml/2006/main" l="0" t="0" r="0" b="0"/>
          <a:stretch xmlns:a="http://schemas.openxmlformats.org/drawingml/2006/main">
            <a:fillRect l="0" t="0" r="0" b="0"/>
          </a:stretch>
        </p:blipFill>
        <p:spPr>
          <a:xfrm xmlns:a="http://schemas.openxmlformats.org/drawingml/2006/main">
            <a:off x="400050" y="4629150"/>
            <a:ext cx="1143000" cy="1143000"/>
          </a:xfrm>
          <a:prstGeom xmlns:a="http://schemas.openxmlformats.org/drawingml/2006/main" prst="rect">
            <a:avLst/>
          </a:prstGeom>
        </p:spPr>
      </p:pic>
      <p:sp>
        <p:nvSpPr>
          <p:cNvPr id="74" name="query-frame">
            <a:extLst xmlns:a="http://schemas.openxmlformats.org/drawingml/2006/main">
              <a:ext uri="{FF2B5EF4-FFF2-40B4-BE49-F238E27FC236}">
                <a16:creationId xmlns:a16="http://schemas.microsoft.com/office/drawing/2014/main" id="{BBC3C704-F619-46C8-88E9-1E1CC1C0F5AE}"/>
              </a:ext>
            </a:extLst>
          </p:cNvPr>
          <p:cNvSpPr>
            <a:spLocks xmlns:a="http://schemas.openxmlformats.org/drawingml/2006/main" noGrp="1"/>
          </p:cNvSpPr>
          <p:nvPr/>
        </p:nvSpPr>
        <p:spPr>
          <a:xfrm xmlns:a="http://schemas.openxmlformats.org/drawingml/2006/main">
            <a:off x="400050" y="4629150"/>
            <a:ext cx="1143000" cy="11430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sp>
        <p:nvSpPr>
          <p:cNvPr id="75" name="anchor-6">
            <a:extLst xmlns:a="http://schemas.openxmlformats.org/drawingml/2006/main">
              <a:ext uri="{FF2B5EF4-FFF2-40B4-BE49-F238E27FC236}">
                <a16:creationId xmlns:a16="http://schemas.microsoft.com/office/drawing/2014/main" id="{91D53C41-4164-486B-8D31-F1E922A063E2}"/>
              </a:ext>
            </a:extLst>
          </p:cNvPr>
          <p:cNvSpPr>
            <a:spLocks xmlns:a="http://schemas.openxmlformats.org/drawingml/2006/main" noGrp="1"/>
          </p:cNvSpPr>
          <p:nvPr/>
        </p:nvSpPr>
        <p:spPr>
          <a:xfrm xmlns:a="http://schemas.openxmlformats.org/drawingml/2006/main">
            <a:off x="163353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76" name="anchor-7">
            <a:extLst xmlns:a="http://schemas.openxmlformats.org/drawingml/2006/main">
              <a:ext uri="{FF2B5EF4-FFF2-40B4-BE49-F238E27FC236}">
                <a16:creationId xmlns:a16="http://schemas.microsoft.com/office/drawing/2014/main" id="{949213A8-925A-4944-9BE2-78E3613CB892}"/>
              </a:ext>
            </a:extLst>
          </p:cNvPr>
          <p:cNvSpPr>
            <a:spLocks xmlns:a="http://schemas.openxmlformats.org/drawingml/2006/main" noGrp="1"/>
          </p:cNvSpPr>
          <p:nvPr/>
        </p:nvSpPr>
        <p:spPr>
          <a:xfrm xmlns:a="http://schemas.openxmlformats.org/drawingml/2006/main">
            <a:off x="190023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15" name=""/>
          <p:cNvCxnSpPr>
            <a:stCxn xmlns:a="http://schemas.openxmlformats.org/drawingml/2006/main" id="75" idx="3"/>
            <a:endCxn xmlns:a="http://schemas.openxmlformats.org/drawingml/2006/main" id="76" idx="1"/>
          </p:cNvCxnSpPr>
          <p:nvPr/>
        </p:nvCxnSpPr>
        <p:spPr>
          <a:xfrm xmlns:a="http://schemas.openxmlformats.org/drawingml/2006/main">
            <a:off x="1643063" y="5191126"/>
            <a:ext cx="25717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78" name="qb-surface">
            <a:extLst xmlns:a="http://schemas.openxmlformats.org/drawingml/2006/main">
              <a:ext uri="{FF2B5EF4-FFF2-40B4-BE49-F238E27FC236}">
                <a16:creationId xmlns:a16="http://schemas.microsoft.com/office/drawing/2014/main" id="{2CC6541D-5651-4657-9CFA-D2A5320F1E7B}"/>
              </a:ext>
            </a:extLst>
          </p:cNvPr>
          <p:cNvSpPr>
            <a:spLocks xmlns:a="http://schemas.openxmlformats.org/drawingml/2006/main" noGrp="1"/>
          </p:cNvSpPr>
          <p:nvPr/>
        </p:nvSpPr>
        <p:spPr>
          <a:xfrm xmlns:a="http://schemas.openxmlformats.org/drawingml/2006/main">
            <a:off x="1905000" y="4267200"/>
            <a:ext cx="24384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15240">
            <a:solidFill>
              <a:srgbClr val="CBD6DC"/>
            </a:solidFill>
            <a:prstDash val="solid"/>
          </a:ln>
        </p:spPr>
      </p:sp>
      <p:sp>
        <p:nvSpPr>
          <p:cNvPr id="79" name="qb-title">
            <a:extLst xmlns:a="http://schemas.openxmlformats.org/drawingml/2006/main">
              <a:ext uri="{FF2B5EF4-FFF2-40B4-BE49-F238E27FC236}">
                <a16:creationId xmlns:a16="http://schemas.microsoft.com/office/drawing/2014/main" id="{8099FCED-22B4-4EDF-BE08-FE37C9ED46A9}"/>
              </a:ext>
            </a:extLst>
          </p:cNvPr>
          <p:cNvSpPr>
            <a:spLocks xmlns:a="http://schemas.openxmlformats.org/drawingml/2006/main" noGrp="1"/>
          </p:cNvSpPr>
          <p:nvPr/>
        </p:nvSpPr>
        <p:spPr>
          <a:xfrm xmlns:a="http://schemas.openxmlformats.org/drawingml/2006/main">
            <a:off x="1943100" y="43053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Same branches</a:t>
            </a:r>
          </a:p>
        </p:txBody>
      </p:sp>
      <p:sp>
        <p:nvSpPr>
          <p:cNvPr id="80" name="qb-B">
            <a:extLst xmlns:a="http://schemas.openxmlformats.org/drawingml/2006/main">
              <a:ext uri="{FF2B5EF4-FFF2-40B4-BE49-F238E27FC236}">
                <a16:creationId xmlns:a16="http://schemas.microsoft.com/office/drawing/2014/main" id="{445BD8BA-AEA3-496B-8636-7E5D70A93500}"/>
              </a:ext>
            </a:extLst>
          </p:cNvPr>
          <p:cNvSpPr>
            <a:spLocks xmlns:a="http://schemas.openxmlformats.org/drawingml/2006/main" noGrp="1"/>
          </p:cNvSpPr>
          <p:nvPr/>
        </p:nvSpPr>
        <p:spPr>
          <a:xfrm xmlns:a="http://schemas.openxmlformats.org/drawingml/2006/main">
            <a:off x="2057400" y="4724400"/>
            <a:ext cx="21336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81" name="qb-B-text">
            <a:extLst xmlns:a="http://schemas.openxmlformats.org/drawingml/2006/main">
              <a:ext uri="{FF2B5EF4-FFF2-40B4-BE49-F238E27FC236}">
                <a16:creationId xmlns:a16="http://schemas.microsoft.com/office/drawing/2014/main" id="{8B51E173-D9FB-4D87-B120-CAC34B9F0AAF}"/>
              </a:ext>
            </a:extLst>
          </p:cNvPr>
          <p:cNvSpPr>
            <a:spLocks xmlns:a="http://schemas.openxmlformats.org/drawingml/2006/main" noGrp="1"/>
          </p:cNvSpPr>
          <p:nvPr/>
        </p:nvSpPr>
        <p:spPr>
          <a:xfrm xmlns:a="http://schemas.openxmlformats.org/drawingml/2006/main">
            <a:off x="2076450" y="47244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2E6F9E"/>
                </a:solidFill>
                <a:latin typeface="Times New Roman"/>
                <a:ea typeface="Times New Roman"/>
                <a:cs typeface="Times New Roman"/>
              </a:defRPr>
            </a:pPr>
            <a:r>
              <a:rPr sz="2250" b="1" i="1">
                <a:solidFill>
                  <a:srgbClr val="2E6F9E"/>
                </a:solidFill>
                <a:latin typeface="Times New Roman"/>
                <a:ea typeface="Times New Roman"/>
                <a:cs typeface="Times New Roman"/>
              </a:rPr>
              <a:t>B</a:t>
            </a:r>
            <a:r>
              <a:rPr sz="2250" b="1" i="0">
                <a:solidFill>
                  <a:srgbClr val="2E6F9E"/>
                </a:solidFill>
                <a:latin typeface="Times New Roman"/>
                <a:ea typeface="Times New Roman"/>
                <a:cs typeface="Times New Roman"/>
              </a:rPr>
              <a:t>  DINOv2-</a:t>
            </a:r>
            <a:r>
              <a:rPr sz="2250" b="1" i="1">
                <a:solidFill>
                  <a:srgbClr val="2E6F9E"/>
                </a:solidFill>
                <a:latin typeface="Times New Roman"/>
                <a:ea typeface="Times New Roman"/>
                <a:cs typeface="Times New Roman"/>
              </a:rPr>
              <a:t>B</a:t>
            </a:r>
          </a:p>
        </p:txBody>
      </p:sp>
      <p:sp>
        <p:nvSpPr>
          <p:cNvPr id="82" name="qb-C">
            <a:extLst xmlns:a="http://schemas.openxmlformats.org/drawingml/2006/main">
              <a:ext uri="{FF2B5EF4-FFF2-40B4-BE49-F238E27FC236}">
                <a16:creationId xmlns:a16="http://schemas.microsoft.com/office/drawing/2014/main" id="{29283330-87DB-4D06-BDEA-118CC9DC3E9F}"/>
              </a:ext>
            </a:extLst>
          </p:cNvPr>
          <p:cNvSpPr>
            <a:spLocks xmlns:a="http://schemas.openxmlformats.org/drawingml/2006/main" noGrp="1"/>
          </p:cNvSpPr>
          <p:nvPr/>
        </p:nvSpPr>
        <p:spPr>
          <a:xfrm xmlns:a="http://schemas.openxmlformats.org/drawingml/2006/main">
            <a:off x="2057400" y="5143500"/>
            <a:ext cx="21336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83" name="qb-C-text">
            <a:extLst xmlns:a="http://schemas.openxmlformats.org/drawingml/2006/main">
              <a:ext uri="{FF2B5EF4-FFF2-40B4-BE49-F238E27FC236}">
                <a16:creationId xmlns:a16="http://schemas.microsoft.com/office/drawing/2014/main" id="{AC10C14D-B559-48C9-B0D4-3279C238BDA9}"/>
              </a:ext>
            </a:extLst>
          </p:cNvPr>
          <p:cNvSpPr>
            <a:spLocks xmlns:a="http://schemas.openxmlformats.org/drawingml/2006/main" noGrp="1"/>
          </p:cNvSpPr>
          <p:nvPr/>
        </p:nvSpPr>
        <p:spPr>
          <a:xfrm xmlns:a="http://schemas.openxmlformats.org/drawingml/2006/main">
            <a:off x="2076450" y="51435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B27C20"/>
                </a:solidFill>
                <a:latin typeface="Times New Roman"/>
                <a:ea typeface="Times New Roman"/>
                <a:cs typeface="Times New Roman"/>
              </a:defRPr>
            </a:pPr>
            <a:r>
              <a:rPr sz="2250" b="1" i="1">
                <a:solidFill>
                  <a:srgbClr val="B27C20"/>
                </a:solidFill>
                <a:latin typeface="Times New Roman"/>
                <a:ea typeface="Times New Roman"/>
                <a:cs typeface="Times New Roman"/>
              </a:rPr>
              <a:t>C</a:t>
            </a:r>
            <a:r>
              <a:rPr sz="2250" b="1" i="0">
                <a:solidFill>
                  <a:srgbClr val="B27C20"/>
                </a:solidFill>
                <a:latin typeface="Times New Roman"/>
                <a:ea typeface="Times New Roman"/>
                <a:cs typeface="Times New Roman"/>
              </a:rPr>
              <a:t>  AnomalyCLIP</a:t>
            </a:r>
          </a:p>
        </p:txBody>
      </p:sp>
      <p:sp>
        <p:nvSpPr>
          <p:cNvPr id="84" name="qb-X">
            <a:extLst xmlns:a="http://schemas.openxmlformats.org/drawingml/2006/main">
              <a:ext uri="{FF2B5EF4-FFF2-40B4-BE49-F238E27FC236}">
                <a16:creationId xmlns:a16="http://schemas.microsoft.com/office/drawing/2014/main" id="{E3E02F62-F618-4794-93C9-8378C2E17AEE}"/>
              </a:ext>
            </a:extLst>
          </p:cNvPr>
          <p:cNvSpPr>
            <a:spLocks xmlns:a="http://schemas.openxmlformats.org/drawingml/2006/main" noGrp="1"/>
          </p:cNvSpPr>
          <p:nvPr/>
        </p:nvSpPr>
        <p:spPr>
          <a:xfrm xmlns:a="http://schemas.openxmlformats.org/drawingml/2006/main">
            <a:off x="2057400" y="5562600"/>
            <a:ext cx="21336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85" name="qb-X-text">
            <a:extLst xmlns:a="http://schemas.openxmlformats.org/drawingml/2006/main">
              <a:ext uri="{FF2B5EF4-FFF2-40B4-BE49-F238E27FC236}">
                <a16:creationId xmlns:a16="http://schemas.microsoft.com/office/drawing/2014/main" id="{E7E3D486-904C-4C24-81E2-CD81EC67B071}"/>
              </a:ext>
            </a:extLst>
          </p:cNvPr>
          <p:cNvSpPr>
            <a:spLocks xmlns:a="http://schemas.openxmlformats.org/drawingml/2006/main" noGrp="1"/>
          </p:cNvSpPr>
          <p:nvPr/>
        </p:nvSpPr>
        <p:spPr>
          <a:xfrm xmlns:a="http://schemas.openxmlformats.org/drawingml/2006/main">
            <a:off x="2076450" y="55626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3F7C5E"/>
                </a:solidFill>
                <a:latin typeface="Times New Roman"/>
                <a:ea typeface="Times New Roman"/>
                <a:cs typeface="Times New Roman"/>
              </a:defRPr>
            </a:pPr>
            <a:r>
              <a:rPr sz="2250" b="1" i="1">
                <a:solidFill>
                  <a:srgbClr val="3F7C5E"/>
                </a:solidFill>
                <a:latin typeface="Times New Roman"/>
                <a:ea typeface="Times New Roman"/>
                <a:cs typeface="Times New Roman"/>
              </a:rPr>
              <a:t>S</a:t>
            </a:r>
            <a:r>
              <a:rPr sz="2250" b="1" i="0">
                <a:solidFill>
                  <a:srgbClr val="3F7C5E"/>
                </a:solidFill>
                <a:latin typeface="Times New Roman"/>
                <a:ea typeface="Times New Roman"/>
                <a:cs typeface="Times New Roman"/>
              </a:rPr>
              <a:t> or </a:t>
            </a:r>
            <a:r>
              <a:rPr sz="2250" b="1" i="1">
                <a:solidFill>
                  <a:srgbClr val="3F7C5E"/>
                </a:solidFill>
                <a:latin typeface="Times New Roman"/>
                <a:ea typeface="Times New Roman"/>
                <a:cs typeface="Times New Roman"/>
              </a:rPr>
              <a:t>D</a:t>
            </a:r>
            <a:r>
              <a:rPr sz="2250" b="1" i="0">
                <a:solidFill>
                  <a:srgbClr val="3F7C5E"/>
                </a:solidFill>
                <a:latin typeface="Times New Roman"/>
                <a:ea typeface="Times New Roman"/>
                <a:cs typeface="Times New Roman"/>
              </a:rPr>
              <a:t>  extra slot</a:t>
            </a:r>
          </a:p>
        </p:txBody>
      </p:sp>
      <p:sp>
        <p:nvSpPr>
          <p:cNvPr id="86" name="anchor-8">
            <a:extLst xmlns:a="http://schemas.openxmlformats.org/drawingml/2006/main">
              <a:ext uri="{FF2B5EF4-FFF2-40B4-BE49-F238E27FC236}">
                <a16:creationId xmlns:a16="http://schemas.microsoft.com/office/drawing/2014/main" id="{B3B0A214-D80C-406F-9475-895C380D26AE}"/>
              </a:ext>
            </a:extLst>
          </p:cNvPr>
          <p:cNvSpPr>
            <a:spLocks xmlns:a="http://schemas.openxmlformats.org/drawingml/2006/main" noGrp="1"/>
          </p:cNvSpPr>
          <p:nvPr/>
        </p:nvSpPr>
        <p:spPr>
          <a:xfrm xmlns:a="http://schemas.openxmlformats.org/drawingml/2006/main">
            <a:off x="433863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87" name="anchor-9">
            <a:extLst xmlns:a="http://schemas.openxmlformats.org/drawingml/2006/main">
              <a:ext uri="{FF2B5EF4-FFF2-40B4-BE49-F238E27FC236}">
                <a16:creationId xmlns:a16="http://schemas.microsoft.com/office/drawing/2014/main" id="{9BEC7D69-AA4A-44F9-905A-5C9B67A1E914}"/>
              </a:ext>
            </a:extLst>
          </p:cNvPr>
          <p:cNvSpPr>
            <a:spLocks xmlns:a="http://schemas.openxmlformats.org/drawingml/2006/main" noGrp="1"/>
          </p:cNvSpPr>
          <p:nvPr/>
        </p:nvSpPr>
        <p:spPr>
          <a:xfrm xmlns:a="http://schemas.openxmlformats.org/drawingml/2006/main">
            <a:off x="460533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26" name=""/>
          <p:cNvCxnSpPr>
            <a:stCxn xmlns:a="http://schemas.openxmlformats.org/drawingml/2006/main" id="86" idx="3"/>
            <a:endCxn xmlns:a="http://schemas.openxmlformats.org/drawingml/2006/main" id="87" idx="1"/>
          </p:cNvCxnSpPr>
          <p:nvPr/>
        </p:nvCxnSpPr>
        <p:spPr>
          <a:xfrm xmlns:a="http://schemas.openxmlformats.org/drawingml/2006/main">
            <a:off x="4348163" y="5191126"/>
            <a:ext cx="25717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89" name="qa-surface">
            <a:extLst xmlns:a="http://schemas.openxmlformats.org/drawingml/2006/main">
              <a:ext uri="{FF2B5EF4-FFF2-40B4-BE49-F238E27FC236}">
                <a16:creationId xmlns:a16="http://schemas.microsoft.com/office/drawing/2014/main" id="{0E32101C-1566-4EE4-8E72-FEA6A9F49075}"/>
              </a:ext>
            </a:extLst>
          </p:cNvPr>
          <p:cNvSpPr>
            <a:spLocks xmlns:a="http://schemas.openxmlformats.org/drawingml/2006/main" noGrp="1"/>
          </p:cNvSpPr>
          <p:nvPr/>
        </p:nvSpPr>
        <p:spPr>
          <a:xfrm xmlns:a="http://schemas.openxmlformats.org/drawingml/2006/main">
            <a:off x="4610100" y="4267200"/>
            <a:ext cx="1238250" cy="1847850"/>
          </a:xfrm>
          <a:prstGeom xmlns:a="http://schemas.openxmlformats.org/drawingml/2006/main" prst="roundRect">
            <a:avLst>
              <a:gd name="adj" fmla="val 6154"/>
            </a:avLst>
          </a:prstGeom>
          <a:solidFill xmlns:a="http://schemas.openxmlformats.org/drawingml/2006/main">
            <a:srgbClr val="E4F1F3"/>
          </a:solidFill>
          <a:ln xmlns:a="http://schemas.openxmlformats.org/drawingml/2006/main" w="15240">
            <a:solidFill>
              <a:srgbClr val="4C7C86"/>
            </a:solidFill>
            <a:prstDash val="solid"/>
          </a:ln>
        </p:spPr>
      </p:sp>
      <p:sp>
        <p:nvSpPr>
          <p:cNvPr id="90" name="qa-title">
            <a:extLst xmlns:a="http://schemas.openxmlformats.org/drawingml/2006/main">
              <a:ext uri="{FF2B5EF4-FFF2-40B4-BE49-F238E27FC236}">
                <a16:creationId xmlns:a16="http://schemas.microsoft.com/office/drawing/2014/main" id="{5ACE4B60-6401-4726-ADC7-FABB4F1E131E}"/>
              </a:ext>
            </a:extLst>
          </p:cNvPr>
          <p:cNvSpPr>
            <a:spLocks xmlns:a="http://schemas.openxmlformats.org/drawingml/2006/main" noGrp="1"/>
          </p:cNvSpPr>
          <p:nvPr/>
        </p:nvSpPr>
        <p:spPr>
          <a:xfrm xmlns:a="http://schemas.openxmlformats.org/drawingml/2006/main">
            <a:off x="4648200" y="4305300"/>
            <a:ext cx="1162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Common</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grid</a:t>
            </a:r>
          </a:p>
        </p:txBody>
      </p:sp>
      <p:sp>
        <p:nvSpPr>
          <p:cNvPr id="91" name="qa-grid-0-0">
            <a:extLst xmlns:a="http://schemas.openxmlformats.org/drawingml/2006/main">
              <a:ext uri="{FF2B5EF4-FFF2-40B4-BE49-F238E27FC236}">
                <a16:creationId xmlns:a16="http://schemas.microsoft.com/office/drawing/2014/main" id="{C44A384B-182A-45E6-BE57-B9677687BF6C}"/>
              </a:ext>
            </a:extLst>
          </p:cNvPr>
          <p:cNvSpPr>
            <a:spLocks xmlns:a="http://schemas.openxmlformats.org/drawingml/2006/main" noGrp="1"/>
          </p:cNvSpPr>
          <p:nvPr/>
        </p:nvSpPr>
        <p:spPr>
          <a:xfrm xmlns:a="http://schemas.openxmlformats.org/drawingml/2006/main">
            <a:off x="4905375" y="50673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2" name="qa-grid-0-1">
            <a:extLst xmlns:a="http://schemas.openxmlformats.org/drawingml/2006/main">
              <a:ext uri="{FF2B5EF4-FFF2-40B4-BE49-F238E27FC236}">
                <a16:creationId xmlns:a16="http://schemas.microsoft.com/office/drawing/2014/main" id="{1C5AB256-BCA9-4D53-888A-AE91BCFDF591}"/>
              </a:ext>
            </a:extLst>
          </p:cNvPr>
          <p:cNvSpPr>
            <a:spLocks xmlns:a="http://schemas.openxmlformats.org/drawingml/2006/main" noGrp="1"/>
          </p:cNvSpPr>
          <p:nvPr/>
        </p:nvSpPr>
        <p:spPr>
          <a:xfrm xmlns:a="http://schemas.openxmlformats.org/drawingml/2006/main">
            <a:off x="5133975" y="50673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3" name="qa-grid-0-2">
            <a:extLst xmlns:a="http://schemas.openxmlformats.org/drawingml/2006/main">
              <a:ext uri="{FF2B5EF4-FFF2-40B4-BE49-F238E27FC236}">
                <a16:creationId xmlns:a16="http://schemas.microsoft.com/office/drawing/2014/main" id="{CA175287-A91D-4C8F-88A1-6F7B97EF5B98}"/>
              </a:ext>
            </a:extLst>
          </p:cNvPr>
          <p:cNvSpPr>
            <a:spLocks xmlns:a="http://schemas.openxmlformats.org/drawingml/2006/main" noGrp="1"/>
          </p:cNvSpPr>
          <p:nvPr/>
        </p:nvSpPr>
        <p:spPr>
          <a:xfrm xmlns:a="http://schemas.openxmlformats.org/drawingml/2006/main">
            <a:off x="5362575" y="50673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4" name="qa-grid-1-0">
            <a:extLst xmlns:a="http://schemas.openxmlformats.org/drawingml/2006/main">
              <a:ext uri="{FF2B5EF4-FFF2-40B4-BE49-F238E27FC236}">
                <a16:creationId xmlns:a16="http://schemas.microsoft.com/office/drawing/2014/main" id="{1BFF5136-DE16-4953-BF5A-1BD6212C0BD5}"/>
              </a:ext>
            </a:extLst>
          </p:cNvPr>
          <p:cNvSpPr>
            <a:spLocks xmlns:a="http://schemas.openxmlformats.org/drawingml/2006/main" noGrp="1"/>
          </p:cNvSpPr>
          <p:nvPr/>
        </p:nvSpPr>
        <p:spPr>
          <a:xfrm xmlns:a="http://schemas.openxmlformats.org/drawingml/2006/main">
            <a:off x="4905375" y="52959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5" name="qa-grid-1-1">
            <a:extLst xmlns:a="http://schemas.openxmlformats.org/drawingml/2006/main">
              <a:ext uri="{FF2B5EF4-FFF2-40B4-BE49-F238E27FC236}">
                <a16:creationId xmlns:a16="http://schemas.microsoft.com/office/drawing/2014/main" id="{DD6BE8B7-D10C-4298-8791-967E2E403212}"/>
              </a:ext>
            </a:extLst>
          </p:cNvPr>
          <p:cNvSpPr>
            <a:spLocks xmlns:a="http://schemas.openxmlformats.org/drawingml/2006/main" noGrp="1"/>
          </p:cNvSpPr>
          <p:nvPr/>
        </p:nvSpPr>
        <p:spPr>
          <a:xfrm xmlns:a="http://schemas.openxmlformats.org/drawingml/2006/main">
            <a:off x="5133975" y="52959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6" name="qa-grid-1-2">
            <a:extLst xmlns:a="http://schemas.openxmlformats.org/drawingml/2006/main">
              <a:ext uri="{FF2B5EF4-FFF2-40B4-BE49-F238E27FC236}">
                <a16:creationId xmlns:a16="http://schemas.microsoft.com/office/drawing/2014/main" id="{C6A39648-A9F5-4D75-9774-7C8B307C2FB1}"/>
              </a:ext>
            </a:extLst>
          </p:cNvPr>
          <p:cNvSpPr>
            <a:spLocks xmlns:a="http://schemas.openxmlformats.org/drawingml/2006/main" noGrp="1"/>
          </p:cNvSpPr>
          <p:nvPr/>
        </p:nvSpPr>
        <p:spPr>
          <a:xfrm xmlns:a="http://schemas.openxmlformats.org/drawingml/2006/main">
            <a:off x="5362575" y="52959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7" name="qa-grid-2-0">
            <a:extLst xmlns:a="http://schemas.openxmlformats.org/drawingml/2006/main">
              <a:ext uri="{FF2B5EF4-FFF2-40B4-BE49-F238E27FC236}">
                <a16:creationId xmlns:a16="http://schemas.microsoft.com/office/drawing/2014/main" id="{B8004ED2-B401-4B78-A0C3-06CD0B38E230}"/>
              </a:ext>
            </a:extLst>
          </p:cNvPr>
          <p:cNvSpPr>
            <a:spLocks xmlns:a="http://schemas.openxmlformats.org/drawingml/2006/main" noGrp="1"/>
          </p:cNvSpPr>
          <p:nvPr/>
        </p:nvSpPr>
        <p:spPr>
          <a:xfrm xmlns:a="http://schemas.openxmlformats.org/drawingml/2006/main">
            <a:off x="4905375" y="55245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8" name="qa-grid-2-1">
            <a:extLst xmlns:a="http://schemas.openxmlformats.org/drawingml/2006/main">
              <a:ext uri="{FF2B5EF4-FFF2-40B4-BE49-F238E27FC236}">
                <a16:creationId xmlns:a16="http://schemas.microsoft.com/office/drawing/2014/main" id="{2E448C4D-4B11-4BC4-8B51-9140D6419BC8}"/>
              </a:ext>
            </a:extLst>
          </p:cNvPr>
          <p:cNvSpPr>
            <a:spLocks xmlns:a="http://schemas.openxmlformats.org/drawingml/2006/main" noGrp="1"/>
          </p:cNvSpPr>
          <p:nvPr/>
        </p:nvSpPr>
        <p:spPr>
          <a:xfrm xmlns:a="http://schemas.openxmlformats.org/drawingml/2006/main">
            <a:off x="5133975" y="55245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99" name="qa-grid-2-2">
            <a:extLst xmlns:a="http://schemas.openxmlformats.org/drawingml/2006/main">
              <a:ext uri="{FF2B5EF4-FFF2-40B4-BE49-F238E27FC236}">
                <a16:creationId xmlns:a16="http://schemas.microsoft.com/office/drawing/2014/main" id="{1D99C314-A55D-45E7-B5B9-9B58E157C4C9}"/>
              </a:ext>
            </a:extLst>
          </p:cNvPr>
          <p:cNvSpPr>
            <a:spLocks xmlns:a="http://schemas.openxmlformats.org/drawingml/2006/main" noGrp="1"/>
          </p:cNvSpPr>
          <p:nvPr/>
        </p:nvSpPr>
        <p:spPr>
          <a:xfrm xmlns:a="http://schemas.openxmlformats.org/drawingml/2006/main">
            <a:off x="5362575" y="5524500"/>
            <a:ext cx="209550" cy="209550"/>
          </a:xfrm>
          <a:prstGeom xmlns:a="http://schemas.openxmlformats.org/drawingml/2006/main" prst="rect">
            <a:avLst/>
          </a:prstGeom>
          <a:solidFill xmlns:a="http://schemas.openxmlformats.org/drawingml/2006/main">
            <a:srgbClr val="D3E7EA"/>
          </a:solidFill>
          <a:ln xmlns:a="http://schemas.openxmlformats.org/drawingml/2006/main" w="9525">
            <a:solidFill>
              <a:srgbClr val="4C7C86"/>
            </a:solidFill>
            <a:prstDash val="solid"/>
          </a:ln>
        </p:spPr>
      </p:sp>
      <p:sp>
        <p:nvSpPr>
          <p:cNvPr id="100" name="anchor-10">
            <a:extLst xmlns:a="http://schemas.openxmlformats.org/drawingml/2006/main">
              <a:ext uri="{FF2B5EF4-FFF2-40B4-BE49-F238E27FC236}">
                <a16:creationId xmlns:a16="http://schemas.microsoft.com/office/drawing/2014/main" id="{C70C1F2A-7691-4646-B4FB-CB59A62B1AE2}"/>
              </a:ext>
            </a:extLst>
          </p:cNvPr>
          <p:cNvSpPr>
            <a:spLocks xmlns:a="http://schemas.openxmlformats.org/drawingml/2006/main" noGrp="1"/>
          </p:cNvSpPr>
          <p:nvPr/>
        </p:nvSpPr>
        <p:spPr>
          <a:xfrm xmlns:a="http://schemas.openxmlformats.org/drawingml/2006/main">
            <a:off x="584358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1" name="anchor-11">
            <a:extLst xmlns:a="http://schemas.openxmlformats.org/drawingml/2006/main">
              <a:ext uri="{FF2B5EF4-FFF2-40B4-BE49-F238E27FC236}">
                <a16:creationId xmlns:a16="http://schemas.microsoft.com/office/drawing/2014/main" id="{2C642BC7-EE3B-4486-A9E7-08B6ACFE0458}"/>
              </a:ext>
            </a:extLst>
          </p:cNvPr>
          <p:cNvSpPr>
            <a:spLocks xmlns:a="http://schemas.openxmlformats.org/drawingml/2006/main" noGrp="1"/>
          </p:cNvSpPr>
          <p:nvPr/>
        </p:nvSpPr>
        <p:spPr>
          <a:xfrm xmlns:a="http://schemas.openxmlformats.org/drawingml/2006/main">
            <a:off x="611028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40" name=""/>
          <p:cNvCxnSpPr>
            <a:stCxn xmlns:a="http://schemas.openxmlformats.org/drawingml/2006/main" id="100" idx="3"/>
            <a:endCxn xmlns:a="http://schemas.openxmlformats.org/drawingml/2006/main" id="101" idx="1"/>
          </p:cNvCxnSpPr>
          <p:nvPr/>
        </p:nvCxnSpPr>
        <p:spPr>
          <a:xfrm xmlns:a="http://schemas.openxmlformats.org/drawingml/2006/main">
            <a:off x="5853113" y="5191126"/>
            <a:ext cx="25717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103" name="match-surface">
            <a:extLst xmlns:a="http://schemas.openxmlformats.org/drawingml/2006/main">
              <a:ext uri="{FF2B5EF4-FFF2-40B4-BE49-F238E27FC236}">
                <a16:creationId xmlns:a16="http://schemas.microsoft.com/office/drawing/2014/main" id="{2EB94635-D00E-4BA8-9938-7152922E18F0}"/>
              </a:ext>
            </a:extLst>
          </p:cNvPr>
          <p:cNvSpPr>
            <a:spLocks xmlns:a="http://schemas.openxmlformats.org/drawingml/2006/main" noGrp="1"/>
          </p:cNvSpPr>
          <p:nvPr/>
        </p:nvSpPr>
        <p:spPr>
          <a:xfrm xmlns:a="http://schemas.openxmlformats.org/drawingml/2006/main">
            <a:off x="6115050" y="4267200"/>
            <a:ext cx="3771900" cy="1847850"/>
          </a:xfrm>
          <a:prstGeom xmlns:a="http://schemas.openxmlformats.org/drawingml/2006/main" prst="roundRect">
            <a:avLst>
              <a:gd name="adj" fmla="val 4124"/>
            </a:avLst>
          </a:prstGeom>
          <a:solidFill xmlns:a="http://schemas.openxmlformats.org/drawingml/2006/main">
            <a:srgbClr val="EDE6F6"/>
          </a:solidFill>
          <a:ln xmlns:a="http://schemas.openxmlformats.org/drawingml/2006/main" w="15240">
            <a:solidFill>
              <a:srgbClr val="6E4E9E"/>
            </a:solidFill>
            <a:prstDash val="solid"/>
          </a:ln>
        </p:spPr>
      </p:sp>
      <p:sp>
        <p:nvSpPr>
          <p:cNvPr id="104" name="match-title">
            <a:extLst xmlns:a="http://schemas.openxmlformats.org/drawingml/2006/main">
              <a:ext uri="{FF2B5EF4-FFF2-40B4-BE49-F238E27FC236}">
                <a16:creationId xmlns:a16="http://schemas.microsoft.com/office/drawing/2014/main" id="{03169FB1-7024-440C-96F6-844C80B8FC0F}"/>
              </a:ext>
            </a:extLst>
          </p:cNvPr>
          <p:cNvSpPr>
            <a:spLocks xmlns:a="http://schemas.openxmlformats.org/drawingml/2006/main" noGrp="1"/>
          </p:cNvSpPr>
          <p:nvPr/>
        </p:nvSpPr>
        <p:spPr>
          <a:xfrm xmlns:a="http://schemas.openxmlformats.org/drawingml/2006/main">
            <a:off x="6210300" y="430530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Matching rule</a:t>
            </a:r>
          </a:p>
        </p:txBody>
      </p:sp>
      <p:sp>
        <p:nvSpPr>
          <p:cNvPr id="105" name="rule-J">
            <a:extLst xmlns:a="http://schemas.openxmlformats.org/drawingml/2006/main">
              <a:ext uri="{FF2B5EF4-FFF2-40B4-BE49-F238E27FC236}">
                <a16:creationId xmlns:a16="http://schemas.microsoft.com/office/drawing/2014/main" id="{01F94FD9-4797-41F1-9D97-B5BFB67CC7BD}"/>
              </a:ext>
            </a:extLst>
          </p:cNvPr>
          <p:cNvSpPr>
            <a:spLocks xmlns:a="http://schemas.openxmlformats.org/drawingml/2006/main" noGrp="1"/>
          </p:cNvSpPr>
          <p:nvPr/>
        </p:nvSpPr>
        <p:spPr>
          <a:xfrm xmlns:a="http://schemas.openxmlformats.org/drawingml/2006/main">
            <a:off x="6210300" y="4724400"/>
            <a:ext cx="3581400" cy="533400"/>
          </a:xfrm>
          <a:prstGeom xmlns:a="http://schemas.openxmlformats.org/drawingml/2006/main" prst="roundRect">
            <a:avLst>
              <a:gd name="adj" fmla="val 10714"/>
            </a:avLst>
          </a:prstGeom>
          <a:solidFill xmlns:a="http://schemas.openxmlformats.org/drawingml/2006/main">
            <a:srgbClr val="E4DBF1"/>
          </a:solidFill>
          <a:ln xmlns:a="http://schemas.openxmlformats.org/drawingml/2006/main" w="15240">
            <a:solidFill>
              <a:srgbClr val="6E4E9E"/>
            </a:solidFill>
            <a:prstDash val="solid"/>
          </a:ln>
        </p:spPr>
      </p:sp>
      <p:sp>
        <p:nvSpPr>
          <p:cNvPr id="106" name="rule-J-formula">
            <a:extLst xmlns:a="http://schemas.openxmlformats.org/drawingml/2006/main">
              <a:ext uri="{FF2B5EF4-FFF2-40B4-BE49-F238E27FC236}">
                <a16:creationId xmlns:a16="http://schemas.microsoft.com/office/drawing/2014/main" id="{600705D4-B6EB-43C0-B269-FE6F22A23B6A}"/>
              </a:ext>
            </a:extLst>
          </p:cNvPr>
          <p:cNvSpPr>
            <a:spLocks xmlns:a="http://schemas.openxmlformats.org/drawingml/2006/main" noGrp="1"/>
          </p:cNvSpPr>
          <p:nvPr/>
        </p:nvSpPr>
        <p:spPr>
          <a:xfrm xmlns:a="http://schemas.openxmlformats.org/drawingml/2006/main">
            <a:off x="6248400" y="4743450"/>
            <a:ext cx="3505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J</a:t>
            </a:r>
            <a:r>
              <a:rPr sz="2250" b="0" i="0">
                <a:solidFill>
                  <a:srgbClr val="1E2E38"/>
                </a:solidFill>
                <a:latin typeface="Times New Roman"/>
                <a:ea typeface="Times New Roman"/>
                <a:cs typeface="Times New Roman"/>
              </a:rPr>
              <a:t> = min_r Σ_B w_B d_B(</a:t>
            </a:r>
            <a:r>
              <a:rPr sz="2250" b="0" i="1">
                <a:solidFill>
                  <a:srgbClr val="1E2E38"/>
                </a:solidFill>
                <a:latin typeface="Times New Roman"/>
                <a:ea typeface="Times New Roman"/>
                <a:cs typeface="Times New Roman"/>
              </a:rPr>
              <a:t>q</a:t>
            </a:r>
            <a:r>
              <a:rPr sz="2250" b="0" i="0">
                <a:solidFill>
                  <a:srgbClr val="1E2E38"/>
                </a:solidFill>
                <a:latin typeface="Times New Roman"/>
                <a:ea typeface="Times New Roman"/>
                <a:cs typeface="Times New Roman"/>
              </a:rPr>
              <a:t>,</a:t>
            </a:r>
            <a:r>
              <a:rPr sz="2250" b="0" i="1">
                <a:solidFill>
                  <a:srgbClr val="1E2E38"/>
                </a:solidFill>
                <a:latin typeface="Times New Roman"/>
                <a:ea typeface="Times New Roman"/>
                <a:cs typeface="Times New Roman"/>
              </a:rPr>
              <a:t>r</a:t>
            </a:r>
            <a:r>
              <a:rPr sz="2250" b="0" i="0">
                <a:solidFill>
                  <a:srgbClr val="1E2E38"/>
                </a:solidFill>
                <a:latin typeface="Times New Roman"/>
                <a:ea typeface="Times New Roman"/>
                <a:cs typeface="Times New Roman"/>
              </a:rPr>
              <a:t>)</a:t>
            </a:r>
          </a:p>
        </p:txBody>
      </p:sp>
      <p:sp>
        <p:nvSpPr>
          <p:cNvPr id="107" name="rule-L">
            <a:extLst xmlns:a="http://schemas.openxmlformats.org/drawingml/2006/main">
              <a:ext uri="{FF2B5EF4-FFF2-40B4-BE49-F238E27FC236}">
                <a16:creationId xmlns:a16="http://schemas.microsoft.com/office/drawing/2014/main" id="{58633F59-B2AA-49BD-8B6D-2F8A6BDF2DCF}"/>
              </a:ext>
            </a:extLst>
          </p:cNvPr>
          <p:cNvSpPr>
            <a:spLocks xmlns:a="http://schemas.openxmlformats.org/drawingml/2006/main" noGrp="1"/>
          </p:cNvSpPr>
          <p:nvPr/>
        </p:nvSpPr>
        <p:spPr>
          <a:xfrm xmlns:a="http://schemas.openxmlformats.org/drawingml/2006/main">
            <a:off x="6210300" y="5334000"/>
            <a:ext cx="3581400" cy="495300"/>
          </a:xfrm>
          <a:prstGeom xmlns:a="http://schemas.openxmlformats.org/drawingml/2006/main" prst="roundRect">
            <a:avLst>
              <a:gd name="adj" fmla="val 11538"/>
            </a:avLst>
          </a:prstGeom>
          <a:solidFill xmlns:a="http://schemas.openxmlformats.org/drawingml/2006/main">
            <a:srgbClr val="FBE4E1"/>
          </a:solidFill>
          <a:ln xmlns:a="http://schemas.openxmlformats.org/drawingml/2006/main" w="15240">
            <a:solidFill>
              <a:srgbClr val="B23A2C"/>
            </a:solidFill>
            <a:prstDash val="solid"/>
          </a:ln>
        </p:spPr>
      </p:sp>
      <p:sp>
        <p:nvSpPr>
          <p:cNvPr id="108" name="rule-L-formula">
            <a:extLst xmlns:a="http://schemas.openxmlformats.org/drawingml/2006/main">
              <a:ext uri="{FF2B5EF4-FFF2-40B4-BE49-F238E27FC236}">
                <a16:creationId xmlns:a16="http://schemas.microsoft.com/office/drawing/2014/main" id="{44B573B9-E2D2-4899-A43A-A8A67F094877}"/>
              </a:ext>
            </a:extLst>
          </p:cNvPr>
          <p:cNvSpPr>
            <a:spLocks xmlns:a="http://schemas.openxmlformats.org/drawingml/2006/main" noGrp="1"/>
          </p:cNvSpPr>
          <p:nvPr/>
        </p:nvSpPr>
        <p:spPr>
          <a:xfrm xmlns:a="http://schemas.openxmlformats.org/drawingml/2006/main">
            <a:off x="6248400" y="5353050"/>
            <a:ext cx="350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L</a:t>
            </a:r>
            <a:r>
              <a:rPr sz="2250" b="0" i="0">
                <a:solidFill>
                  <a:srgbClr val="1E2E38"/>
                </a:solidFill>
                <a:latin typeface="Times New Roman"/>
                <a:ea typeface="Times New Roman"/>
                <a:cs typeface="Times New Roman"/>
              </a:rPr>
              <a:t> = Σ_B w_B min_r d_B(</a:t>
            </a:r>
            <a:r>
              <a:rPr sz="2250" b="0" i="1">
                <a:solidFill>
                  <a:srgbClr val="1E2E38"/>
                </a:solidFill>
                <a:latin typeface="Times New Roman"/>
                <a:ea typeface="Times New Roman"/>
                <a:cs typeface="Times New Roman"/>
              </a:rPr>
              <a:t>q</a:t>
            </a:r>
            <a:r>
              <a:rPr sz="2250" b="0" i="0">
                <a:solidFill>
                  <a:srgbClr val="1E2E38"/>
                </a:solidFill>
                <a:latin typeface="Times New Roman"/>
                <a:ea typeface="Times New Roman"/>
                <a:cs typeface="Times New Roman"/>
              </a:rPr>
              <a:t>,</a:t>
            </a:r>
            <a:r>
              <a:rPr sz="2250" b="0" i="1">
                <a:solidFill>
                  <a:srgbClr val="1E2E38"/>
                </a:solidFill>
                <a:latin typeface="Times New Roman"/>
                <a:ea typeface="Times New Roman"/>
                <a:cs typeface="Times New Roman"/>
              </a:rPr>
              <a:t>r</a:t>
            </a:r>
            <a:r>
              <a:rPr sz="2250" b="0" i="0">
                <a:solidFill>
                  <a:srgbClr val="1E2E38"/>
                </a:solidFill>
                <a:latin typeface="Times New Roman"/>
                <a:ea typeface="Times New Roman"/>
                <a:cs typeface="Times New Roman"/>
              </a:rPr>
              <a:t>)</a:t>
            </a:r>
          </a:p>
        </p:txBody>
      </p:sp>
      <p:sp>
        <p:nvSpPr>
          <p:cNvPr id="109" name="anchor-12">
            <a:extLst xmlns:a="http://schemas.openxmlformats.org/drawingml/2006/main">
              <a:ext uri="{FF2B5EF4-FFF2-40B4-BE49-F238E27FC236}">
                <a16:creationId xmlns:a16="http://schemas.microsoft.com/office/drawing/2014/main" id="{09E57DC4-E9D0-4FE7-927C-4C81A1D1A1CE}"/>
              </a:ext>
            </a:extLst>
          </p:cNvPr>
          <p:cNvSpPr>
            <a:spLocks xmlns:a="http://schemas.openxmlformats.org/drawingml/2006/main" noGrp="1"/>
          </p:cNvSpPr>
          <p:nvPr/>
        </p:nvSpPr>
        <p:spPr>
          <a:xfrm xmlns:a="http://schemas.openxmlformats.org/drawingml/2006/main">
            <a:off x="988218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10" name="anchor-13">
            <a:extLst xmlns:a="http://schemas.openxmlformats.org/drawingml/2006/main">
              <a:ext uri="{FF2B5EF4-FFF2-40B4-BE49-F238E27FC236}">
                <a16:creationId xmlns:a16="http://schemas.microsoft.com/office/drawing/2014/main" id="{974D3AC5-3603-4627-9E7C-3E33CA4A1E91}"/>
              </a:ext>
            </a:extLst>
          </p:cNvPr>
          <p:cNvSpPr>
            <a:spLocks xmlns:a="http://schemas.openxmlformats.org/drawingml/2006/main" noGrp="1"/>
          </p:cNvSpPr>
          <p:nvPr/>
        </p:nvSpPr>
        <p:spPr>
          <a:xfrm xmlns:a="http://schemas.openxmlformats.org/drawingml/2006/main">
            <a:off x="10148888" y="51863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49" name=""/>
          <p:cNvCxnSpPr>
            <a:stCxn xmlns:a="http://schemas.openxmlformats.org/drawingml/2006/main" id="109" idx="3"/>
            <a:endCxn xmlns:a="http://schemas.openxmlformats.org/drawingml/2006/main" id="110" idx="1"/>
          </p:cNvCxnSpPr>
          <p:nvPr/>
        </p:nvCxnSpPr>
        <p:spPr>
          <a:xfrm xmlns:a="http://schemas.openxmlformats.org/drawingml/2006/main">
            <a:off x="9891713" y="5191126"/>
            <a:ext cx="257175" cy="0"/>
          </a:xfrm>
          <a:prstGeom xmlns:a="http://schemas.openxmlformats.org/drawingml/2006/main" prst="straightConnector1">
            <a:avLst/>
          </a:prstGeom>
          <a:ln xmlns:a="http://schemas.openxmlformats.org/drawingml/2006/main" w="22860">
            <a:solidFill>
              <a:srgbClr val="1E2E38"/>
            </a:solidFill>
            <a:prstDash val="solid"/>
            <a:headEnd type="triangle" w="med" len="med"/>
          </a:ln>
        </p:spPr>
      </p:cxnSp>
      <p:sp>
        <p:nvSpPr>
          <p:cNvPr id="112" name="out-surface">
            <a:extLst xmlns:a="http://schemas.openxmlformats.org/drawingml/2006/main">
              <a:ext uri="{FF2B5EF4-FFF2-40B4-BE49-F238E27FC236}">
                <a16:creationId xmlns:a16="http://schemas.microsoft.com/office/drawing/2014/main" id="{C365001F-C68B-4F2A-B109-9C2A7FA8C048}"/>
              </a:ext>
            </a:extLst>
          </p:cNvPr>
          <p:cNvSpPr>
            <a:spLocks xmlns:a="http://schemas.openxmlformats.org/drawingml/2006/main" noGrp="1"/>
          </p:cNvSpPr>
          <p:nvPr/>
        </p:nvSpPr>
        <p:spPr>
          <a:xfrm xmlns:a="http://schemas.openxmlformats.org/drawingml/2006/main">
            <a:off x="10153650" y="4267200"/>
            <a:ext cx="1828800" cy="1847850"/>
          </a:xfrm>
          <a:prstGeom xmlns:a="http://schemas.openxmlformats.org/drawingml/2006/main" prst="roundRect">
            <a:avLst>
              <a:gd name="adj" fmla="val 4167"/>
            </a:avLst>
          </a:prstGeom>
          <a:solidFill xmlns:a="http://schemas.openxmlformats.org/drawingml/2006/main">
            <a:srgbClr val="FFFFFF"/>
          </a:solidFill>
          <a:ln xmlns:a="http://schemas.openxmlformats.org/drawingml/2006/main" w="15240">
            <a:solidFill>
              <a:srgbClr val="CBD6DC"/>
            </a:solidFill>
            <a:prstDash val="solid"/>
          </a:ln>
        </p:spPr>
      </p:sp>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9411e59384984d3b"/>
          <a:srcRect xmlns:a="http://schemas.openxmlformats.org/drawingml/2006/main" l="0" t="0" r="0" b="0"/>
          <a:stretch xmlns:a="http://schemas.openxmlformats.org/drawingml/2006/main">
            <a:fillRect l="0" t="0" r="0" b="0"/>
          </a:stretch>
        </p:blipFill>
        <p:spPr>
          <a:xfrm xmlns:a="http://schemas.openxmlformats.org/drawingml/2006/main">
            <a:off x="10210800" y="4591050"/>
            <a:ext cx="838200" cy="838200"/>
          </a:xfrm>
          <a:prstGeom xmlns:a="http://schemas.openxmlformats.org/drawingml/2006/main" prst="rect">
            <a:avLst/>
          </a:prstGeom>
        </p:spPr>
      </p:pic>
      <p:sp>
        <p:nvSpPr>
          <p:cNvPr id="114" name="out-heatmap-frame">
            <a:extLst xmlns:a="http://schemas.openxmlformats.org/drawingml/2006/main">
              <a:ext uri="{FF2B5EF4-FFF2-40B4-BE49-F238E27FC236}">
                <a16:creationId xmlns:a16="http://schemas.microsoft.com/office/drawing/2014/main" id="{9BAE9AD5-4B80-45FF-AFC4-1859249945A4}"/>
              </a:ext>
            </a:extLst>
          </p:cNvPr>
          <p:cNvSpPr>
            <a:spLocks xmlns:a="http://schemas.openxmlformats.org/drawingml/2006/main" noGrp="1"/>
          </p:cNvSpPr>
          <p:nvPr/>
        </p:nvSpPr>
        <p:spPr>
          <a:xfrm xmlns:a="http://schemas.openxmlformats.org/drawingml/2006/main">
            <a:off x="10210800" y="4591050"/>
            <a:ext cx="838200" cy="8382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51265f902c7b4b8f"/>
          <a:srcRect xmlns:a="http://schemas.openxmlformats.org/drawingml/2006/main" l="0" t="0" r="0" b="0"/>
          <a:stretch xmlns:a="http://schemas.openxmlformats.org/drawingml/2006/main">
            <a:fillRect l="0" t="0" r="0" b="0"/>
          </a:stretch>
        </p:blipFill>
        <p:spPr>
          <a:xfrm xmlns:a="http://schemas.openxmlformats.org/drawingml/2006/main">
            <a:off x="11125200" y="4591050"/>
            <a:ext cx="838200" cy="838200"/>
          </a:xfrm>
          <a:prstGeom xmlns:a="http://schemas.openxmlformats.org/drawingml/2006/main" prst="rect">
            <a:avLst/>
          </a:prstGeom>
        </p:spPr>
      </p:pic>
      <p:sp>
        <p:nvSpPr>
          <p:cNvPr id="116" name="out-contour-contour">
            <a:extLst xmlns:a="http://schemas.openxmlformats.org/drawingml/2006/main">
              <a:ext uri="{FF2B5EF4-FFF2-40B4-BE49-F238E27FC236}">
                <a16:creationId xmlns:a16="http://schemas.microsoft.com/office/drawing/2014/main" id="{99E915F6-103B-4A4E-AF81-7B63063B95CC}"/>
              </a:ext>
            </a:extLst>
          </p:cNvPr>
          <p:cNvSpPr>
            <a:spLocks xmlns:a="http://schemas.openxmlformats.org/drawingml/2006/main" noGrp="1"/>
          </p:cNvSpPr>
          <p:nvPr/>
        </p:nvSpPr>
        <p:spPr>
          <a:xfrm xmlns:a="http://schemas.openxmlformats.org/drawingml/2006/main">
            <a:off x="11125200" y="4591050"/>
            <a:ext cx="838200" cy="838200"/>
          </a:xfrm>
          <a:custGeom xmlns:a="http://schemas.openxmlformats.org/drawingml/2006/main">
            <a:pathLst>
              <a:path w="4267200" h="4267200">
                <a:moveTo>
                  <a:pt x="2733675" y="3457575"/>
                </a:moveTo>
                <a:lnTo>
                  <a:pt x="2743200" y="3448050"/>
                </a:lnTo>
                <a:lnTo>
                  <a:pt x="2752725" y="3448050"/>
                </a:lnTo>
                <a:lnTo>
                  <a:pt x="2771775" y="3467100"/>
                </a:lnTo>
                <a:lnTo>
                  <a:pt x="2771775" y="3476625"/>
                </a:lnTo>
                <a:lnTo>
                  <a:pt x="2781300" y="3486150"/>
                </a:lnTo>
                <a:lnTo>
                  <a:pt x="2781300" y="3514725"/>
                </a:lnTo>
                <a:lnTo>
                  <a:pt x="2762250" y="3533775"/>
                </a:lnTo>
                <a:lnTo>
                  <a:pt x="2743200" y="3533775"/>
                </a:lnTo>
                <a:lnTo>
                  <a:pt x="2733675" y="3524250"/>
                </a:lnTo>
                <a:close/>
              </a:path>
              <a:path w="4267200" h="4267200">
                <a:moveTo>
                  <a:pt x="2447925" y="2581275"/>
                </a:moveTo>
                <a:lnTo>
                  <a:pt x="2428875" y="2600325"/>
                </a:lnTo>
                <a:lnTo>
                  <a:pt x="2428875" y="2609850"/>
                </a:lnTo>
                <a:lnTo>
                  <a:pt x="2447925" y="2628900"/>
                </a:lnTo>
                <a:lnTo>
                  <a:pt x="2486025" y="2628900"/>
                </a:lnTo>
                <a:lnTo>
                  <a:pt x="2495550" y="2619375"/>
                </a:lnTo>
                <a:lnTo>
                  <a:pt x="2495550" y="2590800"/>
                </a:lnTo>
                <a:lnTo>
                  <a:pt x="2486025" y="2590800"/>
                </a:lnTo>
                <a:lnTo>
                  <a:pt x="2476500" y="2581275"/>
                </a:lnTo>
                <a:close/>
              </a:path>
              <a:path w="4267200" h="4267200">
                <a:moveTo>
                  <a:pt x="1114425" y="2228850"/>
                </a:moveTo>
                <a:lnTo>
                  <a:pt x="1104900" y="2238375"/>
                </a:lnTo>
                <a:lnTo>
                  <a:pt x="1095375" y="2238375"/>
                </a:lnTo>
                <a:lnTo>
                  <a:pt x="1076325" y="2257425"/>
                </a:lnTo>
                <a:lnTo>
                  <a:pt x="1076325" y="2266950"/>
                </a:lnTo>
                <a:lnTo>
                  <a:pt x="1057275" y="2286000"/>
                </a:lnTo>
                <a:lnTo>
                  <a:pt x="1057275" y="2305050"/>
                </a:lnTo>
                <a:lnTo>
                  <a:pt x="1047750" y="2314575"/>
                </a:lnTo>
                <a:lnTo>
                  <a:pt x="1047750" y="2352675"/>
                </a:lnTo>
                <a:lnTo>
                  <a:pt x="1057275" y="2362200"/>
                </a:lnTo>
                <a:lnTo>
                  <a:pt x="1057275" y="2390775"/>
                </a:lnTo>
                <a:lnTo>
                  <a:pt x="1066800" y="2400300"/>
                </a:lnTo>
                <a:lnTo>
                  <a:pt x="1066800" y="2428875"/>
                </a:lnTo>
                <a:lnTo>
                  <a:pt x="1076325" y="2438400"/>
                </a:lnTo>
                <a:lnTo>
                  <a:pt x="1076325" y="2476500"/>
                </a:lnTo>
                <a:lnTo>
                  <a:pt x="1066800" y="2486025"/>
                </a:lnTo>
                <a:lnTo>
                  <a:pt x="1066800" y="2514600"/>
                </a:lnTo>
                <a:lnTo>
                  <a:pt x="1057275" y="2524125"/>
                </a:lnTo>
                <a:lnTo>
                  <a:pt x="1057275" y="2543175"/>
                </a:lnTo>
                <a:lnTo>
                  <a:pt x="1047750" y="2552700"/>
                </a:lnTo>
                <a:lnTo>
                  <a:pt x="1047750" y="2638425"/>
                </a:lnTo>
                <a:lnTo>
                  <a:pt x="1057275" y="2647950"/>
                </a:lnTo>
                <a:lnTo>
                  <a:pt x="1057275" y="2676525"/>
                </a:lnTo>
                <a:lnTo>
                  <a:pt x="1066800" y="2686050"/>
                </a:lnTo>
                <a:lnTo>
                  <a:pt x="1066800" y="2714625"/>
                </a:lnTo>
                <a:lnTo>
                  <a:pt x="1076325" y="2724150"/>
                </a:lnTo>
                <a:lnTo>
                  <a:pt x="1076325" y="3019425"/>
                </a:lnTo>
                <a:lnTo>
                  <a:pt x="1085850" y="3028950"/>
                </a:lnTo>
                <a:lnTo>
                  <a:pt x="1085850" y="3057525"/>
                </a:lnTo>
                <a:lnTo>
                  <a:pt x="1095375" y="3067050"/>
                </a:lnTo>
                <a:lnTo>
                  <a:pt x="1095375" y="3095625"/>
                </a:lnTo>
                <a:lnTo>
                  <a:pt x="1104900" y="3105150"/>
                </a:lnTo>
                <a:lnTo>
                  <a:pt x="1104900" y="3114675"/>
                </a:lnTo>
                <a:lnTo>
                  <a:pt x="1114425" y="3124200"/>
                </a:lnTo>
                <a:lnTo>
                  <a:pt x="1114425" y="3133725"/>
                </a:lnTo>
                <a:lnTo>
                  <a:pt x="1123950" y="3143250"/>
                </a:lnTo>
                <a:lnTo>
                  <a:pt x="1133475" y="3143250"/>
                </a:lnTo>
                <a:lnTo>
                  <a:pt x="1143000" y="3152775"/>
                </a:lnTo>
                <a:lnTo>
                  <a:pt x="1181100" y="3152775"/>
                </a:lnTo>
                <a:lnTo>
                  <a:pt x="1200150" y="3133725"/>
                </a:lnTo>
                <a:lnTo>
                  <a:pt x="1200150" y="3086100"/>
                </a:lnTo>
                <a:lnTo>
                  <a:pt x="1209675" y="3076575"/>
                </a:lnTo>
                <a:lnTo>
                  <a:pt x="1209675" y="2971800"/>
                </a:lnTo>
                <a:lnTo>
                  <a:pt x="1219200" y="2962275"/>
                </a:lnTo>
                <a:lnTo>
                  <a:pt x="1219200" y="2924175"/>
                </a:lnTo>
                <a:lnTo>
                  <a:pt x="1228725" y="2914650"/>
                </a:lnTo>
                <a:lnTo>
                  <a:pt x="1228725" y="2905125"/>
                </a:lnTo>
                <a:lnTo>
                  <a:pt x="1266825" y="2867025"/>
                </a:lnTo>
                <a:lnTo>
                  <a:pt x="1314450" y="2867025"/>
                </a:lnTo>
                <a:lnTo>
                  <a:pt x="1323975" y="2876550"/>
                </a:lnTo>
                <a:lnTo>
                  <a:pt x="1333500" y="2876550"/>
                </a:lnTo>
                <a:lnTo>
                  <a:pt x="1352550" y="2895600"/>
                </a:lnTo>
                <a:lnTo>
                  <a:pt x="1352550" y="2943225"/>
                </a:lnTo>
                <a:lnTo>
                  <a:pt x="1343025" y="2952750"/>
                </a:lnTo>
                <a:lnTo>
                  <a:pt x="1343025" y="2981325"/>
                </a:lnTo>
                <a:lnTo>
                  <a:pt x="1333500" y="2990850"/>
                </a:lnTo>
                <a:lnTo>
                  <a:pt x="1333500" y="3124200"/>
                </a:lnTo>
                <a:lnTo>
                  <a:pt x="1343025" y="3133725"/>
                </a:lnTo>
                <a:lnTo>
                  <a:pt x="1343025" y="3152775"/>
                </a:lnTo>
                <a:lnTo>
                  <a:pt x="1352550" y="3162300"/>
                </a:lnTo>
                <a:lnTo>
                  <a:pt x="1362075" y="3162300"/>
                </a:lnTo>
                <a:lnTo>
                  <a:pt x="1371600" y="3171825"/>
                </a:lnTo>
                <a:lnTo>
                  <a:pt x="1495425" y="3171825"/>
                </a:lnTo>
                <a:lnTo>
                  <a:pt x="1504950" y="3162300"/>
                </a:lnTo>
                <a:lnTo>
                  <a:pt x="1514475" y="3162300"/>
                </a:lnTo>
                <a:lnTo>
                  <a:pt x="1562100" y="3114675"/>
                </a:lnTo>
                <a:lnTo>
                  <a:pt x="1562100" y="3105150"/>
                </a:lnTo>
                <a:lnTo>
                  <a:pt x="1571625" y="3095625"/>
                </a:lnTo>
                <a:lnTo>
                  <a:pt x="1571625" y="3086100"/>
                </a:lnTo>
                <a:lnTo>
                  <a:pt x="1581150" y="3076575"/>
                </a:lnTo>
                <a:lnTo>
                  <a:pt x="1581150" y="3067050"/>
                </a:lnTo>
                <a:lnTo>
                  <a:pt x="1647825" y="3000375"/>
                </a:lnTo>
                <a:lnTo>
                  <a:pt x="1657350" y="3000375"/>
                </a:lnTo>
                <a:lnTo>
                  <a:pt x="1666875" y="2990850"/>
                </a:lnTo>
                <a:lnTo>
                  <a:pt x="1666875" y="2981325"/>
                </a:lnTo>
                <a:lnTo>
                  <a:pt x="1704975" y="2943225"/>
                </a:lnTo>
                <a:lnTo>
                  <a:pt x="1704975" y="2933700"/>
                </a:lnTo>
                <a:lnTo>
                  <a:pt x="1781175" y="2857500"/>
                </a:lnTo>
                <a:lnTo>
                  <a:pt x="1790700" y="2857500"/>
                </a:lnTo>
                <a:lnTo>
                  <a:pt x="1800225" y="2847975"/>
                </a:lnTo>
                <a:lnTo>
                  <a:pt x="1809750" y="2847975"/>
                </a:lnTo>
                <a:lnTo>
                  <a:pt x="1819275" y="2838450"/>
                </a:lnTo>
                <a:lnTo>
                  <a:pt x="1828800" y="2838450"/>
                </a:lnTo>
                <a:lnTo>
                  <a:pt x="1838325" y="2828925"/>
                </a:lnTo>
                <a:lnTo>
                  <a:pt x="1847850" y="2828925"/>
                </a:lnTo>
                <a:lnTo>
                  <a:pt x="1905000" y="2771775"/>
                </a:lnTo>
                <a:lnTo>
                  <a:pt x="1905000" y="2762250"/>
                </a:lnTo>
                <a:lnTo>
                  <a:pt x="1914525" y="2752725"/>
                </a:lnTo>
                <a:lnTo>
                  <a:pt x="1914525" y="2733675"/>
                </a:lnTo>
                <a:lnTo>
                  <a:pt x="1924050" y="2724150"/>
                </a:lnTo>
                <a:lnTo>
                  <a:pt x="1924050" y="2705100"/>
                </a:lnTo>
                <a:lnTo>
                  <a:pt x="1933575" y="2695575"/>
                </a:lnTo>
                <a:lnTo>
                  <a:pt x="1933575" y="2686050"/>
                </a:lnTo>
                <a:lnTo>
                  <a:pt x="1971675" y="2647950"/>
                </a:lnTo>
                <a:lnTo>
                  <a:pt x="2038350" y="2647950"/>
                </a:lnTo>
                <a:lnTo>
                  <a:pt x="2047875" y="2638425"/>
                </a:lnTo>
                <a:lnTo>
                  <a:pt x="2066925" y="2638425"/>
                </a:lnTo>
                <a:lnTo>
                  <a:pt x="2076450" y="2628900"/>
                </a:lnTo>
                <a:lnTo>
                  <a:pt x="2076450" y="2600325"/>
                </a:lnTo>
                <a:lnTo>
                  <a:pt x="2057400" y="2581275"/>
                </a:lnTo>
                <a:lnTo>
                  <a:pt x="2047875" y="2581275"/>
                </a:lnTo>
                <a:lnTo>
                  <a:pt x="2038350" y="2571750"/>
                </a:lnTo>
                <a:lnTo>
                  <a:pt x="1924050" y="2571750"/>
                </a:lnTo>
                <a:lnTo>
                  <a:pt x="1914525" y="2562225"/>
                </a:lnTo>
                <a:lnTo>
                  <a:pt x="1905000" y="2562225"/>
                </a:lnTo>
                <a:lnTo>
                  <a:pt x="1876425" y="2533650"/>
                </a:lnTo>
                <a:lnTo>
                  <a:pt x="1876425" y="2476500"/>
                </a:lnTo>
                <a:lnTo>
                  <a:pt x="1866900" y="2466975"/>
                </a:lnTo>
                <a:lnTo>
                  <a:pt x="1866900" y="2428875"/>
                </a:lnTo>
                <a:lnTo>
                  <a:pt x="1857375" y="2419350"/>
                </a:lnTo>
                <a:lnTo>
                  <a:pt x="1857375" y="2409825"/>
                </a:lnTo>
                <a:lnTo>
                  <a:pt x="1838325" y="2390775"/>
                </a:lnTo>
                <a:lnTo>
                  <a:pt x="1819275" y="2390775"/>
                </a:lnTo>
                <a:lnTo>
                  <a:pt x="1809750" y="2381250"/>
                </a:lnTo>
                <a:lnTo>
                  <a:pt x="1781175" y="2381250"/>
                </a:lnTo>
                <a:lnTo>
                  <a:pt x="1771650" y="2390775"/>
                </a:lnTo>
                <a:lnTo>
                  <a:pt x="1762125" y="2390775"/>
                </a:lnTo>
                <a:lnTo>
                  <a:pt x="1752600" y="2400300"/>
                </a:lnTo>
                <a:lnTo>
                  <a:pt x="1743075" y="2400300"/>
                </a:lnTo>
                <a:lnTo>
                  <a:pt x="1685925" y="2457450"/>
                </a:lnTo>
                <a:lnTo>
                  <a:pt x="1676400" y="2457450"/>
                </a:lnTo>
                <a:lnTo>
                  <a:pt x="1666875" y="2466975"/>
                </a:lnTo>
                <a:lnTo>
                  <a:pt x="1638300" y="2466975"/>
                </a:lnTo>
                <a:lnTo>
                  <a:pt x="1628775" y="2457450"/>
                </a:lnTo>
                <a:lnTo>
                  <a:pt x="1609725" y="2457450"/>
                </a:lnTo>
                <a:lnTo>
                  <a:pt x="1600200" y="2447925"/>
                </a:lnTo>
                <a:lnTo>
                  <a:pt x="1590675" y="2447925"/>
                </a:lnTo>
                <a:lnTo>
                  <a:pt x="1552575" y="2409825"/>
                </a:lnTo>
                <a:lnTo>
                  <a:pt x="1552575" y="2400300"/>
                </a:lnTo>
                <a:lnTo>
                  <a:pt x="1543050" y="2390775"/>
                </a:lnTo>
                <a:lnTo>
                  <a:pt x="1543050" y="2371725"/>
                </a:lnTo>
                <a:lnTo>
                  <a:pt x="1524000" y="2352675"/>
                </a:lnTo>
                <a:lnTo>
                  <a:pt x="1514475" y="2352675"/>
                </a:lnTo>
                <a:lnTo>
                  <a:pt x="1504950" y="2362200"/>
                </a:lnTo>
                <a:lnTo>
                  <a:pt x="1495425" y="2362200"/>
                </a:lnTo>
                <a:lnTo>
                  <a:pt x="1485900" y="2371725"/>
                </a:lnTo>
                <a:lnTo>
                  <a:pt x="1466850" y="2371725"/>
                </a:lnTo>
                <a:lnTo>
                  <a:pt x="1457325" y="2381250"/>
                </a:lnTo>
                <a:lnTo>
                  <a:pt x="1438275" y="2381250"/>
                </a:lnTo>
                <a:lnTo>
                  <a:pt x="1428750" y="2390775"/>
                </a:lnTo>
                <a:lnTo>
                  <a:pt x="1323975" y="2390775"/>
                </a:lnTo>
                <a:lnTo>
                  <a:pt x="1314450" y="2381250"/>
                </a:lnTo>
                <a:lnTo>
                  <a:pt x="1304925" y="2381250"/>
                </a:lnTo>
                <a:lnTo>
                  <a:pt x="1295400" y="2371725"/>
                </a:lnTo>
                <a:lnTo>
                  <a:pt x="1285875" y="2371725"/>
                </a:lnTo>
                <a:lnTo>
                  <a:pt x="1257300" y="2343150"/>
                </a:lnTo>
                <a:lnTo>
                  <a:pt x="1257300" y="2333625"/>
                </a:lnTo>
                <a:lnTo>
                  <a:pt x="1238250" y="2314575"/>
                </a:lnTo>
                <a:lnTo>
                  <a:pt x="1238250" y="2305050"/>
                </a:lnTo>
                <a:lnTo>
                  <a:pt x="1171575" y="2238375"/>
                </a:lnTo>
                <a:lnTo>
                  <a:pt x="1162050" y="2238375"/>
                </a:lnTo>
                <a:lnTo>
                  <a:pt x="1152525" y="2228850"/>
                </a:lnTo>
                <a:close/>
              </a:path>
              <a:path w="4267200" h="4267200">
                <a:moveTo>
                  <a:pt x="2619375" y="2133600"/>
                </a:moveTo>
                <a:lnTo>
                  <a:pt x="2609850" y="2143125"/>
                </a:lnTo>
                <a:lnTo>
                  <a:pt x="2600325" y="2143125"/>
                </a:lnTo>
                <a:lnTo>
                  <a:pt x="2581275" y="2162175"/>
                </a:lnTo>
                <a:lnTo>
                  <a:pt x="2581275" y="2209800"/>
                </a:lnTo>
                <a:lnTo>
                  <a:pt x="2590800" y="2219325"/>
                </a:lnTo>
                <a:lnTo>
                  <a:pt x="2600325" y="2219325"/>
                </a:lnTo>
                <a:lnTo>
                  <a:pt x="2609850" y="2228850"/>
                </a:lnTo>
                <a:lnTo>
                  <a:pt x="2619375" y="2219325"/>
                </a:lnTo>
                <a:lnTo>
                  <a:pt x="2628900" y="2219325"/>
                </a:lnTo>
                <a:lnTo>
                  <a:pt x="2628900" y="2209800"/>
                </a:lnTo>
                <a:lnTo>
                  <a:pt x="2638425" y="2200275"/>
                </a:lnTo>
                <a:lnTo>
                  <a:pt x="2638425" y="2152650"/>
                </a:lnTo>
                <a:close/>
              </a:path>
              <a:path w="4267200" h="4267200">
                <a:moveTo>
                  <a:pt x="4219575" y="2095500"/>
                </a:moveTo>
                <a:lnTo>
                  <a:pt x="4210050" y="2105025"/>
                </a:lnTo>
                <a:lnTo>
                  <a:pt x="4191000" y="2105025"/>
                </a:lnTo>
                <a:lnTo>
                  <a:pt x="4181475" y="2114550"/>
                </a:lnTo>
                <a:lnTo>
                  <a:pt x="4171950" y="2114550"/>
                </a:lnTo>
                <a:lnTo>
                  <a:pt x="4152900" y="2133600"/>
                </a:lnTo>
                <a:lnTo>
                  <a:pt x="4152900" y="2143125"/>
                </a:lnTo>
                <a:lnTo>
                  <a:pt x="4133850" y="2162175"/>
                </a:lnTo>
                <a:lnTo>
                  <a:pt x="4133850" y="2181225"/>
                </a:lnTo>
                <a:lnTo>
                  <a:pt x="4124325" y="2190750"/>
                </a:lnTo>
                <a:lnTo>
                  <a:pt x="4124325" y="2228850"/>
                </a:lnTo>
                <a:lnTo>
                  <a:pt x="4114800" y="2238375"/>
                </a:lnTo>
                <a:lnTo>
                  <a:pt x="4114800" y="2352675"/>
                </a:lnTo>
                <a:lnTo>
                  <a:pt x="4124325" y="2362200"/>
                </a:lnTo>
                <a:lnTo>
                  <a:pt x="4124325" y="2438400"/>
                </a:lnTo>
                <a:lnTo>
                  <a:pt x="4133850" y="2447925"/>
                </a:lnTo>
                <a:lnTo>
                  <a:pt x="4133850" y="2505075"/>
                </a:lnTo>
                <a:lnTo>
                  <a:pt x="4143375" y="2514600"/>
                </a:lnTo>
                <a:lnTo>
                  <a:pt x="4143375" y="2552700"/>
                </a:lnTo>
                <a:lnTo>
                  <a:pt x="4152900" y="2562225"/>
                </a:lnTo>
                <a:lnTo>
                  <a:pt x="4152900" y="2590800"/>
                </a:lnTo>
                <a:lnTo>
                  <a:pt x="4162425" y="2600325"/>
                </a:lnTo>
                <a:lnTo>
                  <a:pt x="4162425" y="2609850"/>
                </a:lnTo>
                <a:lnTo>
                  <a:pt x="4171950" y="2619375"/>
                </a:lnTo>
                <a:lnTo>
                  <a:pt x="4171950" y="2628900"/>
                </a:lnTo>
                <a:lnTo>
                  <a:pt x="4181475" y="2638425"/>
                </a:lnTo>
                <a:lnTo>
                  <a:pt x="4191000" y="2638425"/>
                </a:lnTo>
                <a:lnTo>
                  <a:pt x="4200525" y="2647950"/>
                </a:lnTo>
                <a:lnTo>
                  <a:pt x="4257675" y="2647950"/>
                </a:lnTo>
                <a:lnTo>
                  <a:pt x="4257675" y="2095500"/>
                </a:lnTo>
                <a:close/>
              </a:path>
              <a:path w="4267200" h="4267200">
                <a:moveTo>
                  <a:pt x="1743075" y="1476375"/>
                </a:moveTo>
                <a:lnTo>
                  <a:pt x="1733550" y="1485900"/>
                </a:lnTo>
                <a:lnTo>
                  <a:pt x="1685925" y="1485900"/>
                </a:lnTo>
                <a:lnTo>
                  <a:pt x="1676400" y="1495425"/>
                </a:lnTo>
                <a:lnTo>
                  <a:pt x="1666875" y="1495425"/>
                </a:lnTo>
                <a:lnTo>
                  <a:pt x="1657350" y="1504950"/>
                </a:lnTo>
                <a:lnTo>
                  <a:pt x="1647825" y="1504950"/>
                </a:lnTo>
                <a:lnTo>
                  <a:pt x="1628775" y="1524000"/>
                </a:lnTo>
                <a:lnTo>
                  <a:pt x="1628775" y="1533525"/>
                </a:lnTo>
                <a:lnTo>
                  <a:pt x="1619250" y="1543050"/>
                </a:lnTo>
                <a:lnTo>
                  <a:pt x="1619250" y="1552575"/>
                </a:lnTo>
                <a:lnTo>
                  <a:pt x="1581150" y="1590675"/>
                </a:lnTo>
                <a:lnTo>
                  <a:pt x="1571625" y="1590675"/>
                </a:lnTo>
                <a:lnTo>
                  <a:pt x="1562100" y="1600200"/>
                </a:lnTo>
                <a:lnTo>
                  <a:pt x="1552575" y="1600200"/>
                </a:lnTo>
                <a:lnTo>
                  <a:pt x="1543050" y="1609725"/>
                </a:lnTo>
                <a:lnTo>
                  <a:pt x="1533525" y="1609725"/>
                </a:lnTo>
                <a:lnTo>
                  <a:pt x="1524000" y="1619250"/>
                </a:lnTo>
                <a:lnTo>
                  <a:pt x="1514475" y="1619250"/>
                </a:lnTo>
                <a:lnTo>
                  <a:pt x="1476375" y="1657350"/>
                </a:lnTo>
                <a:lnTo>
                  <a:pt x="1476375" y="1676400"/>
                </a:lnTo>
                <a:lnTo>
                  <a:pt x="1466850" y="1685925"/>
                </a:lnTo>
                <a:lnTo>
                  <a:pt x="1466850" y="1762125"/>
                </a:lnTo>
                <a:lnTo>
                  <a:pt x="1476375" y="1771650"/>
                </a:lnTo>
                <a:lnTo>
                  <a:pt x="1514475" y="1771650"/>
                </a:lnTo>
                <a:lnTo>
                  <a:pt x="1524000" y="1762125"/>
                </a:lnTo>
                <a:lnTo>
                  <a:pt x="1533525" y="1762125"/>
                </a:lnTo>
                <a:lnTo>
                  <a:pt x="1590675" y="1704975"/>
                </a:lnTo>
                <a:lnTo>
                  <a:pt x="1600200" y="1704975"/>
                </a:lnTo>
                <a:lnTo>
                  <a:pt x="1619250" y="1685925"/>
                </a:lnTo>
                <a:lnTo>
                  <a:pt x="1628775" y="1685925"/>
                </a:lnTo>
                <a:lnTo>
                  <a:pt x="1638300" y="1676400"/>
                </a:lnTo>
                <a:lnTo>
                  <a:pt x="1685925" y="1676400"/>
                </a:lnTo>
                <a:lnTo>
                  <a:pt x="1695450" y="1685925"/>
                </a:lnTo>
                <a:lnTo>
                  <a:pt x="1704975" y="1685925"/>
                </a:lnTo>
                <a:lnTo>
                  <a:pt x="1743075" y="1724025"/>
                </a:lnTo>
                <a:lnTo>
                  <a:pt x="1743075" y="1733550"/>
                </a:lnTo>
                <a:lnTo>
                  <a:pt x="1762125" y="1752600"/>
                </a:lnTo>
                <a:lnTo>
                  <a:pt x="1762125" y="1762125"/>
                </a:lnTo>
                <a:lnTo>
                  <a:pt x="1771650" y="1771650"/>
                </a:lnTo>
                <a:lnTo>
                  <a:pt x="1781175" y="1771650"/>
                </a:lnTo>
                <a:lnTo>
                  <a:pt x="1790700" y="1781175"/>
                </a:lnTo>
                <a:lnTo>
                  <a:pt x="1800225" y="1781175"/>
                </a:lnTo>
                <a:lnTo>
                  <a:pt x="1819275" y="1762125"/>
                </a:lnTo>
                <a:lnTo>
                  <a:pt x="1819275" y="1724025"/>
                </a:lnTo>
                <a:lnTo>
                  <a:pt x="1809750" y="1714500"/>
                </a:lnTo>
                <a:lnTo>
                  <a:pt x="1809750" y="1562100"/>
                </a:lnTo>
                <a:lnTo>
                  <a:pt x="1800225" y="1552575"/>
                </a:lnTo>
                <a:lnTo>
                  <a:pt x="1800225" y="1514475"/>
                </a:lnTo>
                <a:lnTo>
                  <a:pt x="1790700" y="1504950"/>
                </a:lnTo>
                <a:lnTo>
                  <a:pt x="1790700" y="1495425"/>
                </a:lnTo>
                <a:lnTo>
                  <a:pt x="1781175" y="1485900"/>
                </a:lnTo>
                <a:lnTo>
                  <a:pt x="1762125" y="1485900"/>
                </a:lnTo>
                <a:lnTo>
                  <a:pt x="1752600" y="1476375"/>
                </a:lnTo>
                <a:close/>
              </a:path>
              <a:path w="4267200" h="4267200">
                <a:moveTo>
                  <a:pt x="2600325" y="914400"/>
                </a:moveTo>
                <a:lnTo>
                  <a:pt x="2609850" y="904875"/>
                </a:lnTo>
                <a:lnTo>
                  <a:pt x="2619375" y="904875"/>
                </a:lnTo>
                <a:lnTo>
                  <a:pt x="2647950" y="933450"/>
                </a:lnTo>
                <a:lnTo>
                  <a:pt x="2647950" y="952500"/>
                </a:lnTo>
                <a:lnTo>
                  <a:pt x="2657475" y="962025"/>
                </a:lnTo>
                <a:lnTo>
                  <a:pt x="2657475" y="971550"/>
                </a:lnTo>
                <a:lnTo>
                  <a:pt x="2647950" y="981075"/>
                </a:lnTo>
                <a:lnTo>
                  <a:pt x="2647950" y="1009650"/>
                </a:lnTo>
                <a:lnTo>
                  <a:pt x="2638425" y="1019175"/>
                </a:lnTo>
                <a:lnTo>
                  <a:pt x="2638425" y="1028700"/>
                </a:lnTo>
                <a:lnTo>
                  <a:pt x="2628900" y="1038225"/>
                </a:lnTo>
                <a:lnTo>
                  <a:pt x="2619375" y="1038225"/>
                </a:lnTo>
                <a:lnTo>
                  <a:pt x="2609850" y="1047750"/>
                </a:lnTo>
                <a:lnTo>
                  <a:pt x="2600325" y="1047750"/>
                </a:lnTo>
                <a:lnTo>
                  <a:pt x="2590800" y="1057275"/>
                </a:lnTo>
                <a:lnTo>
                  <a:pt x="2552700" y="1057275"/>
                </a:lnTo>
                <a:lnTo>
                  <a:pt x="2543175" y="1047750"/>
                </a:lnTo>
                <a:lnTo>
                  <a:pt x="2524125" y="1047750"/>
                </a:lnTo>
                <a:lnTo>
                  <a:pt x="2495550" y="1019175"/>
                </a:lnTo>
                <a:lnTo>
                  <a:pt x="2495550" y="1009650"/>
                </a:lnTo>
                <a:lnTo>
                  <a:pt x="2505075" y="1000125"/>
                </a:lnTo>
                <a:lnTo>
                  <a:pt x="2505075" y="990600"/>
                </a:lnTo>
                <a:lnTo>
                  <a:pt x="2581275" y="914400"/>
                </a:lnTo>
                <a:close/>
              </a:path>
              <a:path w="4267200" h="4267200">
                <a:moveTo>
                  <a:pt x="2838450" y="390525"/>
                </a:moveTo>
                <a:lnTo>
                  <a:pt x="2828925" y="400050"/>
                </a:lnTo>
                <a:lnTo>
                  <a:pt x="2790825" y="400050"/>
                </a:lnTo>
                <a:lnTo>
                  <a:pt x="2781300" y="409575"/>
                </a:lnTo>
                <a:lnTo>
                  <a:pt x="2752725" y="409575"/>
                </a:lnTo>
                <a:lnTo>
                  <a:pt x="2743200" y="419100"/>
                </a:lnTo>
                <a:lnTo>
                  <a:pt x="2724150" y="419100"/>
                </a:lnTo>
                <a:lnTo>
                  <a:pt x="2714625" y="428625"/>
                </a:lnTo>
                <a:lnTo>
                  <a:pt x="2705100" y="428625"/>
                </a:lnTo>
                <a:lnTo>
                  <a:pt x="2695575" y="438150"/>
                </a:lnTo>
                <a:lnTo>
                  <a:pt x="2686050" y="438150"/>
                </a:lnTo>
                <a:lnTo>
                  <a:pt x="2676525" y="447675"/>
                </a:lnTo>
                <a:lnTo>
                  <a:pt x="2676525" y="457200"/>
                </a:lnTo>
                <a:lnTo>
                  <a:pt x="2657475" y="476250"/>
                </a:lnTo>
                <a:lnTo>
                  <a:pt x="2657475" y="485775"/>
                </a:lnTo>
                <a:lnTo>
                  <a:pt x="2647950" y="495300"/>
                </a:lnTo>
                <a:lnTo>
                  <a:pt x="2647950" y="504825"/>
                </a:lnTo>
                <a:lnTo>
                  <a:pt x="2638425" y="514350"/>
                </a:lnTo>
                <a:lnTo>
                  <a:pt x="2638425" y="523875"/>
                </a:lnTo>
                <a:lnTo>
                  <a:pt x="2619375" y="542925"/>
                </a:lnTo>
                <a:lnTo>
                  <a:pt x="2552700" y="542925"/>
                </a:lnTo>
                <a:lnTo>
                  <a:pt x="2543175" y="533400"/>
                </a:lnTo>
                <a:lnTo>
                  <a:pt x="2524125" y="533400"/>
                </a:lnTo>
                <a:lnTo>
                  <a:pt x="2514600" y="523875"/>
                </a:lnTo>
                <a:lnTo>
                  <a:pt x="2438400" y="523875"/>
                </a:lnTo>
                <a:lnTo>
                  <a:pt x="2428875" y="533400"/>
                </a:lnTo>
                <a:lnTo>
                  <a:pt x="2409825" y="533400"/>
                </a:lnTo>
                <a:lnTo>
                  <a:pt x="2400300" y="542925"/>
                </a:lnTo>
                <a:lnTo>
                  <a:pt x="2390775" y="542925"/>
                </a:lnTo>
                <a:lnTo>
                  <a:pt x="2381250" y="552450"/>
                </a:lnTo>
                <a:lnTo>
                  <a:pt x="2371725" y="552450"/>
                </a:lnTo>
                <a:lnTo>
                  <a:pt x="2362200" y="561975"/>
                </a:lnTo>
                <a:lnTo>
                  <a:pt x="2352675" y="561975"/>
                </a:lnTo>
                <a:lnTo>
                  <a:pt x="2343150" y="571500"/>
                </a:lnTo>
                <a:lnTo>
                  <a:pt x="2333625" y="571500"/>
                </a:lnTo>
                <a:lnTo>
                  <a:pt x="2324100" y="581025"/>
                </a:lnTo>
                <a:lnTo>
                  <a:pt x="2314575" y="581025"/>
                </a:lnTo>
                <a:lnTo>
                  <a:pt x="2305050" y="590550"/>
                </a:lnTo>
                <a:lnTo>
                  <a:pt x="2276475" y="590550"/>
                </a:lnTo>
                <a:lnTo>
                  <a:pt x="2266950" y="600075"/>
                </a:lnTo>
                <a:lnTo>
                  <a:pt x="2228850" y="600075"/>
                </a:lnTo>
                <a:lnTo>
                  <a:pt x="2219325" y="609600"/>
                </a:lnTo>
                <a:lnTo>
                  <a:pt x="2200275" y="609600"/>
                </a:lnTo>
                <a:lnTo>
                  <a:pt x="2190750" y="619125"/>
                </a:lnTo>
                <a:lnTo>
                  <a:pt x="2171700" y="619125"/>
                </a:lnTo>
                <a:lnTo>
                  <a:pt x="2162175" y="628650"/>
                </a:lnTo>
                <a:lnTo>
                  <a:pt x="2143125" y="628650"/>
                </a:lnTo>
                <a:lnTo>
                  <a:pt x="2133600" y="638175"/>
                </a:lnTo>
                <a:lnTo>
                  <a:pt x="2085975" y="638175"/>
                </a:lnTo>
                <a:lnTo>
                  <a:pt x="2028825" y="581025"/>
                </a:lnTo>
                <a:lnTo>
                  <a:pt x="2028825" y="571500"/>
                </a:lnTo>
                <a:lnTo>
                  <a:pt x="1990725" y="533400"/>
                </a:lnTo>
                <a:lnTo>
                  <a:pt x="1981200" y="533400"/>
                </a:lnTo>
                <a:lnTo>
                  <a:pt x="1971675" y="523875"/>
                </a:lnTo>
                <a:lnTo>
                  <a:pt x="1952625" y="523875"/>
                </a:lnTo>
                <a:lnTo>
                  <a:pt x="1943100" y="514350"/>
                </a:lnTo>
                <a:lnTo>
                  <a:pt x="1885950" y="514350"/>
                </a:lnTo>
                <a:lnTo>
                  <a:pt x="1876425" y="523875"/>
                </a:lnTo>
                <a:lnTo>
                  <a:pt x="1838325" y="523875"/>
                </a:lnTo>
                <a:lnTo>
                  <a:pt x="1828800" y="533400"/>
                </a:lnTo>
                <a:lnTo>
                  <a:pt x="1724025" y="533400"/>
                </a:lnTo>
                <a:lnTo>
                  <a:pt x="1714500" y="523875"/>
                </a:lnTo>
                <a:lnTo>
                  <a:pt x="1676400" y="523875"/>
                </a:lnTo>
                <a:lnTo>
                  <a:pt x="1666875" y="514350"/>
                </a:lnTo>
                <a:lnTo>
                  <a:pt x="1647825" y="514350"/>
                </a:lnTo>
                <a:lnTo>
                  <a:pt x="1638300" y="523875"/>
                </a:lnTo>
                <a:lnTo>
                  <a:pt x="1619250" y="523875"/>
                </a:lnTo>
                <a:lnTo>
                  <a:pt x="1609725" y="533400"/>
                </a:lnTo>
                <a:lnTo>
                  <a:pt x="1600200" y="533400"/>
                </a:lnTo>
                <a:lnTo>
                  <a:pt x="1590675" y="542925"/>
                </a:lnTo>
                <a:lnTo>
                  <a:pt x="1581150" y="542925"/>
                </a:lnTo>
                <a:lnTo>
                  <a:pt x="1571625" y="552450"/>
                </a:lnTo>
                <a:lnTo>
                  <a:pt x="1562100" y="552450"/>
                </a:lnTo>
                <a:lnTo>
                  <a:pt x="1552575" y="561975"/>
                </a:lnTo>
                <a:lnTo>
                  <a:pt x="1524000" y="561975"/>
                </a:lnTo>
                <a:lnTo>
                  <a:pt x="1514475" y="571500"/>
                </a:lnTo>
                <a:lnTo>
                  <a:pt x="1485900" y="571500"/>
                </a:lnTo>
                <a:lnTo>
                  <a:pt x="1476375" y="561975"/>
                </a:lnTo>
                <a:lnTo>
                  <a:pt x="1457325" y="561975"/>
                </a:lnTo>
                <a:lnTo>
                  <a:pt x="1447800" y="552450"/>
                </a:lnTo>
                <a:lnTo>
                  <a:pt x="1400175" y="552450"/>
                </a:lnTo>
                <a:lnTo>
                  <a:pt x="1390650" y="561975"/>
                </a:lnTo>
                <a:lnTo>
                  <a:pt x="1381125" y="561975"/>
                </a:lnTo>
                <a:lnTo>
                  <a:pt x="1343025" y="600075"/>
                </a:lnTo>
                <a:lnTo>
                  <a:pt x="1333500" y="600075"/>
                </a:lnTo>
                <a:lnTo>
                  <a:pt x="1323975" y="609600"/>
                </a:lnTo>
                <a:lnTo>
                  <a:pt x="1314450" y="609600"/>
                </a:lnTo>
                <a:lnTo>
                  <a:pt x="1304925" y="619125"/>
                </a:lnTo>
                <a:lnTo>
                  <a:pt x="1266825" y="619125"/>
                </a:lnTo>
                <a:lnTo>
                  <a:pt x="1257300" y="609600"/>
                </a:lnTo>
                <a:lnTo>
                  <a:pt x="1247775" y="609600"/>
                </a:lnTo>
                <a:lnTo>
                  <a:pt x="1238250" y="600075"/>
                </a:lnTo>
                <a:lnTo>
                  <a:pt x="1228725" y="600075"/>
                </a:lnTo>
                <a:lnTo>
                  <a:pt x="1219200" y="590550"/>
                </a:lnTo>
                <a:lnTo>
                  <a:pt x="1209675" y="590550"/>
                </a:lnTo>
                <a:lnTo>
                  <a:pt x="1190625" y="571500"/>
                </a:lnTo>
                <a:lnTo>
                  <a:pt x="1181100" y="571500"/>
                </a:lnTo>
                <a:lnTo>
                  <a:pt x="1171575" y="561975"/>
                </a:lnTo>
                <a:lnTo>
                  <a:pt x="1152525" y="561975"/>
                </a:lnTo>
                <a:lnTo>
                  <a:pt x="1143000" y="552450"/>
                </a:lnTo>
                <a:lnTo>
                  <a:pt x="1114425" y="552450"/>
                </a:lnTo>
                <a:lnTo>
                  <a:pt x="1104900" y="542925"/>
                </a:lnTo>
                <a:lnTo>
                  <a:pt x="971550" y="542925"/>
                </a:lnTo>
                <a:lnTo>
                  <a:pt x="962025" y="533400"/>
                </a:lnTo>
                <a:lnTo>
                  <a:pt x="857250" y="533400"/>
                </a:lnTo>
                <a:lnTo>
                  <a:pt x="847725" y="542925"/>
                </a:lnTo>
                <a:lnTo>
                  <a:pt x="838200" y="542925"/>
                </a:lnTo>
                <a:lnTo>
                  <a:pt x="828675" y="552450"/>
                </a:lnTo>
                <a:lnTo>
                  <a:pt x="819150" y="552450"/>
                </a:lnTo>
                <a:lnTo>
                  <a:pt x="733425" y="638175"/>
                </a:lnTo>
                <a:lnTo>
                  <a:pt x="723900" y="638175"/>
                </a:lnTo>
                <a:lnTo>
                  <a:pt x="704850" y="657225"/>
                </a:lnTo>
                <a:lnTo>
                  <a:pt x="695325" y="657225"/>
                </a:lnTo>
                <a:lnTo>
                  <a:pt x="676275" y="676275"/>
                </a:lnTo>
                <a:lnTo>
                  <a:pt x="666750" y="676275"/>
                </a:lnTo>
                <a:lnTo>
                  <a:pt x="657225" y="685800"/>
                </a:lnTo>
                <a:lnTo>
                  <a:pt x="657225" y="695325"/>
                </a:lnTo>
                <a:lnTo>
                  <a:pt x="647700" y="704850"/>
                </a:lnTo>
                <a:lnTo>
                  <a:pt x="647700" y="714375"/>
                </a:lnTo>
                <a:lnTo>
                  <a:pt x="638175" y="723900"/>
                </a:lnTo>
                <a:lnTo>
                  <a:pt x="638175" y="771525"/>
                </a:lnTo>
                <a:lnTo>
                  <a:pt x="647700" y="781050"/>
                </a:lnTo>
                <a:lnTo>
                  <a:pt x="647700" y="790575"/>
                </a:lnTo>
                <a:lnTo>
                  <a:pt x="657225" y="800100"/>
                </a:lnTo>
                <a:lnTo>
                  <a:pt x="657225" y="809625"/>
                </a:lnTo>
                <a:lnTo>
                  <a:pt x="695325" y="847725"/>
                </a:lnTo>
                <a:lnTo>
                  <a:pt x="695325" y="857250"/>
                </a:lnTo>
                <a:lnTo>
                  <a:pt x="704850" y="866775"/>
                </a:lnTo>
                <a:lnTo>
                  <a:pt x="704850" y="876300"/>
                </a:lnTo>
                <a:lnTo>
                  <a:pt x="714375" y="885825"/>
                </a:lnTo>
                <a:lnTo>
                  <a:pt x="714375" y="981075"/>
                </a:lnTo>
                <a:lnTo>
                  <a:pt x="723900" y="990600"/>
                </a:lnTo>
                <a:lnTo>
                  <a:pt x="723900" y="1019175"/>
                </a:lnTo>
                <a:lnTo>
                  <a:pt x="733425" y="1028700"/>
                </a:lnTo>
                <a:lnTo>
                  <a:pt x="733425" y="1038225"/>
                </a:lnTo>
                <a:lnTo>
                  <a:pt x="742950" y="1047750"/>
                </a:lnTo>
                <a:lnTo>
                  <a:pt x="742950" y="1066800"/>
                </a:lnTo>
                <a:lnTo>
                  <a:pt x="752475" y="1076325"/>
                </a:lnTo>
                <a:lnTo>
                  <a:pt x="752475" y="1104900"/>
                </a:lnTo>
                <a:lnTo>
                  <a:pt x="762000" y="1114425"/>
                </a:lnTo>
                <a:lnTo>
                  <a:pt x="762000" y="1162050"/>
                </a:lnTo>
                <a:lnTo>
                  <a:pt x="771525" y="1171575"/>
                </a:lnTo>
                <a:lnTo>
                  <a:pt x="771525" y="1209675"/>
                </a:lnTo>
                <a:lnTo>
                  <a:pt x="781050" y="1219200"/>
                </a:lnTo>
                <a:lnTo>
                  <a:pt x="781050" y="1238250"/>
                </a:lnTo>
                <a:lnTo>
                  <a:pt x="790575" y="1247775"/>
                </a:lnTo>
                <a:lnTo>
                  <a:pt x="790575" y="1257300"/>
                </a:lnTo>
                <a:lnTo>
                  <a:pt x="800100" y="1266825"/>
                </a:lnTo>
                <a:lnTo>
                  <a:pt x="800100" y="1276350"/>
                </a:lnTo>
                <a:lnTo>
                  <a:pt x="809625" y="1285875"/>
                </a:lnTo>
                <a:lnTo>
                  <a:pt x="809625" y="1295400"/>
                </a:lnTo>
                <a:lnTo>
                  <a:pt x="828675" y="1314450"/>
                </a:lnTo>
                <a:lnTo>
                  <a:pt x="828675" y="1323975"/>
                </a:lnTo>
                <a:lnTo>
                  <a:pt x="857250" y="1352550"/>
                </a:lnTo>
                <a:lnTo>
                  <a:pt x="857250" y="1362075"/>
                </a:lnTo>
                <a:lnTo>
                  <a:pt x="876300" y="1381125"/>
                </a:lnTo>
                <a:lnTo>
                  <a:pt x="876300" y="1390650"/>
                </a:lnTo>
                <a:lnTo>
                  <a:pt x="885825" y="1400175"/>
                </a:lnTo>
                <a:lnTo>
                  <a:pt x="885825" y="1409700"/>
                </a:lnTo>
                <a:lnTo>
                  <a:pt x="895350" y="1419225"/>
                </a:lnTo>
                <a:lnTo>
                  <a:pt x="895350" y="1428750"/>
                </a:lnTo>
                <a:lnTo>
                  <a:pt x="904875" y="1438275"/>
                </a:lnTo>
                <a:lnTo>
                  <a:pt x="904875" y="1447800"/>
                </a:lnTo>
                <a:lnTo>
                  <a:pt x="914400" y="1457325"/>
                </a:lnTo>
                <a:lnTo>
                  <a:pt x="914400" y="1476375"/>
                </a:lnTo>
                <a:lnTo>
                  <a:pt x="923925" y="1485900"/>
                </a:lnTo>
                <a:lnTo>
                  <a:pt x="923925" y="1504950"/>
                </a:lnTo>
                <a:lnTo>
                  <a:pt x="933450" y="1514475"/>
                </a:lnTo>
                <a:lnTo>
                  <a:pt x="933450" y="1695450"/>
                </a:lnTo>
                <a:lnTo>
                  <a:pt x="942975" y="1704975"/>
                </a:lnTo>
                <a:lnTo>
                  <a:pt x="942975" y="1743075"/>
                </a:lnTo>
                <a:lnTo>
                  <a:pt x="952500" y="1752600"/>
                </a:lnTo>
                <a:lnTo>
                  <a:pt x="952500" y="1790700"/>
                </a:lnTo>
                <a:lnTo>
                  <a:pt x="962025" y="1800225"/>
                </a:lnTo>
                <a:lnTo>
                  <a:pt x="962025" y="1819275"/>
                </a:lnTo>
                <a:lnTo>
                  <a:pt x="971550" y="1828800"/>
                </a:lnTo>
                <a:lnTo>
                  <a:pt x="971550" y="1838325"/>
                </a:lnTo>
                <a:lnTo>
                  <a:pt x="981075" y="1847850"/>
                </a:lnTo>
                <a:lnTo>
                  <a:pt x="981075" y="1857375"/>
                </a:lnTo>
                <a:lnTo>
                  <a:pt x="1019175" y="1895475"/>
                </a:lnTo>
                <a:lnTo>
                  <a:pt x="1057275" y="1895475"/>
                </a:lnTo>
                <a:lnTo>
                  <a:pt x="1066800" y="1885950"/>
                </a:lnTo>
                <a:lnTo>
                  <a:pt x="1076325" y="1885950"/>
                </a:lnTo>
                <a:lnTo>
                  <a:pt x="1085850" y="1876425"/>
                </a:lnTo>
                <a:lnTo>
                  <a:pt x="1095375" y="1876425"/>
                </a:lnTo>
                <a:lnTo>
                  <a:pt x="1114425" y="1857375"/>
                </a:lnTo>
                <a:lnTo>
                  <a:pt x="1152525" y="1857375"/>
                </a:lnTo>
                <a:lnTo>
                  <a:pt x="1190625" y="1895475"/>
                </a:lnTo>
                <a:lnTo>
                  <a:pt x="1190625" y="1933575"/>
                </a:lnTo>
                <a:lnTo>
                  <a:pt x="1162050" y="1962150"/>
                </a:lnTo>
                <a:lnTo>
                  <a:pt x="1152525" y="1962150"/>
                </a:lnTo>
                <a:lnTo>
                  <a:pt x="1143000" y="1971675"/>
                </a:lnTo>
                <a:lnTo>
                  <a:pt x="1133475" y="1971675"/>
                </a:lnTo>
                <a:lnTo>
                  <a:pt x="1123950" y="1981200"/>
                </a:lnTo>
                <a:lnTo>
                  <a:pt x="1104900" y="1981200"/>
                </a:lnTo>
                <a:lnTo>
                  <a:pt x="1095375" y="1990725"/>
                </a:lnTo>
                <a:lnTo>
                  <a:pt x="1085850" y="1990725"/>
                </a:lnTo>
                <a:lnTo>
                  <a:pt x="1066800" y="2009775"/>
                </a:lnTo>
                <a:lnTo>
                  <a:pt x="1066800" y="2019300"/>
                </a:lnTo>
                <a:lnTo>
                  <a:pt x="1057275" y="2028825"/>
                </a:lnTo>
                <a:lnTo>
                  <a:pt x="1057275" y="2066925"/>
                </a:lnTo>
                <a:lnTo>
                  <a:pt x="1066800" y="2076450"/>
                </a:lnTo>
                <a:lnTo>
                  <a:pt x="1066800" y="2085975"/>
                </a:lnTo>
                <a:lnTo>
                  <a:pt x="1076325" y="2095500"/>
                </a:lnTo>
                <a:lnTo>
                  <a:pt x="1076325" y="2105025"/>
                </a:lnTo>
                <a:lnTo>
                  <a:pt x="1095375" y="2124075"/>
                </a:lnTo>
                <a:lnTo>
                  <a:pt x="1104900" y="2124075"/>
                </a:lnTo>
                <a:lnTo>
                  <a:pt x="1114425" y="2133600"/>
                </a:lnTo>
                <a:lnTo>
                  <a:pt x="1123950" y="2133600"/>
                </a:lnTo>
                <a:lnTo>
                  <a:pt x="1133475" y="2143125"/>
                </a:lnTo>
                <a:lnTo>
                  <a:pt x="1143000" y="2133600"/>
                </a:lnTo>
                <a:lnTo>
                  <a:pt x="1162050" y="2133600"/>
                </a:lnTo>
                <a:lnTo>
                  <a:pt x="1238250" y="2057400"/>
                </a:lnTo>
                <a:lnTo>
                  <a:pt x="1238250" y="2047875"/>
                </a:lnTo>
                <a:lnTo>
                  <a:pt x="1257300" y="2028825"/>
                </a:lnTo>
                <a:lnTo>
                  <a:pt x="1257300" y="2019300"/>
                </a:lnTo>
                <a:lnTo>
                  <a:pt x="1285875" y="1990725"/>
                </a:lnTo>
                <a:lnTo>
                  <a:pt x="1285875" y="1981200"/>
                </a:lnTo>
                <a:lnTo>
                  <a:pt x="1304925" y="1962150"/>
                </a:lnTo>
                <a:lnTo>
                  <a:pt x="1304925" y="1952625"/>
                </a:lnTo>
                <a:lnTo>
                  <a:pt x="1314450" y="1943100"/>
                </a:lnTo>
                <a:lnTo>
                  <a:pt x="1314450" y="1924050"/>
                </a:lnTo>
                <a:lnTo>
                  <a:pt x="1323975" y="1914525"/>
                </a:lnTo>
                <a:lnTo>
                  <a:pt x="1323975" y="1895475"/>
                </a:lnTo>
                <a:lnTo>
                  <a:pt x="1333500" y="1885950"/>
                </a:lnTo>
                <a:lnTo>
                  <a:pt x="1333500" y="1866900"/>
                </a:lnTo>
                <a:lnTo>
                  <a:pt x="1343025" y="1857375"/>
                </a:lnTo>
                <a:lnTo>
                  <a:pt x="1343025" y="1847850"/>
                </a:lnTo>
                <a:lnTo>
                  <a:pt x="1352550" y="1838325"/>
                </a:lnTo>
                <a:lnTo>
                  <a:pt x="1352550" y="1828800"/>
                </a:lnTo>
                <a:lnTo>
                  <a:pt x="1362075" y="1819275"/>
                </a:lnTo>
                <a:lnTo>
                  <a:pt x="1362075" y="1809750"/>
                </a:lnTo>
                <a:lnTo>
                  <a:pt x="1371600" y="1800225"/>
                </a:lnTo>
                <a:lnTo>
                  <a:pt x="1371600" y="1752600"/>
                </a:lnTo>
                <a:lnTo>
                  <a:pt x="1362075" y="1743075"/>
                </a:lnTo>
                <a:lnTo>
                  <a:pt x="1362075" y="1704975"/>
                </a:lnTo>
                <a:lnTo>
                  <a:pt x="1352550" y="1695450"/>
                </a:lnTo>
                <a:lnTo>
                  <a:pt x="1352550" y="1666875"/>
                </a:lnTo>
                <a:lnTo>
                  <a:pt x="1343025" y="1657350"/>
                </a:lnTo>
                <a:lnTo>
                  <a:pt x="1343025" y="1647825"/>
                </a:lnTo>
                <a:lnTo>
                  <a:pt x="1323975" y="1628775"/>
                </a:lnTo>
                <a:lnTo>
                  <a:pt x="1314450" y="1628775"/>
                </a:lnTo>
                <a:lnTo>
                  <a:pt x="1304925" y="1619250"/>
                </a:lnTo>
                <a:lnTo>
                  <a:pt x="1295400" y="1619250"/>
                </a:lnTo>
                <a:lnTo>
                  <a:pt x="1285875" y="1609725"/>
                </a:lnTo>
                <a:lnTo>
                  <a:pt x="1171575" y="1609725"/>
                </a:lnTo>
                <a:lnTo>
                  <a:pt x="1162050" y="1600200"/>
                </a:lnTo>
                <a:lnTo>
                  <a:pt x="1133475" y="1600200"/>
                </a:lnTo>
                <a:lnTo>
                  <a:pt x="1123950" y="1590675"/>
                </a:lnTo>
                <a:lnTo>
                  <a:pt x="1114425" y="1590675"/>
                </a:lnTo>
                <a:lnTo>
                  <a:pt x="1076325" y="1552575"/>
                </a:lnTo>
                <a:lnTo>
                  <a:pt x="1076325" y="1543050"/>
                </a:lnTo>
                <a:lnTo>
                  <a:pt x="1066800" y="1533525"/>
                </a:lnTo>
                <a:lnTo>
                  <a:pt x="1066800" y="1495425"/>
                </a:lnTo>
                <a:lnTo>
                  <a:pt x="1076325" y="1485900"/>
                </a:lnTo>
                <a:lnTo>
                  <a:pt x="1076325" y="1476375"/>
                </a:lnTo>
                <a:lnTo>
                  <a:pt x="1085850" y="1466850"/>
                </a:lnTo>
                <a:lnTo>
                  <a:pt x="1085850" y="1457325"/>
                </a:lnTo>
                <a:lnTo>
                  <a:pt x="1095375" y="1447800"/>
                </a:lnTo>
                <a:lnTo>
                  <a:pt x="1095375" y="1428750"/>
                </a:lnTo>
                <a:lnTo>
                  <a:pt x="1104900" y="1419225"/>
                </a:lnTo>
                <a:lnTo>
                  <a:pt x="1104900" y="1409700"/>
                </a:lnTo>
                <a:lnTo>
                  <a:pt x="1114425" y="1400175"/>
                </a:lnTo>
                <a:lnTo>
                  <a:pt x="1114425" y="1295400"/>
                </a:lnTo>
                <a:lnTo>
                  <a:pt x="1104900" y="1285875"/>
                </a:lnTo>
                <a:lnTo>
                  <a:pt x="1104900" y="1257300"/>
                </a:lnTo>
                <a:lnTo>
                  <a:pt x="1095375" y="1247775"/>
                </a:lnTo>
                <a:lnTo>
                  <a:pt x="1095375" y="1228725"/>
                </a:lnTo>
                <a:lnTo>
                  <a:pt x="1085850" y="1219200"/>
                </a:lnTo>
                <a:lnTo>
                  <a:pt x="1085850" y="1209675"/>
                </a:lnTo>
                <a:lnTo>
                  <a:pt x="1076325" y="1200150"/>
                </a:lnTo>
                <a:lnTo>
                  <a:pt x="1076325" y="1190625"/>
                </a:lnTo>
                <a:lnTo>
                  <a:pt x="1066800" y="1181100"/>
                </a:lnTo>
                <a:lnTo>
                  <a:pt x="1066800" y="1171575"/>
                </a:lnTo>
                <a:lnTo>
                  <a:pt x="1047750" y="1152525"/>
                </a:lnTo>
                <a:lnTo>
                  <a:pt x="1047750" y="1143000"/>
                </a:lnTo>
                <a:lnTo>
                  <a:pt x="1038225" y="1133475"/>
                </a:lnTo>
                <a:lnTo>
                  <a:pt x="1038225" y="1123950"/>
                </a:lnTo>
                <a:lnTo>
                  <a:pt x="1028700" y="1114425"/>
                </a:lnTo>
                <a:lnTo>
                  <a:pt x="1028700" y="1095375"/>
                </a:lnTo>
                <a:lnTo>
                  <a:pt x="1019175" y="1085850"/>
                </a:lnTo>
                <a:lnTo>
                  <a:pt x="1019175" y="1028700"/>
                </a:lnTo>
                <a:lnTo>
                  <a:pt x="1009650" y="1019175"/>
                </a:lnTo>
                <a:lnTo>
                  <a:pt x="1009650" y="990600"/>
                </a:lnTo>
                <a:lnTo>
                  <a:pt x="1019175" y="981075"/>
                </a:lnTo>
                <a:lnTo>
                  <a:pt x="1019175" y="952500"/>
                </a:lnTo>
                <a:lnTo>
                  <a:pt x="1028700" y="942975"/>
                </a:lnTo>
                <a:lnTo>
                  <a:pt x="1028700" y="923925"/>
                </a:lnTo>
                <a:lnTo>
                  <a:pt x="1038225" y="914400"/>
                </a:lnTo>
                <a:lnTo>
                  <a:pt x="1038225" y="904875"/>
                </a:lnTo>
                <a:lnTo>
                  <a:pt x="1085850" y="857250"/>
                </a:lnTo>
                <a:lnTo>
                  <a:pt x="1095375" y="857250"/>
                </a:lnTo>
                <a:lnTo>
                  <a:pt x="1104900" y="847725"/>
                </a:lnTo>
                <a:lnTo>
                  <a:pt x="1123950" y="847725"/>
                </a:lnTo>
                <a:lnTo>
                  <a:pt x="1133475" y="838200"/>
                </a:lnTo>
                <a:lnTo>
                  <a:pt x="1162050" y="838200"/>
                </a:lnTo>
                <a:lnTo>
                  <a:pt x="1171575" y="828675"/>
                </a:lnTo>
                <a:lnTo>
                  <a:pt x="1209675" y="828675"/>
                </a:lnTo>
                <a:lnTo>
                  <a:pt x="1219200" y="819150"/>
                </a:lnTo>
                <a:lnTo>
                  <a:pt x="1352550" y="819150"/>
                </a:lnTo>
                <a:lnTo>
                  <a:pt x="1371600" y="838200"/>
                </a:lnTo>
                <a:lnTo>
                  <a:pt x="1371600" y="857250"/>
                </a:lnTo>
                <a:lnTo>
                  <a:pt x="1362075" y="866775"/>
                </a:lnTo>
                <a:lnTo>
                  <a:pt x="1362075" y="876300"/>
                </a:lnTo>
                <a:lnTo>
                  <a:pt x="1343025" y="895350"/>
                </a:lnTo>
                <a:lnTo>
                  <a:pt x="1343025" y="904875"/>
                </a:lnTo>
                <a:lnTo>
                  <a:pt x="1333500" y="914400"/>
                </a:lnTo>
                <a:lnTo>
                  <a:pt x="1333500" y="923925"/>
                </a:lnTo>
                <a:lnTo>
                  <a:pt x="1323975" y="933450"/>
                </a:lnTo>
                <a:lnTo>
                  <a:pt x="1323975" y="942975"/>
                </a:lnTo>
                <a:lnTo>
                  <a:pt x="1314450" y="952500"/>
                </a:lnTo>
                <a:lnTo>
                  <a:pt x="1314450" y="971550"/>
                </a:lnTo>
                <a:lnTo>
                  <a:pt x="1304925" y="981075"/>
                </a:lnTo>
                <a:lnTo>
                  <a:pt x="1304925" y="1009650"/>
                </a:lnTo>
                <a:lnTo>
                  <a:pt x="1295400" y="1019175"/>
                </a:lnTo>
                <a:lnTo>
                  <a:pt x="1295400" y="1038225"/>
                </a:lnTo>
                <a:lnTo>
                  <a:pt x="1285875" y="1047750"/>
                </a:lnTo>
                <a:lnTo>
                  <a:pt x="1285875" y="1057275"/>
                </a:lnTo>
                <a:lnTo>
                  <a:pt x="1266825" y="1076325"/>
                </a:lnTo>
                <a:lnTo>
                  <a:pt x="1266825" y="1085850"/>
                </a:lnTo>
                <a:lnTo>
                  <a:pt x="1228725" y="1123950"/>
                </a:lnTo>
                <a:lnTo>
                  <a:pt x="1228725" y="1133475"/>
                </a:lnTo>
                <a:lnTo>
                  <a:pt x="1219200" y="1143000"/>
                </a:lnTo>
                <a:lnTo>
                  <a:pt x="1219200" y="1152525"/>
                </a:lnTo>
                <a:lnTo>
                  <a:pt x="1209675" y="1162050"/>
                </a:lnTo>
                <a:lnTo>
                  <a:pt x="1209675" y="1171575"/>
                </a:lnTo>
                <a:lnTo>
                  <a:pt x="1200150" y="1181100"/>
                </a:lnTo>
                <a:lnTo>
                  <a:pt x="1200150" y="1219200"/>
                </a:lnTo>
                <a:lnTo>
                  <a:pt x="1190625" y="1228725"/>
                </a:lnTo>
                <a:lnTo>
                  <a:pt x="1190625" y="1247775"/>
                </a:lnTo>
                <a:lnTo>
                  <a:pt x="1200150" y="1257300"/>
                </a:lnTo>
                <a:lnTo>
                  <a:pt x="1200150" y="1276350"/>
                </a:lnTo>
                <a:lnTo>
                  <a:pt x="1209675" y="1285875"/>
                </a:lnTo>
                <a:lnTo>
                  <a:pt x="1219200" y="1285875"/>
                </a:lnTo>
                <a:lnTo>
                  <a:pt x="1228725" y="1295400"/>
                </a:lnTo>
                <a:lnTo>
                  <a:pt x="1266825" y="1295400"/>
                </a:lnTo>
                <a:lnTo>
                  <a:pt x="1276350" y="1285875"/>
                </a:lnTo>
                <a:lnTo>
                  <a:pt x="1285875" y="1285875"/>
                </a:lnTo>
                <a:lnTo>
                  <a:pt x="1314450" y="1257300"/>
                </a:lnTo>
                <a:lnTo>
                  <a:pt x="1314450" y="1247775"/>
                </a:lnTo>
                <a:lnTo>
                  <a:pt x="1352550" y="1209675"/>
                </a:lnTo>
                <a:lnTo>
                  <a:pt x="1390650" y="1209675"/>
                </a:lnTo>
                <a:lnTo>
                  <a:pt x="1428750" y="1247775"/>
                </a:lnTo>
                <a:lnTo>
                  <a:pt x="1428750" y="1257300"/>
                </a:lnTo>
                <a:lnTo>
                  <a:pt x="1438275" y="1266825"/>
                </a:lnTo>
                <a:lnTo>
                  <a:pt x="1438275" y="1276350"/>
                </a:lnTo>
                <a:lnTo>
                  <a:pt x="1447800" y="1285875"/>
                </a:lnTo>
                <a:lnTo>
                  <a:pt x="1447800" y="1295400"/>
                </a:lnTo>
                <a:lnTo>
                  <a:pt x="1457325" y="1304925"/>
                </a:lnTo>
                <a:lnTo>
                  <a:pt x="1457325" y="1314450"/>
                </a:lnTo>
                <a:lnTo>
                  <a:pt x="1466850" y="1323975"/>
                </a:lnTo>
                <a:lnTo>
                  <a:pt x="1466850" y="1333500"/>
                </a:lnTo>
                <a:lnTo>
                  <a:pt x="1485900" y="1352550"/>
                </a:lnTo>
                <a:lnTo>
                  <a:pt x="1485900" y="1362075"/>
                </a:lnTo>
                <a:lnTo>
                  <a:pt x="1495425" y="1371600"/>
                </a:lnTo>
                <a:lnTo>
                  <a:pt x="1504950" y="1371600"/>
                </a:lnTo>
                <a:lnTo>
                  <a:pt x="1524000" y="1390650"/>
                </a:lnTo>
                <a:lnTo>
                  <a:pt x="1562100" y="1390650"/>
                </a:lnTo>
                <a:lnTo>
                  <a:pt x="1571625" y="1381125"/>
                </a:lnTo>
                <a:lnTo>
                  <a:pt x="1581150" y="1381125"/>
                </a:lnTo>
                <a:lnTo>
                  <a:pt x="1590675" y="1371600"/>
                </a:lnTo>
                <a:lnTo>
                  <a:pt x="1600200" y="1371600"/>
                </a:lnTo>
                <a:lnTo>
                  <a:pt x="1619250" y="1352550"/>
                </a:lnTo>
                <a:lnTo>
                  <a:pt x="1628775" y="1352550"/>
                </a:lnTo>
                <a:lnTo>
                  <a:pt x="1638300" y="1343025"/>
                </a:lnTo>
                <a:lnTo>
                  <a:pt x="1685925" y="1343025"/>
                </a:lnTo>
                <a:lnTo>
                  <a:pt x="1695450" y="1352550"/>
                </a:lnTo>
                <a:lnTo>
                  <a:pt x="1704975" y="1352550"/>
                </a:lnTo>
                <a:lnTo>
                  <a:pt x="1714500" y="1362075"/>
                </a:lnTo>
                <a:lnTo>
                  <a:pt x="1724025" y="1362075"/>
                </a:lnTo>
                <a:lnTo>
                  <a:pt x="1733550" y="1371600"/>
                </a:lnTo>
                <a:lnTo>
                  <a:pt x="1743075" y="1371600"/>
                </a:lnTo>
                <a:lnTo>
                  <a:pt x="1752600" y="1381125"/>
                </a:lnTo>
                <a:lnTo>
                  <a:pt x="1828800" y="1381125"/>
                </a:lnTo>
                <a:lnTo>
                  <a:pt x="1838325" y="1371600"/>
                </a:lnTo>
                <a:lnTo>
                  <a:pt x="1847850" y="1371600"/>
                </a:lnTo>
                <a:lnTo>
                  <a:pt x="1857375" y="1362075"/>
                </a:lnTo>
                <a:lnTo>
                  <a:pt x="1866900" y="1362075"/>
                </a:lnTo>
                <a:lnTo>
                  <a:pt x="1876425" y="1352550"/>
                </a:lnTo>
                <a:lnTo>
                  <a:pt x="1876425" y="1343025"/>
                </a:lnTo>
                <a:lnTo>
                  <a:pt x="1885950" y="1333500"/>
                </a:lnTo>
                <a:lnTo>
                  <a:pt x="1885950" y="1323975"/>
                </a:lnTo>
                <a:lnTo>
                  <a:pt x="1895475" y="1314450"/>
                </a:lnTo>
                <a:lnTo>
                  <a:pt x="1895475" y="1295400"/>
                </a:lnTo>
                <a:lnTo>
                  <a:pt x="1905000" y="1285875"/>
                </a:lnTo>
                <a:lnTo>
                  <a:pt x="1905000" y="1247775"/>
                </a:lnTo>
                <a:lnTo>
                  <a:pt x="1914525" y="1238250"/>
                </a:lnTo>
                <a:lnTo>
                  <a:pt x="1914525" y="1200150"/>
                </a:lnTo>
                <a:lnTo>
                  <a:pt x="1924050" y="1190625"/>
                </a:lnTo>
                <a:lnTo>
                  <a:pt x="1924050" y="1171575"/>
                </a:lnTo>
                <a:lnTo>
                  <a:pt x="1933575" y="1162050"/>
                </a:lnTo>
                <a:lnTo>
                  <a:pt x="1933575" y="1152525"/>
                </a:lnTo>
                <a:lnTo>
                  <a:pt x="1971675" y="1114425"/>
                </a:lnTo>
                <a:lnTo>
                  <a:pt x="1990725" y="1114425"/>
                </a:lnTo>
                <a:lnTo>
                  <a:pt x="2000250" y="1104900"/>
                </a:lnTo>
                <a:lnTo>
                  <a:pt x="2009775" y="1104900"/>
                </a:lnTo>
                <a:lnTo>
                  <a:pt x="2028825" y="1085850"/>
                </a:lnTo>
                <a:lnTo>
                  <a:pt x="2028825" y="1076325"/>
                </a:lnTo>
                <a:lnTo>
                  <a:pt x="2038350" y="1066800"/>
                </a:lnTo>
                <a:lnTo>
                  <a:pt x="2038350" y="1047750"/>
                </a:lnTo>
                <a:lnTo>
                  <a:pt x="2047875" y="1038225"/>
                </a:lnTo>
                <a:lnTo>
                  <a:pt x="2047875" y="1019175"/>
                </a:lnTo>
                <a:lnTo>
                  <a:pt x="2057400" y="1009650"/>
                </a:lnTo>
                <a:lnTo>
                  <a:pt x="2057400" y="1000125"/>
                </a:lnTo>
                <a:lnTo>
                  <a:pt x="2095500" y="962025"/>
                </a:lnTo>
                <a:lnTo>
                  <a:pt x="2105025" y="962025"/>
                </a:lnTo>
                <a:lnTo>
                  <a:pt x="2114550" y="952500"/>
                </a:lnTo>
                <a:lnTo>
                  <a:pt x="2133600" y="952500"/>
                </a:lnTo>
                <a:lnTo>
                  <a:pt x="2143125" y="942975"/>
                </a:lnTo>
                <a:lnTo>
                  <a:pt x="2219325" y="942975"/>
                </a:lnTo>
                <a:lnTo>
                  <a:pt x="2228850" y="952500"/>
                </a:lnTo>
                <a:lnTo>
                  <a:pt x="2247900" y="952500"/>
                </a:lnTo>
                <a:lnTo>
                  <a:pt x="2257425" y="962025"/>
                </a:lnTo>
                <a:lnTo>
                  <a:pt x="2286000" y="962025"/>
                </a:lnTo>
                <a:lnTo>
                  <a:pt x="2295525" y="971550"/>
                </a:lnTo>
                <a:lnTo>
                  <a:pt x="2324100" y="971550"/>
                </a:lnTo>
                <a:lnTo>
                  <a:pt x="2333625" y="981075"/>
                </a:lnTo>
                <a:lnTo>
                  <a:pt x="2352675" y="981075"/>
                </a:lnTo>
                <a:lnTo>
                  <a:pt x="2362200" y="990600"/>
                </a:lnTo>
                <a:lnTo>
                  <a:pt x="2371725" y="990600"/>
                </a:lnTo>
                <a:lnTo>
                  <a:pt x="2419350" y="1038225"/>
                </a:lnTo>
                <a:lnTo>
                  <a:pt x="2419350" y="1066800"/>
                </a:lnTo>
                <a:lnTo>
                  <a:pt x="2409825" y="1076325"/>
                </a:lnTo>
                <a:lnTo>
                  <a:pt x="2409825" y="1104900"/>
                </a:lnTo>
                <a:lnTo>
                  <a:pt x="2400300" y="1114425"/>
                </a:lnTo>
                <a:lnTo>
                  <a:pt x="2400300" y="1123950"/>
                </a:lnTo>
                <a:lnTo>
                  <a:pt x="2390775" y="1133475"/>
                </a:lnTo>
                <a:lnTo>
                  <a:pt x="2390775" y="1143000"/>
                </a:lnTo>
                <a:lnTo>
                  <a:pt x="2381250" y="1152525"/>
                </a:lnTo>
                <a:lnTo>
                  <a:pt x="2381250" y="1162050"/>
                </a:lnTo>
                <a:lnTo>
                  <a:pt x="2371725" y="1171575"/>
                </a:lnTo>
                <a:lnTo>
                  <a:pt x="2371725" y="1181100"/>
                </a:lnTo>
                <a:lnTo>
                  <a:pt x="2324100" y="1228725"/>
                </a:lnTo>
                <a:lnTo>
                  <a:pt x="2266950" y="1228725"/>
                </a:lnTo>
                <a:lnTo>
                  <a:pt x="2257425" y="1219200"/>
                </a:lnTo>
                <a:lnTo>
                  <a:pt x="2219325" y="1219200"/>
                </a:lnTo>
                <a:lnTo>
                  <a:pt x="2209800" y="1209675"/>
                </a:lnTo>
                <a:lnTo>
                  <a:pt x="2200275" y="1209675"/>
                </a:lnTo>
                <a:lnTo>
                  <a:pt x="2190750" y="1219200"/>
                </a:lnTo>
                <a:lnTo>
                  <a:pt x="2162175" y="1219200"/>
                </a:lnTo>
                <a:lnTo>
                  <a:pt x="2133600" y="1247775"/>
                </a:lnTo>
                <a:lnTo>
                  <a:pt x="2133600" y="1314450"/>
                </a:lnTo>
                <a:lnTo>
                  <a:pt x="2143125" y="1323975"/>
                </a:lnTo>
                <a:lnTo>
                  <a:pt x="2143125" y="1343025"/>
                </a:lnTo>
                <a:lnTo>
                  <a:pt x="2152650" y="1352550"/>
                </a:lnTo>
                <a:lnTo>
                  <a:pt x="2152650" y="1362075"/>
                </a:lnTo>
                <a:lnTo>
                  <a:pt x="2162175" y="1371600"/>
                </a:lnTo>
                <a:lnTo>
                  <a:pt x="2162175" y="1381125"/>
                </a:lnTo>
                <a:lnTo>
                  <a:pt x="2171700" y="1390650"/>
                </a:lnTo>
                <a:lnTo>
                  <a:pt x="2171700" y="1447800"/>
                </a:lnTo>
                <a:lnTo>
                  <a:pt x="2162175" y="1457325"/>
                </a:lnTo>
                <a:lnTo>
                  <a:pt x="2162175" y="1571625"/>
                </a:lnTo>
                <a:lnTo>
                  <a:pt x="2171700" y="1581150"/>
                </a:lnTo>
                <a:lnTo>
                  <a:pt x="2171700" y="1590675"/>
                </a:lnTo>
                <a:lnTo>
                  <a:pt x="2181225" y="1600200"/>
                </a:lnTo>
                <a:lnTo>
                  <a:pt x="2181225" y="1619250"/>
                </a:lnTo>
                <a:lnTo>
                  <a:pt x="2190750" y="1628775"/>
                </a:lnTo>
                <a:lnTo>
                  <a:pt x="2190750" y="1657350"/>
                </a:lnTo>
                <a:lnTo>
                  <a:pt x="2181225" y="1666875"/>
                </a:lnTo>
                <a:lnTo>
                  <a:pt x="2181225" y="1676400"/>
                </a:lnTo>
                <a:lnTo>
                  <a:pt x="2152650" y="1704975"/>
                </a:lnTo>
                <a:lnTo>
                  <a:pt x="2152650" y="1714500"/>
                </a:lnTo>
                <a:lnTo>
                  <a:pt x="2133600" y="1733550"/>
                </a:lnTo>
                <a:lnTo>
                  <a:pt x="2133600" y="1743075"/>
                </a:lnTo>
                <a:lnTo>
                  <a:pt x="2124075" y="1752600"/>
                </a:lnTo>
                <a:lnTo>
                  <a:pt x="2124075" y="1819275"/>
                </a:lnTo>
                <a:lnTo>
                  <a:pt x="2133600" y="1828800"/>
                </a:lnTo>
                <a:lnTo>
                  <a:pt x="2133600" y="1838325"/>
                </a:lnTo>
                <a:lnTo>
                  <a:pt x="2143125" y="1847850"/>
                </a:lnTo>
                <a:lnTo>
                  <a:pt x="2143125" y="1857375"/>
                </a:lnTo>
                <a:lnTo>
                  <a:pt x="2162175" y="1876425"/>
                </a:lnTo>
                <a:lnTo>
                  <a:pt x="2171700" y="1876425"/>
                </a:lnTo>
                <a:lnTo>
                  <a:pt x="2190750" y="1895475"/>
                </a:lnTo>
                <a:lnTo>
                  <a:pt x="2200275" y="1895475"/>
                </a:lnTo>
                <a:lnTo>
                  <a:pt x="2209800" y="1905000"/>
                </a:lnTo>
                <a:lnTo>
                  <a:pt x="2219325" y="1905000"/>
                </a:lnTo>
                <a:lnTo>
                  <a:pt x="2228850" y="1914525"/>
                </a:lnTo>
                <a:lnTo>
                  <a:pt x="2238375" y="1914525"/>
                </a:lnTo>
                <a:lnTo>
                  <a:pt x="2247900" y="1924050"/>
                </a:lnTo>
                <a:lnTo>
                  <a:pt x="2257425" y="1924050"/>
                </a:lnTo>
                <a:lnTo>
                  <a:pt x="2266950" y="1933575"/>
                </a:lnTo>
                <a:lnTo>
                  <a:pt x="2276475" y="1933575"/>
                </a:lnTo>
                <a:lnTo>
                  <a:pt x="2286000" y="1943100"/>
                </a:lnTo>
                <a:lnTo>
                  <a:pt x="2333625" y="1943100"/>
                </a:lnTo>
                <a:lnTo>
                  <a:pt x="2362200" y="1914525"/>
                </a:lnTo>
                <a:lnTo>
                  <a:pt x="2362200" y="1895475"/>
                </a:lnTo>
                <a:lnTo>
                  <a:pt x="2371725" y="1885950"/>
                </a:lnTo>
                <a:lnTo>
                  <a:pt x="2371725" y="1838325"/>
                </a:lnTo>
                <a:lnTo>
                  <a:pt x="2381250" y="1828800"/>
                </a:lnTo>
                <a:lnTo>
                  <a:pt x="2381250" y="1809750"/>
                </a:lnTo>
                <a:lnTo>
                  <a:pt x="2428875" y="1762125"/>
                </a:lnTo>
                <a:lnTo>
                  <a:pt x="2476500" y="1762125"/>
                </a:lnTo>
                <a:lnTo>
                  <a:pt x="2495550" y="1781175"/>
                </a:lnTo>
                <a:lnTo>
                  <a:pt x="2505075" y="1781175"/>
                </a:lnTo>
                <a:lnTo>
                  <a:pt x="2543175" y="1819275"/>
                </a:lnTo>
                <a:lnTo>
                  <a:pt x="2543175" y="1828800"/>
                </a:lnTo>
                <a:lnTo>
                  <a:pt x="2609850" y="1895475"/>
                </a:lnTo>
                <a:lnTo>
                  <a:pt x="2619375" y="1895475"/>
                </a:lnTo>
                <a:lnTo>
                  <a:pt x="2628900" y="1905000"/>
                </a:lnTo>
                <a:lnTo>
                  <a:pt x="2657475" y="1905000"/>
                </a:lnTo>
                <a:lnTo>
                  <a:pt x="2667000" y="1914525"/>
                </a:lnTo>
                <a:lnTo>
                  <a:pt x="2857500" y="1914525"/>
                </a:lnTo>
                <a:lnTo>
                  <a:pt x="2886075" y="1943100"/>
                </a:lnTo>
                <a:lnTo>
                  <a:pt x="2895600" y="1943100"/>
                </a:lnTo>
                <a:lnTo>
                  <a:pt x="2905125" y="1952625"/>
                </a:lnTo>
                <a:lnTo>
                  <a:pt x="2924175" y="1952625"/>
                </a:lnTo>
                <a:lnTo>
                  <a:pt x="2933700" y="1962150"/>
                </a:lnTo>
                <a:lnTo>
                  <a:pt x="2962275" y="1962150"/>
                </a:lnTo>
                <a:lnTo>
                  <a:pt x="2971800" y="1971675"/>
                </a:lnTo>
                <a:lnTo>
                  <a:pt x="3076575" y="1971675"/>
                </a:lnTo>
                <a:lnTo>
                  <a:pt x="3086100" y="1981200"/>
                </a:lnTo>
                <a:lnTo>
                  <a:pt x="3105150" y="1981200"/>
                </a:lnTo>
                <a:lnTo>
                  <a:pt x="3143250" y="2019300"/>
                </a:lnTo>
                <a:lnTo>
                  <a:pt x="3143250" y="2028825"/>
                </a:lnTo>
                <a:lnTo>
                  <a:pt x="3152775" y="2038350"/>
                </a:lnTo>
                <a:lnTo>
                  <a:pt x="3152775" y="2057400"/>
                </a:lnTo>
                <a:lnTo>
                  <a:pt x="3162300" y="2066925"/>
                </a:lnTo>
                <a:lnTo>
                  <a:pt x="3162300" y="2105025"/>
                </a:lnTo>
                <a:lnTo>
                  <a:pt x="3171825" y="2114550"/>
                </a:lnTo>
                <a:lnTo>
                  <a:pt x="3171825" y="2219325"/>
                </a:lnTo>
                <a:lnTo>
                  <a:pt x="3133725" y="2257425"/>
                </a:lnTo>
                <a:lnTo>
                  <a:pt x="3124200" y="2257425"/>
                </a:lnTo>
                <a:lnTo>
                  <a:pt x="3114675" y="2266950"/>
                </a:lnTo>
                <a:lnTo>
                  <a:pt x="3105150" y="2266950"/>
                </a:lnTo>
                <a:lnTo>
                  <a:pt x="3095625" y="2276475"/>
                </a:lnTo>
                <a:lnTo>
                  <a:pt x="3076575" y="2276475"/>
                </a:lnTo>
                <a:lnTo>
                  <a:pt x="3048000" y="2305050"/>
                </a:lnTo>
                <a:lnTo>
                  <a:pt x="3038475" y="2305050"/>
                </a:lnTo>
                <a:lnTo>
                  <a:pt x="3009900" y="2333625"/>
                </a:lnTo>
                <a:lnTo>
                  <a:pt x="3000375" y="2333625"/>
                </a:lnTo>
                <a:lnTo>
                  <a:pt x="2990850" y="2343150"/>
                </a:lnTo>
                <a:lnTo>
                  <a:pt x="2971800" y="2343150"/>
                </a:lnTo>
                <a:lnTo>
                  <a:pt x="2962275" y="2333625"/>
                </a:lnTo>
                <a:lnTo>
                  <a:pt x="2933700" y="2333625"/>
                </a:lnTo>
                <a:lnTo>
                  <a:pt x="2924175" y="2324100"/>
                </a:lnTo>
                <a:lnTo>
                  <a:pt x="2876550" y="2324100"/>
                </a:lnTo>
                <a:lnTo>
                  <a:pt x="2867025" y="2314575"/>
                </a:lnTo>
                <a:lnTo>
                  <a:pt x="2828925" y="2314575"/>
                </a:lnTo>
                <a:lnTo>
                  <a:pt x="2819400" y="2324100"/>
                </a:lnTo>
                <a:lnTo>
                  <a:pt x="2743200" y="2324100"/>
                </a:lnTo>
                <a:lnTo>
                  <a:pt x="2733675" y="2333625"/>
                </a:lnTo>
                <a:lnTo>
                  <a:pt x="2714625" y="2333625"/>
                </a:lnTo>
                <a:lnTo>
                  <a:pt x="2705100" y="2343150"/>
                </a:lnTo>
                <a:lnTo>
                  <a:pt x="2695575" y="2343150"/>
                </a:lnTo>
                <a:lnTo>
                  <a:pt x="2686050" y="2352675"/>
                </a:lnTo>
                <a:lnTo>
                  <a:pt x="2676525" y="2352675"/>
                </a:lnTo>
                <a:lnTo>
                  <a:pt x="2628900" y="2400300"/>
                </a:lnTo>
                <a:lnTo>
                  <a:pt x="2628900" y="2409825"/>
                </a:lnTo>
                <a:lnTo>
                  <a:pt x="2619375" y="2419350"/>
                </a:lnTo>
                <a:lnTo>
                  <a:pt x="2619375" y="2428875"/>
                </a:lnTo>
                <a:lnTo>
                  <a:pt x="2609850" y="2438400"/>
                </a:lnTo>
                <a:lnTo>
                  <a:pt x="2609850" y="2514600"/>
                </a:lnTo>
                <a:lnTo>
                  <a:pt x="2619375" y="2524125"/>
                </a:lnTo>
                <a:lnTo>
                  <a:pt x="2619375" y="2533650"/>
                </a:lnTo>
                <a:lnTo>
                  <a:pt x="2628900" y="2543175"/>
                </a:lnTo>
                <a:lnTo>
                  <a:pt x="2628900" y="2552700"/>
                </a:lnTo>
                <a:lnTo>
                  <a:pt x="2686050" y="2609850"/>
                </a:lnTo>
                <a:lnTo>
                  <a:pt x="2695575" y="2609850"/>
                </a:lnTo>
                <a:lnTo>
                  <a:pt x="2733675" y="2647950"/>
                </a:lnTo>
                <a:lnTo>
                  <a:pt x="2733675" y="2657475"/>
                </a:lnTo>
                <a:lnTo>
                  <a:pt x="2743200" y="2667000"/>
                </a:lnTo>
                <a:lnTo>
                  <a:pt x="2743200" y="2705100"/>
                </a:lnTo>
                <a:lnTo>
                  <a:pt x="2752725" y="2714625"/>
                </a:lnTo>
                <a:lnTo>
                  <a:pt x="2752725" y="2743200"/>
                </a:lnTo>
                <a:lnTo>
                  <a:pt x="2762250" y="2752725"/>
                </a:lnTo>
                <a:lnTo>
                  <a:pt x="2762250" y="2771775"/>
                </a:lnTo>
                <a:lnTo>
                  <a:pt x="2771775" y="2781300"/>
                </a:lnTo>
                <a:lnTo>
                  <a:pt x="2771775" y="2790825"/>
                </a:lnTo>
                <a:lnTo>
                  <a:pt x="2838450" y="2857500"/>
                </a:lnTo>
                <a:lnTo>
                  <a:pt x="2847975" y="2857500"/>
                </a:lnTo>
                <a:lnTo>
                  <a:pt x="2876550" y="2886075"/>
                </a:lnTo>
                <a:lnTo>
                  <a:pt x="2876550" y="2895600"/>
                </a:lnTo>
                <a:lnTo>
                  <a:pt x="2886075" y="2905125"/>
                </a:lnTo>
                <a:lnTo>
                  <a:pt x="2886075" y="2924175"/>
                </a:lnTo>
                <a:lnTo>
                  <a:pt x="2895600" y="2933700"/>
                </a:lnTo>
                <a:lnTo>
                  <a:pt x="2895600" y="2990850"/>
                </a:lnTo>
                <a:lnTo>
                  <a:pt x="2905125" y="3000375"/>
                </a:lnTo>
                <a:lnTo>
                  <a:pt x="2905125" y="3019425"/>
                </a:lnTo>
                <a:lnTo>
                  <a:pt x="2924175" y="3038475"/>
                </a:lnTo>
                <a:lnTo>
                  <a:pt x="2924175" y="3048000"/>
                </a:lnTo>
                <a:lnTo>
                  <a:pt x="2933700" y="3057525"/>
                </a:lnTo>
                <a:lnTo>
                  <a:pt x="2933700" y="3067050"/>
                </a:lnTo>
                <a:lnTo>
                  <a:pt x="2952750" y="3086100"/>
                </a:lnTo>
                <a:lnTo>
                  <a:pt x="2952750" y="3124200"/>
                </a:lnTo>
                <a:lnTo>
                  <a:pt x="2943225" y="3133725"/>
                </a:lnTo>
                <a:lnTo>
                  <a:pt x="2933700" y="3133725"/>
                </a:lnTo>
                <a:lnTo>
                  <a:pt x="2924175" y="3143250"/>
                </a:lnTo>
                <a:lnTo>
                  <a:pt x="2886075" y="3143250"/>
                </a:lnTo>
                <a:lnTo>
                  <a:pt x="2876550" y="3133725"/>
                </a:lnTo>
                <a:lnTo>
                  <a:pt x="2867025" y="3133725"/>
                </a:lnTo>
                <a:lnTo>
                  <a:pt x="2857500" y="3124200"/>
                </a:lnTo>
                <a:lnTo>
                  <a:pt x="2857500" y="3114675"/>
                </a:lnTo>
                <a:lnTo>
                  <a:pt x="2847975" y="3105150"/>
                </a:lnTo>
                <a:lnTo>
                  <a:pt x="2847975" y="3095625"/>
                </a:lnTo>
                <a:lnTo>
                  <a:pt x="2838450" y="3086100"/>
                </a:lnTo>
                <a:lnTo>
                  <a:pt x="2838450" y="3076575"/>
                </a:lnTo>
                <a:lnTo>
                  <a:pt x="2828925" y="3067050"/>
                </a:lnTo>
                <a:lnTo>
                  <a:pt x="2828925" y="3057525"/>
                </a:lnTo>
                <a:lnTo>
                  <a:pt x="2819400" y="3048000"/>
                </a:lnTo>
                <a:lnTo>
                  <a:pt x="2819400" y="3038475"/>
                </a:lnTo>
                <a:lnTo>
                  <a:pt x="2809875" y="3028950"/>
                </a:lnTo>
                <a:lnTo>
                  <a:pt x="2800350" y="3028950"/>
                </a:lnTo>
                <a:lnTo>
                  <a:pt x="2790825" y="3019425"/>
                </a:lnTo>
                <a:lnTo>
                  <a:pt x="2781300" y="3019425"/>
                </a:lnTo>
                <a:lnTo>
                  <a:pt x="2771775" y="3009900"/>
                </a:lnTo>
                <a:lnTo>
                  <a:pt x="2752725" y="3009900"/>
                </a:lnTo>
                <a:lnTo>
                  <a:pt x="2743200" y="3000375"/>
                </a:lnTo>
                <a:lnTo>
                  <a:pt x="2705100" y="3000375"/>
                </a:lnTo>
                <a:lnTo>
                  <a:pt x="2695575" y="2990850"/>
                </a:lnTo>
                <a:lnTo>
                  <a:pt x="2571750" y="2990850"/>
                </a:lnTo>
                <a:lnTo>
                  <a:pt x="2562225" y="3000375"/>
                </a:lnTo>
                <a:lnTo>
                  <a:pt x="2543175" y="3000375"/>
                </a:lnTo>
                <a:lnTo>
                  <a:pt x="2533650" y="3009900"/>
                </a:lnTo>
                <a:lnTo>
                  <a:pt x="2514600" y="3009900"/>
                </a:lnTo>
                <a:lnTo>
                  <a:pt x="2505075" y="3019425"/>
                </a:lnTo>
                <a:lnTo>
                  <a:pt x="2476500" y="3019425"/>
                </a:lnTo>
                <a:lnTo>
                  <a:pt x="2466975" y="3028950"/>
                </a:lnTo>
                <a:lnTo>
                  <a:pt x="2343150" y="3028950"/>
                </a:lnTo>
                <a:lnTo>
                  <a:pt x="2333625" y="3038475"/>
                </a:lnTo>
                <a:lnTo>
                  <a:pt x="2286000" y="3038475"/>
                </a:lnTo>
                <a:lnTo>
                  <a:pt x="2276475" y="3048000"/>
                </a:lnTo>
                <a:lnTo>
                  <a:pt x="2247900" y="3048000"/>
                </a:lnTo>
                <a:lnTo>
                  <a:pt x="2238375" y="3057525"/>
                </a:lnTo>
                <a:lnTo>
                  <a:pt x="2209800" y="3057525"/>
                </a:lnTo>
                <a:lnTo>
                  <a:pt x="2200275" y="3067050"/>
                </a:lnTo>
                <a:lnTo>
                  <a:pt x="2124075" y="3067050"/>
                </a:lnTo>
                <a:lnTo>
                  <a:pt x="2105025" y="3048000"/>
                </a:lnTo>
                <a:lnTo>
                  <a:pt x="2105025" y="3028950"/>
                </a:lnTo>
                <a:lnTo>
                  <a:pt x="2095500" y="3019425"/>
                </a:lnTo>
                <a:lnTo>
                  <a:pt x="2095500" y="2971800"/>
                </a:lnTo>
                <a:lnTo>
                  <a:pt x="2085975" y="2962275"/>
                </a:lnTo>
                <a:lnTo>
                  <a:pt x="2085975" y="2943225"/>
                </a:lnTo>
                <a:lnTo>
                  <a:pt x="2066925" y="2924175"/>
                </a:lnTo>
                <a:lnTo>
                  <a:pt x="2047875" y="2924175"/>
                </a:lnTo>
                <a:lnTo>
                  <a:pt x="2019300" y="2952750"/>
                </a:lnTo>
                <a:lnTo>
                  <a:pt x="2019300" y="2971800"/>
                </a:lnTo>
                <a:lnTo>
                  <a:pt x="2009775" y="2981325"/>
                </a:lnTo>
                <a:lnTo>
                  <a:pt x="2009775" y="3019425"/>
                </a:lnTo>
                <a:lnTo>
                  <a:pt x="2019300" y="3028950"/>
                </a:lnTo>
                <a:lnTo>
                  <a:pt x="2019300" y="3038475"/>
                </a:lnTo>
                <a:lnTo>
                  <a:pt x="2028825" y="3048000"/>
                </a:lnTo>
                <a:lnTo>
                  <a:pt x="2038350" y="3048000"/>
                </a:lnTo>
                <a:lnTo>
                  <a:pt x="2047875" y="3057525"/>
                </a:lnTo>
                <a:lnTo>
                  <a:pt x="2057400" y="3057525"/>
                </a:lnTo>
                <a:lnTo>
                  <a:pt x="2085975" y="3086100"/>
                </a:lnTo>
                <a:lnTo>
                  <a:pt x="2085975" y="3095625"/>
                </a:lnTo>
                <a:lnTo>
                  <a:pt x="2047875" y="3133725"/>
                </a:lnTo>
                <a:lnTo>
                  <a:pt x="2038350" y="3133725"/>
                </a:lnTo>
                <a:lnTo>
                  <a:pt x="2028825" y="3143250"/>
                </a:lnTo>
                <a:lnTo>
                  <a:pt x="2019300" y="3143250"/>
                </a:lnTo>
                <a:lnTo>
                  <a:pt x="2000250" y="3162300"/>
                </a:lnTo>
                <a:lnTo>
                  <a:pt x="1990725" y="3162300"/>
                </a:lnTo>
                <a:lnTo>
                  <a:pt x="1990725" y="3171825"/>
                </a:lnTo>
                <a:lnTo>
                  <a:pt x="1981200" y="3181350"/>
                </a:lnTo>
                <a:lnTo>
                  <a:pt x="1981200" y="3190875"/>
                </a:lnTo>
                <a:lnTo>
                  <a:pt x="1971675" y="3200400"/>
                </a:lnTo>
                <a:lnTo>
                  <a:pt x="1971675" y="3238500"/>
                </a:lnTo>
                <a:lnTo>
                  <a:pt x="1962150" y="3248025"/>
                </a:lnTo>
                <a:lnTo>
                  <a:pt x="1962150" y="3333750"/>
                </a:lnTo>
                <a:lnTo>
                  <a:pt x="1971675" y="3343275"/>
                </a:lnTo>
                <a:lnTo>
                  <a:pt x="1971675" y="3362325"/>
                </a:lnTo>
                <a:lnTo>
                  <a:pt x="1981200" y="3371850"/>
                </a:lnTo>
                <a:lnTo>
                  <a:pt x="1990725" y="3371850"/>
                </a:lnTo>
                <a:lnTo>
                  <a:pt x="2000250" y="3381375"/>
                </a:lnTo>
                <a:lnTo>
                  <a:pt x="2019300" y="3381375"/>
                </a:lnTo>
                <a:lnTo>
                  <a:pt x="2057400" y="3419475"/>
                </a:lnTo>
                <a:lnTo>
                  <a:pt x="2057400" y="3476625"/>
                </a:lnTo>
                <a:lnTo>
                  <a:pt x="2047875" y="3486150"/>
                </a:lnTo>
                <a:lnTo>
                  <a:pt x="2047875" y="3495675"/>
                </a:lnTo>
                <a:lnTo>
                  <a:pt x="2038350" y="3505200"/>
                </a:lnTo>
                <a:lnTo>
                  <a:pt x="2038350" y="3533775"/>
                </a:lnTo>
                <a:lnTo>
                  <a:pt x="2047875" y="3543300"/>
                </a:lnTo>
                <a:lnTo>
                  <a:pt x="2047875" y="3552825"/>
                </a:lnTo>
                <a:lnTo>
                  <a:pt x="2057400" y="3562350"/>
                </a:lnTo>
                <a:lnTo>
                  <a:pt x="2057400" y="3571875"/>
                </a:lnTo>
                <a:lnTo>
                  <a:pt x="2085975" y="3600450"/>
                </a:lnTo>
                <a:lnTo>
                  <a:pt x="2085975" y="3609975"/>
                </a:lnTo>
                <a:lnTo>
                  <a:pt x="2105025" y="3629025"/>
                </a:lnTo>
                <a:lnTo>
                  <a:pt x="2105025" y="3657600"/>
                </a:lnTo>
                <a:lnTo>
                  <a:pt x="2114550" y="3667125"/>
                </a:lnTo>
                <a:lnTo>
                  <a:pt x="2105025" y="3676650"/>
                </a:lnTo>
                <a:lnTo>
                  <a:pt x="2105025" y="3705225"/>
                </a:lnTo>
                <a:lnTo>
                  <a:pt x="2095500" y="3714750"/>
                </a:lnTo>
                <a:lnTo>
                  <a:pt x="2095500" y="3724275"/>
                </a:lnTo>
                <a:lnTo>
                  <a:pt x="2085975" y="3733800"/>
                </a:lnTo>
                <a:lnTo>
                  <a:pt x="2085975" y="3743325"/>
                </a:lnTo>
                <a:lnTo>
                  <a:pt x="2057400" y="3771900"/>
                </a:lnTo>
                <a:lnTo>
                  <a:pt x="2038350" y="3771900"/>
                </a:lnTo>
                <a:lnTo>
                  <a:pt x="2028825" y="3762375"/>
                </a:lnTo>
                <a:lnTo>
                  <a:pt x="2019300" y="3762375"/>
                </a:lnTo>
                <a:lnTo>
                  <a:pt x="2000250" y="3743325"/>
                </a:lnTo>
                <a:lnTo>
                  <a:pt x="1990725" y="3743325"/>
                </a:lnTo>
                <a:lnTo>
                  <a:pt x="1981200" y="3733800"/>
                </a:lnTo>
                <a:lnTo>
                  <a:pt x="1971675" y="3733800"/>
                </a:lnTo>
                <a:lnTo>
                  <a:pt x="1933575" y="3695700"/>
                </a:lnTo>
                <a:lnTo>
                  <a:pt x="1933575" y="3686175"/>
                </a:lnTo>
                <a:lnTo>
                  <a:pt x="1924050" y="3676650"/>
                </a:lnTo>
                <a:lnTo>
                  <a:pt x="1924050" y="3667125"/>
                </a:lnTo>
                <a:lnTo>
                  <a:pt x="1914525" y="3657600"/>
                </a:lnTo>
                <a:lnTo>
                  <a:pt x="1914525" y="3629025"/>
                </a:lnTo>
                <a:lnTo>
                  <a:pt x="1905000" y="3619500"/>
                </a:lnTo>
                <a:lnTo>
                  <a:pt x="1905000" y="3419475"/>
                </a:lnTo>
                <a:lnTo>
                  <a:pt x="1895475" y="3409950"/>
                </a:lnTo>
                <a:lnTo>
                  <a:pt x="1857375" y="3409950"/>
                </a:lnTo>
                <a:lnTo>
                  <a:pt x="1847850" y="3400425"/>
                </a:lnTo>
                <a:lnTo>
                  <a:pt x="1771650" y="3400425"/>
                </a:lnTo>
                <a:lnTo>
                  <a:pt x="1762125" y="3390900"/>
                </a:lnTo>
                <a:lnTo>
                  <a:pt x="1724025" y="3390900"/>
                </a:lnTo>
                <a:lnTo>
                  <a:pt x="1714500" y="3381375"/>
                </a:lnTo>
                <a:lnTo>
                  <a:pt x="1685925" y="3381375"/>
                </a:lnTo>
                <a:lnTo>
                  <a:pt x="1676400" y="3371850"/>
                </a:lnTo>
                <a:lnTo>
                  <a:pt x="1657350" y="3371850"/>
                </a:lnTo>
                <a:lnTo>
                  <a:pt x="1647825" y="3362325"/>
                </a:lnTo>
                <a:lnTo>
                  <a:pt x="1628775" y="3362325"/>
                </a:lnTo>
                <a:lnTo>
                  <a:pt x="1619250" y="3352800"/>
                </a:lnTo>
                <a:lnTo>
                  <a:pt x="1609725" y="3352800"/>
                </a:lnTo>
                <a:lnTo>
                  <a:pt x="1600200" y="3343275"/>
                </a:lnTo>
                <a:lnTo>
                  <a:pt x="1590675" y="3343275"/>
                </a:lnTo>
                <a:lnTo>
                  <a:pt x="1581150" y="3333750"/>
                </a:lnTo>
                <a:lnTo>
                  <a:pt x="1562100" y="3333750"/>
                </a:lnTo>
                <a:lnTo>
                  <a:pt x="1552575" y="3324225"/>
                </a:lnTo>
                <a:lnTo>
                  <a:pt x="1533525" y="3324225"/>
                </a:lnTo>
                <a:lnTo>
                  <a:pt x="1524000" y="3314700"/>
                </a:lnTo>
                <a:lnTo>
                  <a:pt x="1485900" y="3314700"/>
                </a:lnTo>
                <a:lnTo>
                  <a:pt x="1476375" y="3305175"/>
                </a:lnTo>
                <a:lnTo>
                  <a:pt x="1419225" y="3305175"/>
                </a:lnTo>
                <a:lnTo>
                  <a:pt x="1409700" y="3295650"/>
                </a:lnTo>
                <a:lnTo>
                  <a:pt x="1381125" y="3295650"/>
                </a:lnTo>
                <a:lnTo>
                  <a:pt x="1371600" y="3286125"/>
                </a:lnTo>
                <a:lnTo>
                  <a:pt x="1362075" y="3286125"/>
                </a:lnTo>
                <a:lnTo>
                  <a:pt x="1352550" y="3276600"/>
                </a:lnTo>
                <a:lnTo>
                  <a:pt x="1343025" y="3276600"/>
                </a:lnTo>
                <a:lnTo>
                  <a:pt x="1323975" y="3257550"/>
                </a:lnTo>
                <a:lnTo>
                  <a:pt x="1314450" y="3257550"/>
                </a:lnTo>
                <a:lnTo>
                  <a:pt x="1304925" y="3248025"/>
                </a:lnTo>
                <a:lnTo>
                  <a:pt x="1295400" y="3248025"/>
                </a:lnTo>
                <a:lnTo>
                  <a:pt x="1285875" y="3238500"/>
                </a:lnTo>
                <a:lnTo>
                  <a:pt x="1266825" y="3238500"/>
                </a:lnTo>
                <a:lnTo>
                  <a:pt x="1257300" y="3248025"/>
                </a:lnTo>
                <a:lnTo>
                  <a:pt x="1247775" y="3248025"/>
                </a:lnTo>
                <a:lnTo>
                  <a:pt x="1228725" y="3267075"/>
                </a:lnTo>
                <a:lnTo>
                  <a:pt x="1228725" y="3276600"/>
                </a:lnTo>
                <a:lnTo>
                  <a:pt x="1219200" y="3286125"/>
                </a:lnTo>
                <a:lnTo>
                  <a:pt x="1219200" y="3295650"/>
                </a:lnTo>
                <a:lnTo>
                  <a:pt x="1200150" y="3314700"/>
                </a:lnTo>
                <a:lnTo>
                  <a:pt x="1200150" y="3324225"/>
                </a:lnTo>
                <a:lnTo>
                  <a:pt x="1190625" y="3333750"/>
                </a:lnTo>
                <a:lnTo>
                  <a:pt x="1190625" y="3343275"/>
                </a:lnTo>
                <a:lnTo>
                  <a:pt x="1181100" y="3352800"/>
                </a:lnTo>
                <a:lnTo>
                  <a:pt x="1181100" y="3362325"/>
                </a:lnTo>
                <a:lnTo>
                  <a:pt x="1171575" y="3371850"/>
                </a:lnTo>
                <a:lnTo>
                  <a:pt x="1171575" y="3381375"/>
                </a:lnTo>
                <a:lnTo>
                  <a:pt x="1162050" y="3390900"/>
                </a:lnTo>
                <a:lnTo>
                  <a:pt x="1162050" y="3400425"/>
                </a:lnTo>
                <a:lnTo>
                  <a:pt x="1152525" y="3409950"/>
                </a:lnTo>
                <a:lnTo>
                  <a:pt x="1152525" y="3429000"/>
                </a:lnTo>
                <a:lnTo>
                  <a:pt x="1143000" y="3438525"/>
                </a:lnTo>
                <a:lnTo>
                  <a:pt x="1143000" y="3457575"/>
                </a:lnTo>
                <a:lnTo>
                  <a:pt x="1133475" y="3467100"/>
                </a:lnTo>
                <a:lnTo>
                  <a:pt x="1133475" y="3514725"/>
                </a:lnTo>
                <a:lnTo>
                  <a:pt x="1123950" y="3524250"/>
                </a:lnTo>
                <a:lnTo>
                  <a:pt x="1133475" y="3533775"/>
                </a:lnTo>
                <a:lnTo>
                  <a:pt x="1133475" y="3581400"/>
                </a:lnTo>
                <a:lnTo>
                  <a:pt x="1143000" y="3590925"/>
                </a:lnTo>
                <a:lnTo>
                  <a:pt x="1143000" y="3609975"/>
                </a:lnTo>
                <a:lnTo>
                  <a:pt x="1152525" y="3619500"/>
                </a:lnTo>
                <a:lnTo>
                  <a:pt x="1152525" y="3638550"/>
                </a:lnTo>
                <a:lnTo>
                  <a:pt x="1162050" y="3648075"/>
                </a:lnTo>
                <a:lnTo>
                  <a:pt x="1162050" y="3667125"/>
                </a:lnTo>
                <a:lnTo>
                  <a:pt x="1171575" y="3676650"/>
                </a:lnTo>
                <a:lnTo>
                  <a:pt x="1171575" y="3695700"/>
                </a:lnTo>
                <a:lnTo>
                  <a:pt x="1181100" y="3705225"/>
                </a:lnTo>
                <a:lnTo>
                  <a:pt x="1181100" y="3733800"/>
                </a:lnTo>
                <a:lnTo>
                  <a:pt x="1190625" y="3743325"/>
                </a:lnTo>
                <a:lnTo>
                  <a:pt x="1190625" y="3762375"/>
                </a:lnTo>
                <a:lnTo>
                  <a:pt x="1200150" y="3771900"/>
                </a:lnTo>
                <a:lnTo>
                  <a:pt x="1200150" y="3781425"/>
                </a:lnTo>
                <a:lnTo>
                  <a:pt x="1209675" y="3790950"/>
                </a:lnTo>
                <a:lnTo>
                  <a:pt x="1209675" y="3800475"/>
                </a:lnTo>
                <a:lnTo>
                  <a:pt x="1295400" y="3886200"/>
                </a:lnTo>
                <a:lnTo>
                  <a:pt x="1295400" y="3905250"/>
                </a:lnTo>
                <a:lnTo>
                  <a:pt x="1304925" y="3914775"/>
                </a:lnTo>
                <a:lnTo>
                  <a:pt x="1304925" y="3933825"/>
                </a:lnTo>
                <a:lnTo>
                  <a:pt x="1314450" y="3943350"/>
                </a:lnTo>
                <a:lnTo>
                  <a:pt x="1314450" y="3971925"/>
                </a:lnTo>
                <a:lnTo>
                  <a:pt x="1323975" y="3981450"/>
                </a:lnTo>
                <a:lnTo>
                  <a:pt x="1323975" y="3990975"/>
                </a:lnTo>
                <a:lnTo>
                  <a:pt x="1333500" y="4000500"/>
                </a:lnTo>
                <a:lnTo>
                  <a:pt x="1333500" y="4010025"/>
                </a:lnTo>
                <a:lnTo>
                  <a:pt x="1371600" y="4048125"/>
                </a:lnTo>
                <a:lnTo>
                  <a:pt x="1371600" y="4057650"/>
                </a:lnTo>
                <a:lnTo>
                  <a:pt x="1400175" y="4086225"/>
                </a:lnTo>
                <a:lnTo>
                  <a:pt x="1400175" y="4095750"/>
                </a:lnTo>
                <a:lnTo>
                  <a:pt x="1466850" y="4162425"/>
                </a:lnTo>
                <a:lnTo>
                  <a:pt x="1476375" y="4162425"/>
                </a:lnTo>
                <a:lnTo>
                  <a:pt x="1485900" y="4171950"/>
                </a:lnTo>
                <a:lnTo>
                  <a:pt x="1514475" y="4171950"/>
                </a:lnTo>
                <a:lnTo>
                  <a:pt x="1524000" y="4181475"/>
                </a:lnTo>
                <a:lnTo>
                  <a:pt x="1590675" y="4181475"/>
                </a:lnTo>
                <a:lnTo>
                  <a:pt x="1600200" y="4171950"/>
                </a:lnTo>
                <a:lnTo>
                  <a:pt x="1685925" y="4171950"/>
                </a:lnTo>
                <a:lnTo>
                  <a:pt x="1695450" y="4181475"/>
                </a:lnTo>
                <a:lnTo>
                  <a:pt x="1704975" y="4181475"/>
                </a:lnTo>
                <a:lnTo>
                  <a:pt x="1733550" y="4210050"/>
                </a:lnTo>
                <a:lnTo>
                  <a:pt x="1733550" y="4248150"/>
                </a:lnTo>
                <a:lnTo>
                  <a:pt x="1743075" y="4257675"/>
                </a:lnTo>
                <a:lnTo>
                  <a:pt x="1838325" y="4257675"/>
                </a:lnTo>
                <a:lnTo>
                  <a:pt x="1838325" y="4248150"/>
                </a:lnTo>
                <a:lnTo>
                  <a:pt x="1828800" y="4238625"/>
                </a:lnTo>
                <a:lnTo>
                  <a:pt x="1828800" y="4181475"/>
                </a:lnTo>
                <a:lnTo>
                  <a:pt x="1819275" y="4171950"/>
                </a:lnTo>
                <a:lnTo>
                  <a:pt x="1819275" y="4162425"/>
                </a:lnTo>
                <a:lnTo>
                  <a:pt x="1809750" y="4152900"/>
                </a:lnTo>
                <a:lnTo>
                  <a:pt x="1809750" y="4143375"/>
                </a:lnTo>
                <a:lnTo>
                  <a:pt x="1800225" y="4133850"/>
                </a:lnTo>
                <a:lnTo>
                  <a:pt x="1800225" y="4114800"/>
                </a:lnTo>
                <a:lnTo>
                  <a:pt x="1790700" y="4105275"/>
                </a:lnTo>
                <a:lnTo>
                  <a:pt x="1790700" y="4038600"/>
                </a:lnTo>
                <a:lnTo>
                  <a:pt x="1800225" y="4029075"/>
                </a:lnTo>
                <a:lnTo>
                  <a:pt x="1800225" y="4019550"/>
                </a:lnTo>
                <a:lnTo>
                  <a:pt x="1857375" y="3962400"/>
                </a:lnTo>
                <a:lnTo>
                  <a:pt x="1866900" y="3962400"/>
                </a:lnTo>
                <a:lnTo>
                  <a:pt x="1914525" y="3914775"/>
                </a:lnTo>
                <a:lnTo>
                  <a:pt x="1924050" y="3914775"/>
                </a:lnTo>
                <a:lnTo>
                  <a:pt x="1952625" y="3886200"/>
                </a:lnTo>
                <a:lnTo>
                  <a:pt x="1962150" y="3886200"/>
                </a:lnTo>
                <a:lnTo>
                  <a:pt x="1981200" y="3867150"/>
                </a:lnTo>
                <a:lnTo>
                  <a:pt x="1990725" y="3867150"/>
                </a:lnTo>
                <a:lnTo>
                  <a:pt x="2028825" y="3829050"/>
                </a:lnTo>
                <a:lnTo>
                  <a:pt x="2038350" y="3829050"/>
                </a:lnTo>
                <a:lnTo>
                  <a:pt x="2047875" y="3819525"/>
                </a:lnTo>
                <a:lnTo>
                  <a:pt x="2076450" y="3819525"/>
                </a:lnTo>
                <a:lnTo>
                  <a:pt x="2085975" y="3829050"/>
                </a:lnTo>
                <a:lnTo>
                  <a:pt x="2095500" y="3829050"/>
                </a:lnTo>
                <a:lnTo>
                  <a:pt x="2114550" y="3848100"/>
                </a:lnTo>
                <a:lnTo>
                  <a:pt x="2124075" y="3848100"/>
                </a:lnTo>
                <a:lnTo>
                  <a:pt x="2133600" y="3857625"/>
                </a:lnTo>
                <a:lnTo>
                  <a:pt x="2219325" y="3857625"/>
                </a:lnTo>
                <a:lnTo>
                  <a:pt x="2228850" y="3848100"/>
                </a:lnTo>
                <a:lnTo>
                  <a:pt x="2238375" y="3848100"/>
                </a:lnTo>
                <a:lnTo>
                  <a:pt x="2247900" y="3838575"/>
                </a:lnTo>
                <a:lnTo>
                  <a:pt x="2257425" y="3838575"/>
                </a:lnTo>
                <a:lnTo>
                  <a:pt x="2276475" y="3819525"/>
                </a:lnTo>
                <a:lnTo>
                  <a:pt x="2286000" y="3819525"/>
                </a:lnTo>
                <a:lnTo>
                  <a:pt x="2295525" y="3810000"/>
                </a:lnTo>
                <a:lnTo>
                  <a:pt x="2305050" y="3810000"/>
                </a:lnTo>
                <a:lnTo>
                  <a:pt x="2314575" y="3800475"/>
                </a:lnTo>
                <a:lnTo>
                  <a:pt x="2333625" y="3800475"/>
                </a:lnTo>
                <a:lnTo>
                  <a:pt x="2343150" y="3790950"/>
                </a:lnTo>
                <a:lnTo>
                  <a:pt x="2381250" y="3790950"/>
                </a:lnTo>
                <a:lnTo>
                  <a:pt x="2390775" y="3800475"/>
                </a:lnTo>
                <a:lnTo>
                  <a:pt x="2457450" y="3800475"/>
                </a:lnTo>
                <a:lnTo>
                  <a:pt x="2466975" y="3790950"/>
                </a:lnTo>
                <a:lnTo>
                  <a:pt x="2495550" y="3790950"/>
                </a:lnTo>
                <a:lnTo>
                  <a:pt x="2505075" y="3781425"/>
                </a:lnTo>
                <a:lnTo>
                  <a:pt x="2524125" y="3781425"/>
                </a:lnTo>
                <a:lnTo>
                  <a:pt x="2543175" y="3762375"/>
                </a:lnTo>
                <a:lnTo>
                  <a:pt x="2552700" y="3762375"/>
                </a:lnTo>
                <a:lnTo>
                  <a:pt x="2562225" y="3752850"/>
                </a:lnTo>
                <a:lnTo>
                  <a:pt x="2571750" y="3752850"/>
                </a:lnTo>
                <a:lnTo>
                  <a:pt x="2581275" y="3743325"/>
                </a:lnTo>
                <a:lnTo>
                  <a:pt x="2590800" y="3743325"/>
                </a:lnTo>
                <a:lnTo>
                  <a:pt x="2600325" y="3733800"/>
                </a:lnTo>
                <a:lnTo>
                  <a:pt x="2609850" y="3733800"/>
                </a:lnTo>
                <a:lnTo>
                  <a:pt x="2619375" y="3724275"/>
                </a:lnTo>
                <a:lnTo>
                  <a:pt x="2628900" y="3724275"/>
                </a:lnTo>
                <a:lnTo>
                  <a:pt x="2638425" y="3714750"/>
                </a:lnTo>
                <a:lnTo>
                  <a:pt x="2667000" y="3714750"/>
                </a:lnTo>
                <a:lnTo>
                  <a:pt x="2676525" y="3705225"/>
                </a:lnTo>
                <a:lnTo>
                  <a:pt x="2724150" y="3705225"/>
                </a:lnTo>
                <a:lnTo>
                  <a:pt x="2733675" y="3695700"/>
                </a:lnTo>
                <a:lnTo>
                  <a:pt x="2752725" y="3695700"/>
                </a:lnTo>
                <a:lnTo>
                  <a:pt x="2762250" y="3705225"/>
                </a:lnTo>
                <a:lnTo>
                  <a:pt x="2838450" y="3705225"/>
                </a:lnTo>
                <a:lnTo>
                  <a:pt x="2847975" y="3714750"/>
                </a:lnTo>
                <a:lnTo>
                  <a:pt x="2933700" y="3714750"/>
                </a:lnTo>
                <a:lnTo>
                  <a:pt x="2943225" y="3705225"/>
                </a:lnTo>
                <a:lnTo>
                  <a:pt x="2952750" y="3705225"/>
                </a:lnTo>
                <a:lnTo>
                  <a:pt x="2962275" y="3695700"/>
                </a:lnTo>
                <a:lnTo>
                  <a:pt x="2971800" y="3695700"/>
                </a:lnTo>
                <a:lnTo>
                  <a:pt x="3009900" y="3657600"/>
                </a:lnTo>
                <a:lnTo>
                  <a:pt x="3095625" y="3657600"/>
                </a:lnTo>
                <a:lnTo>
                  <a:pt x="3105150" y="3648075"/>
                </a:lnTo>
                <a:lnTo>
                  <a:pt x="3114675" y="3648075"/>
                </a:lnTo>
                <a:lnTo>
                  <a:pt x="3133725" y="3629025"/>
                </a:lnTo>
                <a:lnTo>
                  <a:pt x="3143250" y="3629025"/>
                </a:lnTo>
                <a:lnTo>
                  <a:pt x="3181350" y="3590925"/>
                </a:lnTo>
                <a:lnTo>
                  <a:pt x="3190875" y="3590925"/>
                </a:lnTo>
                <a:lnTo>
                  <a:pt x="3200400" y="3581400"/>
                </a:lnTo>
                <a:lnTo>
                  <a:pt x="3219450" y="3581400"/>
                </a:lnTo>
                <a:lnTo>
                  <a:pt x="3228975" y="3571875"/>
                </a:lnTo>
                <a:lnTo>
                  <a:pt x="3257550" y="3571875"/>
                </a:lnTo>
                <a:lnTo>
                  <a:pt x="3267075" y="3562350"/>
                </a:lnTo>
                <a:lnTo>
                  <a:pt x="3371850" y="3562350"/>
                </a:lnTo>
                <a:lnTo>
                  <a:pt x="3381375" y="3552825"/>
                </a:lnTo>
                <a:lnTo>
                  <a:pt x="3429000" y="3552825"/>
                </a:lnTo>
                <a:lnTo>
                  <a:pt x="3438525" y="3543300"/>
                </a:lnTo>
                <a:lnTo>
                  <a:pt x="3457575" y="3543300"/>
                </a:lnTo>
                <a:lnTo>
                  <a:pt x="3467100" y="3533775"/>
                </a:lnTo>
                <a:lnTo>
                  <a:pt x="3476625" y="3533775"/>
                </a:lnTo>
                <a:lnTo>
                  <a:pt x="3505200" y="3505200"/>
                </a:lnTo>
                <a:lnTo>
                  <a:pt x="3514725" y="3505200"/>
                </a:lnTo>
                <a:lnTo>
                  <a:pt x="3571875" y="3448050"/>
                </a:lnTo>
                <a:lnTo>
                  <a:pt x="3581400" y="3448050"/>
                </a:lnTo>
                <a:lnTo>
                  <a:pt x="3590925" y="3438525"/>
                </a:lnTo>
                <a:lnTo>
                  <a:pt x="3600450" y="3438525"/>
                </a:lnTo>
                <a:lnTo>
                  <a:pt x="3609975" y="3429000"/>
                </a:lnTo>
                <a:lnTo>
                  <a:pt x="3619500" y="3429000"/>
                </a:lnTo>
                <a:lnTo>
                  <a:pt x="3629025" y="3419475"/>
                </a:lnTo>
                <a:lnTo>
                  <a:pt x="3629025" y="3400425"/>
                </a:lnTo>
                <a:lnTo>
                  <a:pt x="3638550" y="3390900"/>
                </a:lnTo>
                <a:lnTo>
                  <a:pt x="3638550" y="3381375"/>
                </a:lnTo>
                <a:lnTo>
                  <a:pt x="3629025" y="3371850"/>
                </a:lnTo>
                <a:lnTo>
                  <a:pt x="3629025" y="3333750"/>
                </a:lnTo>
                <a:lnTo>
                  <a:pt x="3619500" y="3324225"/>
                </a:lnTo>
                <a:lnTo>
                  <a:pt x="3619500" y="3295650"/>
                </a:lnTo>
                <a:lnTo>
                  <a:pt x="3609975" y="3286125"/>
                </a:lnTo>
                <a:lnTo>
                  <a:pt x="3609975" y="3257550"/>
                </a:lnTo>
                <a:lnTo>
                  <a:pt x="3600450" y="3248025"/>
                </a:lnTo>
                <a:lnTo>
                  <a:pt x="3600450" y="3228975"/>
                </a:lnTo>
                <a:lnTo>
                  <a:pt x="3590925" y="3219450"/>
                </a:lnTo>
                <a:lnTo>
                  <a:pt x="3590925" y="3190875"/>
                </a:lnTo>
                <a:lnTo>
                  <a:pt x="3581400" y="3181350"/>
                </a:lnTo>
                <a:lnTo>
                  <a:pt x="3581400" y="3028950"/>
                </a:lnTo>
                <a:lnTo>
                  <a:pt x="3571875" y="3019425"/>
                </a:lnTo>
                <a:lnTo>
                  <a:pt x="3571875" y="2981325"/>
                </a:lnTo>
                <a:lnTo>
                  <a:pt x="3552825" y="2962275"/>
                </a:lnTo>
                <a:lnTo>
                  <a:pt x="3552825" y="2952750"/>
                </a:lnTo>
                <a:lnTo>
                  <a:pt x="3543300" y="2952750"/>
                </a:lnTo>
                <a:lnTo>
                  <a:pt x="3533775" y="2943225"/>
                </a:lnTo>
                <a:lnTo>
                  <a:pt x="3524250" y="2943225"/>
                </a:lnTo>
                <a:lnTo>
                  <a:pt x="3514725" y="2933700"/>
                </a:lnTo>
                <a:lnTo>
                  <a:pt x="3476625" y="2933700"/>
                </a:lnTo>
                <a:lnTo>
                  <a:pt x="3467100" y="2924175"/>
                </a:lnTo>
                <a:lnTo>
                  <a:pt x="3457575" y="2924175"/>
                </a:lnTo>
                <a:lnTo>
                  <a:pt x="3429000" y="2895600"/>
                </a:lnTo>
                <a:lnTo>
                  <a:pt x="3429000" y="2876550"/>
                </a:lnTo>
                <a:lnTo>
                  <a:pt x="3419475" y="2867025"/>
                </a:lnTo>
                <a:lnTo>
                  <a:pt x="3419475" y="2828925"/>
                </a:lnTo>
                <a:lnTo>
                  <a:pt x="3429000" y="2819400"/>
                </a:lnTo>
                <a:lnTo>
                  <a:pt x="3429000" y="2781300"/>
                </a:lnTo>
                <a:lnTo>
                  <a:pt x="3438525" y="2771775"/>
                </a:lnTo>
                <a:lnTo>
                  <a:pt x="3438525" y="2752725"/>
                </a:lnTo>
                <a:lnTo>
                  <a:pt x="3457575" y="2733675"/>
                </a:lnTo>
                <a:lnTo>
                  <a:pt x="3457575" y="2724150"/>
                </a:lnTo>
                <a:lnTo>
                  <a:pt x="3486150" y="2695575"/>
                </a:lnTo>
                <a:lnTo>
                  <a:pt x="3495675" y="2695575"/>
                </a:lnTo>
                <a:lnTo>
                  <a:pt x="3514725" y="2676525"/>
                </a:lnTo>
                <a:lnTo>
                  <a:pt x="3524250" y="2676525"/>
                </a:lnTo>
                <a:lnTo>
                  <a:pt x="3533775" y="2667000"/>
                </a:lnTo>
                <a:lnTo>
                  <a:pt x="3543300" y="2667000"/>
                </a:lnTo>
                <a:lnTo>
                  <a:pt x="3552825" y="2657475"/>
                </a:lnTo>
                <a:lnTo>
                  <a:pt x="3562350" y="2657475"/>
                </a:lnTo>
                <a:lnTo>
                  <a:pt x="3571875" y="2647950"/>
                </a:lnTo>
                <a:lnTo>
                  <a:pt x="3581400" y="2647950"/>
                </a:lnTo>
                <a:lnTo>
                  <a:pt x="3609975" y="2619375"/>
                </a:lnTo>
                <a:lnTo>
                  <a:pt x="3609975" y="2609850"/>
                </a:lnTo>
                <a:lnTo>
                  <a:pt x="3619500" y="2600325"/>
                </a:lnTo>
                <a:lnTo>
                  <a:pt x="3619500" y="2590800"/>
                </a:lnTo>
                <a:lnTo>
                  <a:pt x="3609975" y="2581275"/>
                </a:lnTo>
                <a:lnTo>
                  <a:pt x="3609975" y="2571750"/>
                </a:lnTo>
                <a:lnTo>
                  <a:pt x="3600450" y="2562225"/>
                </a:lnTo>
                <a:lnTo>
                  <a:pt x="3600450" y="2552700"/>
                </a:lnTo>
                <a:lnTo>
                  <a:pt x="3524250" y="2476500"/>
                </a:lnTo>
                <a:lnTo>
                  <a:pt x="3514725" y="2476500"/>
                </a:lnTo>
                <a:lnTo>
                  <a:pt x="3467100" y="2428875"/>
                </a:lnTo>
                <a:lnTo>
                  <a:pt x="3467100" y="2409825"/>
                </a:lnTo>
                <a:lnTo>
                  <a:pt x="3457575" y="2400300"/>
                </a:lnTo>
                <a:lnTo>
                  <a:pt x="3457575" y="2238375"/>
                </a:lnTo>
                <a:lnTo>
                  <a:pt x="3448050" y="2228850"/>
                </a:lnTo>
                <a:lnTo>
                  <a:pt x="3448050" y="2209800"/>
                </a:lnTo>
                <a:lnTo>
                  <a:pt x="3438525" y="2200275"/>
                </a:lnTo>
                <a:lnTo>
                  <a:pt x="3438525" y="2190750"/>
                </a:lnTo>
                <a:lnTo>
                  <a:pt x="3409950" y="2162175"/>
                </a:lnTo>
                <a:lnTo>
                  <a:pt x="3409950" y="2152650"/>
                </a:lnTo>
                <a:lnTo>
                  <a:pt x="3400425" y="2143125"/>
                </a:lnTo>
                <a:lnTo>
                  <a:pt x="3400425" y="2124075"/>
                </a:lnTo>
                <a:lnTo>
                  <a:pt x="3390900" y="2114550"/>
                </a:lnTo>
                <a:lnTo>
                  <a:pt x="3390900" y="2095500"/>
                </a:lnTo>
                <a:lnTo>
                  <a:pt x="3381375" y="2085975"/>
                </a:lnTo>
                <a:lnTo>
                  <a:pt x="3381375" y="1933575"/>
                </a:lnTo>
                <a:lnTo>
                  <a:pt x="3390900" y="1924050"/>
                </a:lnTo>
                <a:lnTo>
                  <a:pt x="3390900" y="1914525"/>
                </a:lnTo>
                <a:lnTo>
                  <a:pt x="3409950" y="1895475"/>
                </a:lnTo>
                <a:lnTo>
                  <a:pt x="3409950" y="1885950"/>
                </a:lnTo>
                <a:lnTo>
                  <a:pt x="3438525" y="1857375"/>
                </a:lnTo>
                <a:lnTo>
                  <a:pt x="3438525" y="1847850"/>
                </a:lnTo>
                <a:lnTo>
                  <a:pt x="3448050" y="1838325"/>
                </a:lnTo>
                <a:lnTo>
                  <a:pt x="3448050" y="1809750"/>
                </a:lnTo>
                <a:lnTo>
                  <a:pt x="3457575" y="1800225"/>
                </a:lnTo>
                <a:lnTo>
                  <a:pt x="3457575" y="1781175"/>
                </a:lnTo>
                <a:lnTo>
                  <a:pt x="3448050" y="1771650"/>
                </a:lnTo>
                <a:lnTo>
                  <a:pt x="3448050" y="1752600"/>
                </a:lnTo>
                <a:lnTo>
                  <a:pt x="3438525" y="1743075"/>
                </a:lnTo>
                <a:lnTo>
                  <a:pt x="3438525" y="1733550"/>
                </a:lnTo>
                <a:lnTo>
                  <a:pt x="3409950" y="1704975"/>
                </a:lnTo>
                <a:lnTo>
                  <a:pt x="3400425" y="1704975"/>
                </a:lnTo>
                <a:lnTo>
                  <a:pt x="3352800" y="1657350"/>
                </a:lnTo>
                <a:lnTo>
                  <a:pt x="3352800" y="1647825"/>
                </a:lnTo>
                <a:lnTo>
                  <a:pt x="3343275" y="1638300"/>
                </a:lnTo>
                <a:lnTo>
                  <a:pt x="3343275" y="1533525"/>
                </a:lnTo>
                <a:lnTo>
                  <a:pt x="3333750" y="1524000"/>
                </a:lnTo>
                <a:lnTo>
                  <a:pt x="3333750" y="1504950"/>
                </a:lnTo>
                <a:lnTo>
                  <a:pt x="3314700" y="1485900"/>
                </a:lnTo>
                <a:lnTo>
                  <a:pt x="3314700" y="1476375"/>
                </a:lnTo>
                <a:lnTo>
                  <a:pt x="3295650" y="1457325"/>
                </a:lnTo>
                <a:lnTo>
                  <a:pt x="3286125" y="1457325"/>
                </a:lnTo>
                <a:lnTo>
                  <a:pt x="3267075" y="1438275"/>
                </a:lnTo>
                <a:lnTo>
                  <a:pt x="3257550" y="1438275"/>
                </a:lnTo>
                <a:lnTo>
                  <a:pt x="3248025" y="1428750"/>
                </a:lnTo>
                <a:lnTo>
                  <a:pt x="3181350" y="1428750"/>
                </a:lnTo>
                <a:lnTo>
                  <a:pt x="3171825" y="1438275"/>
                </a:lnTo>
                <a:lnTo>
                  <a:pt x="3152775" y="1438275"/>
                </a:lnTo>
                <a:lnTo>
                  <a:pt x="3143250" y="1428750"/>
                </a:lnTo>
                <a:lnTo>
                  <a:pt x="3133725" y="1428750"/>
                </a:lnTo>
                <a:lnTo>
                  <a:pt x="3105150" y="1400175"/>
                </a:lnTo>
                <a:lnTo>
                  <a:pt x="3105150" y="1390650"/>
                </a:lnTo>
                <a:lnTo>
                  <a:pt x="3124200" y="1371600"/>
                </a:lnTo>
                <a:lnTo>
                  <a:pt x="3133725" y="1371600"/>
                </a:lnTo>
                <a:lnTo>
                  <a:pt x="3143250" y="1362075"/>
                </a:lnTo>
                <a:lnTo>
                  <a:pt x="3152775" y="1371600"/>
                </a:lnTo>
                <a:lnTo>
                  <a:pt x="3181350" y="1371600"/>
                </a:lnTo>
                <a:lnTo>
                  <a:pt x="3190875" y="1381125"/>
                </a:lnTo>
                <a:lnTo>
                  <a:pt x="3238500" y="1381125"/>
                </a:lnTo>
                <a:lnTo>
                  <a:pt x="3248025" y="1371600"/>
                </a:lnTo>
                <a:lnTo>
                  <a:pt x="3257550" y="1371600"/>
                </a:lnTo>
                <a:lnTo>
                  <a:pt x="3276600" y="1352550"/>
                </a:lnTo>
                <a:lnTo>
                  <a:pt x="3286125" y="1352550"/>
                </a:lnTo>
                <a:lnTo>
                  <a:pt x="3295650" y="1343025"/>
                </a:lnTo>
                <a:lnTo>
                  <a:pt x="3295650" y="1333500"/>
                </a:lnTo>
                <a:lnTo>
                  <a:pt x="3314700" y="1314450"/>
                </a:lnTo>
                <a:lnTo>
                  <a:pt x="3314700" y="1304925"/>
                </a:lnTo>
                <a:lnTo>
                  <a:pt x="3324225" y="1295400"/>
                </a:lnTo>
                <a:lnTo>
                  <a:pt x="3324225" y="1228725"/>
                </a:lnTo>
                <a:lnTo>
                  <a:pt x="3314700" y="1219200"/>
                </a:lnTo>
                <a:lnTo>
                  <a:pt x="3314700" y="1200150"/>
                </a:lnTo>
                <a:lnTo>
                  <a:pt x="3305175" y="1190625"/>
                </a:lnTo>
                <a:lnTo>
                  <a:pt x="3305175" y="1181100"/>
                </a:lnTo>
                <a:lnTo>
                  <a:pt x="3276600" y="1152525"/>
                </a:lnTo>
                <a:lnTo>
                  <a:pt x="3276600" y="1143000"/>
                </a:lnTo>
                <a:lnTo>
                  <a:pt x="3267075" y="1143000"/>
                </a:lnTo>
                <a:lnTo>
                  <a:pt x="3228975" y="1104900"/>
                </a:lnTo>
                <a:lnTo>
                  <a:pt x="3219450" y="1104900"/>
                </a:lnTo>
                <a:lnTo>
                  <a:pt x="3209925" y="1095375"/>
                </a:lnTo>
                <a:lnTo>
                  <a:pt x="3209925" y="1085850"/>
                </a:lnTo>
                <a:lnTo>
                  <a:pt x="3190875" y="1066800"/>
                </a:lnTo>
                <a:lnTo>
                  <a:pt x="3190875" y="1047750"/>
                </a:lnTo>
                <a:lnTo>
                  <a:pt x="3181350" y="1038225"/>
                </a:lnTo>
                <a:lnTo>
                  <a:pt x="3181350" y="981075"/>
                </a:lnTo>
                <a:lnTo>
                  <a:pt x="3190875" y="971550"/>
                </a:lnTo>
                <a:lnTo>
                  <a:pt x="3190875" y="952500"/>
                </a:lnTo>
                <a:lnTo>
                  <a:pt x="3200400" y="942975"/>
                </a:lnTo>
                <a:lnTo>
                  <a:pt x="3200400" y="933450"/>
                </a:lnTo>
                <a:lnTo>
                  <a:pt x="3209925" y="923925"/>
                </a:lnTo>
                <a:lnTo>
                  <a:pt x="3209925" y="914400"/>
                </a:lnTo>
                <a:lnTo>
                  <a:pt x="3248025" y="876300"/>
                </a:lnTo>
                <a:lnTo>
                  <a:pt x="3248025" y="866775"/>
                </a:lnTo>
                <a:lnTo>
                  <a:pt x="3257550" y="857250"/>
                </a:lnTo>
                <a:lnTo>
                  <a:pt x="3257550" y="847725"/>
                </a:lnTo>
                <a:lnTo>
                  <a:pt x="3267075" y="838200"/>
                </a:lnTo>
                <a:lnTo>
                  <a:pt x="3267075" y="771525"/>
                </a:lnTo>
                <a:lnTo>
                  <a:pt x="3257550" y="762000"/>
                </a:lnTo>
                <a:lnTo>
                  <a:pt x="3257550" y="742950"/>
                </a:lnTo>
                <a:lnTo>
                  <a:pt x="3248025" y="733425"/>
                </a:lnTo>
                <a:lnTo>
                  <a:pt x="3248025" y="723900"/>
                </a:lnTo>
                <a:lnTo>
                  <a:pt x="3238500" y="714375"/>
                </a:lnTo>
                <a:lnTo>
                  <a:pt x="3238500" y="704850"/>
                </a:lnTo>
                <a:lnTo>
                  <a:pt x="3228975" y="695325"/>
                </a:lnTo>
                <a:lnTo>
                  <a:pt x="3228975" y="685800"/>
                </a:lnTo>
                <a:lnTo>
                  <a:pt x="3209925" y="666750"/>
                </a:lnTo>
                <a:lnTo>
                  <a:pt x="3209925" y="647700"/>
                </a:lnTo>
                <a:lnTo>
                  <a:pt x="3200400" y="638175"/>
                </a:lnTo>
                <a:lnTo>
                  <a:pt x="3200400" y="628650"/>
                </a:lnTo>
                <a:lnTo>
                  <a:pt x="3190875" y="619125"/>
                </a:lnTo>
                <a:lnTo>
                  <a:pt x="3190875" y="609600"/>
                </a:lnTo>
                <a:lnTo>
                  <a:pt x="3162300" y="581025"/>
                </a:lnTo>
                <a:lnTo>
                  <a:pt x="3162300" y="571500"/>
                </a:lnTo>
                <a:lnTo>
                  <a:pt x="3152775" y="571500"/>
                </a:lnTo>
                <a:lnTo>
                  <a:pt x="3124200" y="542925"/>
                </a:lnTo>
                <a:lnTo>
                  <a:pt x="3114675" y="542925"/>
                </a:lnTo>
                <a:lnTo>
                  <a:pt x="3105150" y="533400"/>
                </a:lnTo>
                <a:lnTo>
                  <a:pt x="3095625" y="533400"/>
                </a:lnTo>
                <a:lnTo>
                  <a:pt x="3048000" y="485775"/>
                </a:lnTo>
                <a:lnTo>
                  <a:pt x="3048000" y="476250"/>
                </a:lnTo>
                <a:lnTo>
                  <a:pt x="3009900" y="438150"/>
                </a:lnTo>
                <a:lnTo>
                  <a:pt x="3000375" y="438150"/>
                </a:lnTo>
                <a:lnTo>
                  <a:pt x="2990850" y="428625"/>
                </a:lnTo>
                <a:lnTo>
                  <a:pt x="2981325" y="428625"/>
                </a:lnTo>
                <a:lnTo>
                  <a:pt x="2971800" y="419100"/>
                </a:lnTo>
                <a:lnTo>
                  <a:pt x="2962275" y="419100"/>
                </a:lnTo>
                <a:lnTo>
                  <a:pt x="2952750" y="409575"/>
                </a:lnTo>
                <a:lnTo>
                  <a:pt x="2933700" y="409575"/>
                </a:lnTo>
                <a:lnTo>
                  <a:pt x="2924175" y="400050"/>
                </a:lnTo>
                <a:lnTo>
                  <a:pt x="2886075" y="400050"/>
                </a:lnTo>
                <a:lnTo>
                  <a:pt x="2876550" y="390525"/>
                </a:lnTo>
                <a:close/>
              </a:path>
              <a:path w="4267200" h="4267200">
                <a:moveTo>
                  <a:pt x="4210050" y="152400"/>
                </a:moveTo>
                <a:lnTo>
                  <a:pt x="4200525" y="161925"/>
                </a:lnTo>
                <a:lnTo>
                  <a:pt x="4181475" y="161925"/>
                </a:lnTo>
                <a:lnTo>
                  <a:pt x="4171950" y="171450"/>
                </a:lnTo>
                <a:lnTo>
                  <a:pt x="4162425" y="171450"/>
                </a:lnTo>
                <a:lnTo>
                  <a:pt x="4152900" y="180975"/>
                </a:lnTo>
                <a:lnTo>
                  <a:pt x="4143375" y="180975"/>
                </a:lnTo>
                <a:lnTo>
                  <a:pt x="4114800" y="209550"/>
                </a:lnTo>
                <a:lnTo>
                  <a:pt x="4114800" y="228600"/>
                </a:lnTo>
                <a:lnTo>
                  <a:pt x="4105275" y="238125"/>
                </a:lnTo>
                <a:lnTo>
                  <a:pt x="4105275" y="314325"/>
                </a:lnTo>
                <a:lnTo>
                  <a:pt x="4114800" y="323850"/>
                </a:lnTo>
                <a:lnTo>
                  <a:pt x="4114800" y="466725"/>
                </a:lnTo>
                <a:lnTo>
                  <a:pt x="4105275" y="476250"/>
                </a:lnTo>
                <a:lnTo>
                  <a:pt x="4105275" y="866775"/>
                </a:lnTo>
                <a:lnTo>
                  <a:pt x="4095750" y="876300"/>
                </a:lnTo>
                <a:lnTo>
                  <a:pt x="4095750" y="885825"/>
                </a:lnTo>
                <a:lnTo>
                  <a:pt x="4076700" y="904875"/>
                </a:lnTo>
                <a:lnTo>
                  <a:pt x="4076700" y="914400"/>
                </a:lnTo>
                <a:lnTo>
                  <a:pt x="4048125" y="942975"/>
                </a:lnTo>
                <a:lnTo>
                  <a:pt x="4048125" y="952500"/>
                </a:lnTo>
                <a:lnTo>
                  <a:pt x="4029075" y="971550"/>
                </a:lnTo>
                <a:lnTo>
                  <a:pt x="4029075" y="981075"/>
                </a:lnTo>
                <a:lnTo>
                  <a:pt x="4019550" y="990600"/>
                </a:lnTo>
                <a:lnTo>
                  <a:pt x="4019550" y="1009650"/>
                </a:lnTo>
                <a:lnTo>
                  <a:pt x="4010025" y="1019175"/>
                </a:lnTo>
                <a:lnTo>
                  <a:pt x="4010025" y="1038225"/>
                </a:lnTo>
                <a:lnTo>
                  <a:pt x="4000500" y="1047750"/>
                </a:lnTo>
                <a:lnTo>
                  <a:pt x="4000500" y="1076325"/>
                </a:lnTo>
                <a:lnTo>
                  <a:pt x="3990975" y="1085850"/>
                </a:lnTo>
                <a:lnTo>
                  <a:pt x="3990975" y="1228725"/>
                </a:lnTo>
                <a:lnTo>
                  <a:pt x="4000500" y="1238250"/>
                </a:lnTo>
                <a:lnTo>
                  <a:pt x="4000500" y="1257300"/>
                </a:lnTo>
                <a:lnTo>
                  <a:pt x="3990975" y="1266825"/>
                </a:lnTo>
                <a:lnTo>
                  <a:pt x="3990975" y="1314450"/>
                </a:lnTo>
                <a:lnTo>
                  <a:pt x="3981450" y="1323975"/>
                </a:lnTo>
                <a:lnTo>
                  <a:pt x="3981450" y="1362075"/>
                </a:lnTo>
                <a:lnTo>
                  <a:pt x="3971925" y="1371600"/>
                </a:lnTo>
                <a:lnTo>
                  <a:pt x="3971925" y="1447800"/>
                </a:lnTo>
                <a:lnTo>
                  <a:pt x="3981450" y="1457325"/>
                </a:lnTo>
                <a:lnTo>
                  <a:pt x="3981450" y="1514475"/>
                </a:lnTo>
                <a:lnTo>
                  <a:pt x="3990975" y="1524000"/>
                </a:lnTo>
                <a:lnTo>
                  <a:pt x="3990975" y="1571625"/>
                </a:lnTo>
                <a:lnTo>
                  <a:pt x="4000500" y="1581150"/>
                </a:lnTo>
                <a:lnTo>
                  <a:pt x="4000500" y="1609725"/>
                </a:lnTo>
                <a:lnTo>
                  <a:pt x="4010025" y="1619250"/>
                </a:lnTo>
                <a:lnTo>
                  <a:pt x="4010025" y="1638300"/>
                </a:lnTo>
                <a:lnTo>
                  <a:pt x="4019550" y="1647825"/>
                </a:lnTo>
                <a:lnTo>
                  <a:pt x="4019550" y="1666875"/>
                </a:lnTo>
                <a:lnTo>
                  <a:pt x="4029075" y="1676400"/>
                </a:lnTo>
                <a:lnTo>
                  <a:pt x="4029075" y="1695450"/>
                </a:lnTo>
                <a:lnTo>
                  <a:pt x="4038600" y="1704975"/>
                </a:lnTo>
                <a:lnTo>
                  <a:pt x="4038600" y="1724025"/>
                </a:lnTo>
                <a:lnTo>
                  <a:pt x="4048125" y="1733550"/>
                </a:lnTo>
                <a:lnTo>
                  <a:pt x="4048125" y="1752600"/>
                </a:lnTo>
                <a:lnTo>
                  <a:pt x="4057650" y="1762125"/>
                </a:lnTo>
                <a:lnTo>
                  <a:pt x="4057650" y="1809750"/>
                </a:lnTo>
                <a:lnTo>
                  <a:pt x="4067175" y="1819275"/>
                </a:lnTo>
                <a:lnTo>
                  <a:pt x="4067175" y="1866900"/>
                </a:lnTo>
                <a:lnTo>
                  <a:pt x="4076700" y="1876425"/>
                </a:lnTo>
                <a:lnTo>
                  <a:pt x="4076700" y="1895475"/>
                </a:lnTo>
                <a:lnTo>
                  <a:pt x="4086225" y="1905000"/>
                </a:lnTo>
                <a:lnTo>
                  <a:pt x="4086225" y="1914525"/>
                </a:lnTo>
                <a:lnTo>
                  <a:pt x="4114800" y="1943100"/>
                </a:lnTo>
                <a:lnTo>
                  <a:pt x="4124325" y="1943100"/>
                </a:lnTo>
                <a:lnTo>
                  <a:pt x="4143375" y="1962150"/>
                </a:lnTo>
                <a:lnTo>
                  <a:pt x="4162425" y="1962150"/>
                </a:lnTo>
                <a:lnTo>
                  <a:pt x="4171950" y="1971675"/>
                </a:lnTo>
                <a:lnTo>
                  <a:pt x="4181475" y="1971675"/>
                </a:lnTo>
                <a:lnTo>
                  <a:pt x="4191000" y="1981200"/>
                </a:lnTo>
                <a:lnTo>
                  <a:pt x="4238625" y="1981200"/>
                </a:lnTo>
                <a:lnTo>
                  <a:pt x="4248150" y="1990725"/>
                </a:lnTo>
                <a:lnTo>
                  <a:pt x="4257675" y="1990725"/>
                </a:lnTo>
                <a:lnTo>
                  <a:pt x="4257675" y="152400"/>
                </a:lnTo>
                <a:close/>
              </a:path>
              <a:path w="4267200" h="4267200">
                <a:moveTo>
                  <a:pt x="190500" y="133350"/>
                </a:moveTo>
                <a:lnTo>
                  <a:pt x="180975" y="142875"/>
                </a:lnTo>
                <a:lnTo>
                  <a:pt x="161925" y="142875"/>
                </a:lnTo>
                <a:lnTo>
                  <a:pt x="142875" y="161925"/>
                </a:lnTo>
                <a:lnTo>
                  <a:pt x="142875" y="171450"/>
                </a:lnTo>
                <a:lnTo>
                  <a:pt x="133350" y="180975"/>
                </a:lnTo>
                <a:lnTo>
                  <a:pt x="133350" y="219075"/>
                </a:lnTo>
                <a:lnTo>
                  <a:pt x="142875" y="228600"/>
                </a:lnTo>
                <a:lnTo>
                  <a:pt x="142875" y="238125"/>
                </a:lnTo>
                <a:lnTo>
                  <a:pt x="152400" y="247650"/>
                </a:lnTo>
                <a:lnTo>
                  <a:pt x="161925" y="247650"/>
                </a:lnTo>
                <a:lnTo>
                  <a:pt x="171450" y="257175"/>
                </a:lnTo>
                <a:lnTo>
                  <a:pt x="228600" y="257175"/>
                </a:lnTo>
                <a:lnTo>
                  <a:pt x="257175" y="228600"/>
                </a:lnTo>
                <a:lnTo>
                  <a:pt x="257175" y="171450"/>
                </a:lnTo>
                <a:lnTo>
                  <a:pt x="247650" y="161925"/>
                </a:lnTo>
                <a:lnTo>
                  <a:pt x="247650" y="152400"/>
                </a:lnTo>
                <a:lnTo>
                  <a:pt x="238125" y="152400"/>
                </a:lnTo>
                <a:lnTo>
                  <a:pt x="228600" y="142875"/>
                </a:lnTo>
                <a:lnTo>
                  <a:pt x="219075" y="142875"/>
                </a:lnTo>
                <a:lnTo>
                  <a:pt x="209550" y="133350"/>
                </a:lnTo>
                <a:close/>
              </a:path>
            </a:pathLst>
          </a:custGeom>
          <a:noFill xmlns:a="http://schemas.openxmlformats.org/drawingml/2006/main"/>
          <a:ln xmlns:a="http://schemas.openxmlformats.org/drawingml/2006/main" w="20955">
            <a:solidFill>
              <a:srgbClr val="FF382E"/>
            </a:solidFill>
          </a:ln>
        </p:spPr>
      </p:sp>
      <p:sp>
        <p:nvSpPr>
          <p:cNvPr id="117" name="out-contour-frame">
            <a:extLst xmlns:a="http://schemas.openxmlformats.org/drawingml/2006/main">
              <a:ext uri="{FF2B5EF4-FFF2-40B4-BE49-F238E27FC236}">
                <a16:creationId xmlns:a16="http://schemas.microsoft.com/office/drawing/2014/main" id="{1CAC8220-9746-4CFA-B1B4-EC69E9B1807F}"/>
              </a:ext>
            </a:extLst>
          </p:cNvPr>
          <p:cNvSpPr>
            <a:spLocks xmlns:a="http://schemas.openxmlformats.org/drawingml/2006/main" noGrp="1"/>
          </p:cNvSpPr>
          <p:nvPr/>
        </p:nvSpPr>
        <p:spPr>
          <a:xfrm xmlns:a="http://schemas.openxmlformats.org/drawingml/2006/main">
            <a:off x="11125200" y="4591050"/>
            <a:ext cx="838200" cy="838200"/>
          </a:xfrm>
          <a:prstGeom xmlns:a="http://schemas.openxmlformats.org/drawingml/2006/main" prst="rect">
            <a:avLst/>
          </a:prstGeom>
          <a:noFill xmlns:a="http://schemas.openxmlformats.org/drawingml/2006/main"/>
          <a:ln xmlns:a="http://schemas.openxmlformats.org/drawingml/2006/main" w="11430">
            <a:solidFill>
              <a:srgbClr val="94A5AE"/>
            </a:solidFill>
            <a:prstDash val="solid"/>
          </a:ln>
        </p:spPr>
      </p:sp>
      <p:sp>
        <p:nvSpPr>
          <p:cNvPr id="118" name="out-heatmap-label">
            <a:extLst xmlns:a="http://schemas.openxmlformats.org/drawingml/2006/main">
              <a:ext uri="{FF2B5EF4-FFF2-40B4-BE49-F238E27FC236}">
                <a16:creationId xmlns:a16="http://schemas.microsoft.com/office/drawing/2014/main" id="{7E3F8E40-2993-4BB0-B496-A26E6C1AA68B}"/>
              </a:ext>
            </a:extLst>
          </p:cNvPr>
          <p:cNvSpPr>
            <a:spLocks xmlns:a="http://schemas.openxmlformats.org/drawingml/2006/main" noGrp="1"/>
          </p:cNvSpPr>
          <p:nvPr/>
        </p:nvSpPr>
        <p:spPr>
          <a:xfrm xmlns:a="http://schemas.openxmlformats.org/drawingml/2006/main">
            <a:off x="10153650" y="5524500"/>
            <a:ext cx="91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score</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map</a:t>
            </a:r>
          </a:p>
        </p:txBody>
      </p:sp>
      <p:sp>
        <p:nvSpPr>
          <p:cNvPr id="119" name="out-contour-label">
            <a:extLst xmlns:a="http://schemas.openxmlformats.org/drawingml/2006/main">
              <a:ext uri="{FF2B5EF4-FFF2-40B4-BE49-F238E27FC236}">
                <a16:creationId xmlns:a16="http://schemas.microsoft.com/office/drawing/2014/main" id="{1A87ED40-B0E5-47C4-97F6-5B66F6A6B7BA}"/>
              </a:ext>
            </a:extLst>
          </p:cNvPr>
          <p:cNvSpPr>
            <a:spLocks xmlns:a="http://schemas.openxmlformats.org/drawingml/2006/main" noGrp="1"/>
          </p:cNvSpPr>
          <p:nvPr/>
        </p:nvSpPr>
        <p:spPr>
          <a:xfrm xmlns:a="http://schemas.openxmlformats.org/drawingml/2006/main">
            <a:off x="11068050" y="5524500"/>
            <a:ext cx="91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contour</a:t>
            </a:r>
          </a:p>
        </p:txBody>
      </p:sp>
      <p:sp>
        <p:nvSpPr>
          <p:cNvPr id="120" name="query-label">
            <a:extLst xmlns:a="http://schemas.openxmlformats.org/drawingml/2006/main">
              <a:ext uri="{FF2B5EF4-FFF2-40B4-BE49-F238E27FC236}">
                <a16:creationId xmlns:a16="http://schemas.microsoft.com/office/drawing/2014/main" id="{223D4CDD-AEA6-45F5-B5DB-03D7BB64A6DF}"/>
              </a:ext>
            </a:extLst>
          </p:cNvPr>
          <p:cNvSpPr>
            <a:spLocks xmlns:a="http://schemas.openxmlformats.org/drawingml/2006/main" noGrp="1"/>
          </p:cNvSpPr>
          <p:nvPr/>
        </p:nvSpPr>
        <p:spPr>
          <a:xfrm xmlns:a="http://schemas.openxmlformats.org/drawingml/2006/main">
            <a:off x="304800" y="62103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query</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image</a:t>
            </a:r>
          </a:p>
        </p:txBody>
      </p:sp>
      <p:sp>
        <p:nvSpPr>
          <p:cNvPr id="121" name="qb-label">
            <a:extLst xmlns:a="http://schemas.openxmlformats.org/drawingml/2006/main">
              <a:ext uri="{FF2B5EF4-FFF2-40B4-BE49-F238E27FC236}">
                <a16:creationId xmlns:a16="http://schemas.microsoft.com/office/drawing/2014/main" id="{04B36F48-BACE-4A31-909F-E0CCB018FE05}"/>
              </a:ext>
            </a:extLst>
          </p:cNvPr>
          <p:cNvSpPr>
            <a:spLocks xmlns:a="http://schemas.openxmlformats.org/drawingml/2006/main" noGrp="1"/>
          </p:cNvSpPr>
          <p:nvPr/>
        </p:nvSpPr>
        <p:spPr>
          <a:xfrm xmlns:a="http://schemas.openxmlformats.org/drawingml/2006/main">
            <a:off x="1905000" y="6210300"/>
            <a:ext cx="2438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same modules</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as (a)</a:t>
            </a:r>
          </a:p>
        </p:txBody>
      </p:sp>
      <p:sp>
        <p:nvSpPr>
          <p:cNvPr id="122" name="qa-label">
            <a:extLst xmlns:a="http://schemas.openxmlformats.org/drawingml/2006/main">
              <a:ext uri="{FF2B5EF4-FFF2-40B4-BE49-F238E27FC236}">
                <a16:creationId xmlns:a16="http://schemas.microsoft.com/office/drawing/2014/main" id="{405E5BED-886D-4227-ACA9-B22435573ADD}"/>
              </a:ext>
            </a:extLst>
          </p:cNvPr>
          <p:cNvSpPr>
            <a:spLocks xmlns:a="http://schemas.openxmlformats.org/drawingml/2006/main" noGrp="1"/>
          </p:cNvSpPr>
          <p:nvPr/>
        </p:nvSpPr>
        <p:spPr>
          <a:xfrm xmlns:a="http://schemas.openxmlformats.org/drawingml/2006/main">
            <a:off x="4610100" y="6210300"/>
            <a:ext cx="123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align +</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ℓ2 unit</a:t>
            </a:r>
          </a:p>
        </p:txBody>
      </p:sp>
      <p:sp>
        <p:nvSpPr>
          <p:cNvPr id="123" name="match-label">
            <a:extLst xmlns:a="http://schemas.openxmlformats.org/drawingml/2006/main">
              <a:ext uri="{FF2B5EF4-FFF2-40B4-BE49-F238E27FC236}">
                <a16:creationId xmlns:a16="http://schemas.microsoft.com/office/drawing/2014/main" id="{EFC5F346-879E-4B9E-9D73-14A6C7FE2E4B}"/>
              </a:ext>
            </a:extLst>
          </p:cNvPr>
          <p:cNvSpPr>
            <a:spLocks xmlns:a="http://schemas.openxmlformats.org/drawingml/2006/main" noGrp="1"/>
          </p:cNvSpPr>
          <p:nvPr/>
        </p:nvSpPr>
        <p:spPr>
          <a:xfrm xmlns:a="http://schemas.openxmlformats.org/drawingml/2006/main">
            <a:off x="6115050" y="6210300"/>
            <a:ext cx="3771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J</a:t>
            </a:r>
            <a:r>
              <a:rPr sz="2250" b="0" i="0">
                <a:solidFill>
                  <a:srgbClr val="1E2E38"/>
                </a:solidFill>
                <a:latin typeface="Times New Roman"/>
                <a:ea typeface="Times New Roman"/>
                <a:cs typeface="Times New Roman"/>
              </a:rPr>
              <a:t>: one shared row</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L</a:t>
            </a:r>
            <a:r>
              <a:rPr sz="2250" b="0" i="0">
                <a:solidFill>
                  <a:srgbClr val="1E2E38"/>
                </a:solidFill>
                <a:latin typeface="Times New Roman"/>
                <a:ea typeface="Times New Roman"/>
                <a:cs typeface="Times New Roman"/>
              </a:rPr>
              <a:t>: per-branch rows</a:t>
            </a:r>
          </a:p>
        </p:txBody>
      </p:sp>
      <p:sp>
        <p:nvSpPr>
          <p:cNvPr id="124" name="out-label">
            <a:extLst xmlns:a="http://schemas.openxmlformats.org/drawingml/2006/main">
              <a:ext uri="{FF2B5EF4-FFF2-40B4-BE49-F238E27FC236}">
                <a16:creationId xmlns:a16="http://schemas.microsoft.com/office/drawing/2014/main" id="{DDAA2E75-63A8-491C-B996-018A2397AD83}"/>
              </a:ext>
            </a:extLst>
          </p:cNvPr>
          <p:cNvSpPr>
            <a:spLocks xmlns:a="http://schemas.openxmlformats.org/drawingml/2006/main" noGrp="1"/>
          </p:cNvSpPr>
          <p:nvPr/>
        </p:nvSpPr>
        <p:spPr>
          <a:xfrm xmlns:a="http://schemas.openxmlformats.org/drawingml/2006/main">
            <a:off x="10153650" y="6210300"/>
            <a:ext cx="182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same query</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(threshold)</a:t>
            </a:r>
          </a:p>
        </p:txBody>
      </p:sp>
      <p:sp>
        <p:nvSpPr>
          <p:cNvPr id="125" name="anchor-14">
            <a:extLst xmlns:a="http://schemas.openxmlformats.org/drawingml/2006/main">
              <a:ext uri="{FF2B5EF4-FFF2-40B4-BE49-F238E27FC236}">
                <a16:creationId xmlns:a16="http://schemas.microsoft.com/office/drawing/2014/main" id="{A0035D57-932C-4D42-9E4C-41E5E6FC1D01}"/>
              </a:ext>
            </a:extLst>
          </p:cNvPr>
          <p:cNvSpPr>
            <a:spLocks xmlns:a="http://schemas.openxmlformats.org/drawingml/2006/main" noGrp="1"/>
          </p:cNvSpPr>
          <p:nvPr/>
        </p:nvSpPr>
        <p:spPr>
          <a:xfrm xmlns:a="http://schemas.openxmlformats.org/drawingml/2006/main">
            <a:off x="11806238" y="271938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26" name="anchor-15">
            <a:extLst xmlns:a="http://schemas.openxmlformats.org/drawingml/2006/main">
              <a:ext uri="{FF2B5EF4-FFF2-40B4-BE49-F238E27FC236}">
                <a16:creationId xmlns:a16="http://schemas.microsoft.com/office/drawing/2014/main" id="{EE837811-EF33-4327-8FB4-766D262649ED}"/>
              </a:ext>
            </a:extLst>
          </p:cNvPr>
          <p:cNvSpPr>
            <a:spLocks xmlns:a="http://schemas.openxmlformats.org/drawingml/2006/main" noGrp="1"/>
          </p:cNvSpPr>
          <p:nvPr/>
        </p:nvSpPr>
        <p:spPr>
          <a:xfrm xmlns:a="http://schemas.openxmlformats.org/drawingml/2006/main">
            <a:off x="11806238" y="342423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65" name=""/>
          <p:cNvCxnSpPr>
            <a:stCxn xmlns:a="http://schemas.openxmlformats.org/drawingml/2006/main" id="125" idx="2"/>
            <a:endCxn xmlns:a="http://schemas.openxmlformats.org/drawingml/2006/main" id="126" idx="0"/>
          </p:cNvCxnSpPr>
          <p:nvPr/>
        </p:nvCxnSpPr>
        <p:spPr>
          <a:xfrm xmlns:a="http://schemas.openxmlformats.org/drawingml/2006/main">
            <a:off x="11811001" y="2728913"/>
            <a:ext cx="0" cy="695325"/>
          </a:xfrm>
          <a:prstGeom xmlns:a="http://schemas.openxmlformats.org/drawingml/2006/main" prst="straightConnector1">
            <a:avLst/>
          </a:prstGeom>
          <a:ln xmlns:a="http://schemas.openxmlformats.org/drawingml/2006/main" w="15240">
            <a:solidFill>
              <a:srgbClr val="5C7386"/>
            </a:solidFill>
            <a:prstDash val="dash"/>
            <a:headEnd type="none" w="med" len="med"/>
          </a:ln>
        </p:spPr>
      </p:cxnSp>
      <p:sp>
        <p:nvSpPr>
          <p:cNvPr id="128" name="anchor-16">
            <a:extLst xmlns:a="http://schemas.openxmlformats.org/drawingml/2006/main">
              <a:ext uri="{FF2B5EF4-FFF2-40B4-BE49-F238E27FC236}">
                <a16:creationId xmlns:a16="http://schemas.microsoft.com/office/drawing/2014/main" id="{64658969-FE18-42B1-8622-E723F9B4C25E}"/>
              </a:ext>
            </a:extLst>
          </p:cNvPr>
          <p:cNvSpPr>
            <a:spLocks xmlns:a="http://schemas.openxmlformats.org/drawingml/2006/main" noGrp="1"/>
          </p:cNvSpPr>
          <p:nvPr/>
        </p:nvSpPr>
        <p:spPr>
          <a:xfrm xmlns:a="http://schemas.openxmlformats.org/drawingml/2006/main">
            <a:off x="11806238" y="342423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29" name="anchor-17">
            <a:extLst xmlns:a="http://schemas.openxmlformats.org/drawingml/2006/main">
              <a:ext uri="{FF2B5EF4-FFF2-40B4-BE49-F238E27FC236}">
                <a16:creationId xmlns:a16="http://schemas.microsoft.com/office/drawing/2014/main" id="{FE4C104C-60DF-4C54-91B6-B121968C5954}"/>
              </a:ext>
            </a:extLst>
          </p:cNvPr>
          <p:cNvSpPr>
            <a:spLocks xmlns:a="http://schemas.openxmlformats.org/drawingml/2006/main" noGrp="1"/>
          </p:cNvSpPr>
          <p:nvPr/>
        </p:nvSpPr>
        <p:spPr>
          <a:xfrm xmlns:a="http://schemas.openxmlformats.org/drawingml/2006/main">
            <a:off x="9615488" y="342423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68" name=""/>
          <p:cNvCxnSpPr>
            <a:stCxn xmlns:a="http://schemas.openxmlformats.org/drawingml/2006/main" id="128" idx="1"/>
            <a:endCxn xmlns:a="http://schemas.openxmlformats.org/drawingml/2006/main" id="129" idx="3"/>
          </p:cNvCxnSpPr>
          <p:nvPr/>
        </p:nvCxnSpPr>
        <p:spPr>
          <a:xfrm xmlns:a="http://schemas.openxmlformats.org/drawingml/2006/main" flipH="1">
            <a:off x="9625013" y="3429001"/>
            <a:ext cx="2181225" cy="0"/>
          </a:xfrm>
          <a:prstGeom xmlns:a="http://schemas.openxmlformats.org/drawingml/2006/main" prst="straightConnector1">
            <a:avLst/>
          </a:prstGeom>
          <a:ln xmlns:a="http://schemas.openxmlformats.org/drawingml/2006/main" w="15240">
            <a:solidFill>
              <a:srgbClr val="5C7386"/>
            </a:solidFill>
            <a:prstDash val="dash"/>
            <a:headEnd type="none" w="med" len="med"/>
          </a:ln>
        </p:spPr>
      </p:cxnSp>
      <p:sp>
        <p:nvSpPr>
          <p:cNvPr id="131" name="anchor-18">
            <a:extLst xmlns:a="http://schemas.openxmlformats.org/drawingml/2006/main">
              <a:ext uri="{FF2B5EF4-FFF2-40B4-BE49-F238E27FC236}">
                <a16:creationId xmlns:a16="http://schemas.microsoft.com/office/drawing/2014/main" id="{5E920F6F-8CDD-4837-A62C-645106239355}"/>
              </a:ext>
            </a:extLst>
          </p:cNvPr>
          <p:cNvSpPr>
            <a:spLocks xmlns:a="http://schemas.openxmlformats.org/drawingml/2006/main" noGrp="1"/>
          </p:cNvSpPr>
          <p:nvPr/>
        </p:nvSpPr>
        <p:spPr>
          <a:xfrm xmlns:a="http://schemas.openxmlformats.org/drawingml/2006/main">
            <a:off x="9615488" y="342423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2" name="anchor-19">
            <a:extLst xmlns:a="http://schemas.openxmlformats.org/drawingml/2006/main">
              <a:ext uri="{FF2B5EF4-FFF2-40B4-BE49-F238E27FC236}">
                <a16:creationId xmlns:a16="http://schemas.microsoft.com/office/drawing/2014/main" id="{F315F5F8-CD41-4FDF-B47A-5D0D74428A26}"/>
              </a:ext>
            </a:extLst>
          </p:cNvPr>
          <p:cNvSpPr>
            <a:spLocks xmlns:a="http://schemas.openxmlformats.org/drawingml/2006/main" noGrp="1"/>
          </p:cNvSpPr>
          <p:nvPr/>
        </p:nvSpPr>
        <p:spPr>
          <a:xfrm xmlns:a="http://schemas.openxmlformats.org/drawingml/2006/main">
            <a:off x="9615488" y="424338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71" name=""/>
          <p:cNvCxnSpPr>
            <a:stCxn xmlns:a="http://schemas.openxmlformats.org/drawingml/2006/main" id="131" idx="2"/>
            <a:endCxn xmlns:a="http://schemas.openxmlformats.org/drawingml/2006/main" id="132" idx="0"/>
          </p:cNvCxnSpPr>
          <p:nvPr/>
        </p:nvCxnSpPr>
        <p:spPr>
          <a:xfrm xmlns:a="http://schemas.openxmlformats.org/drawingml/2006/main">
            <a:off x="9620251" y="3433763"/>
            <a:ext cx="0" cy="809625"/>
          </a:xfrm>
          <a:prstGeom xmlns:a="http://schemas.openxmlformats.org/drawingml/2006/main" prst="straightConnector1">
            <a:avLst/>
          </a:prstGeom>
          <a:ln xmlns:a="http://schemas.openxmlformats.org/drawingml/2006/main" w="15240">
            <a:solidFill>
              <a:srgbClr val="5C7386"/>
            </a:solidFill>
            <a:prstDash val="dash"/>
            <a:headEnd type="triangle" w="med" len="med"/>
          </a:ln>
        </p:spPr>
      </p:cxnSp>
      <p:sp>
        <p:nvSpPr>
          <p:cNvPr id="134" name="read-guide-label">
            <a:extLst xmlns:a="http://schemas.openxmlformats.org/drawingml/2006/main">
              <a:ext uri="{FF2B5EF4-FFF2-40B4-BE49-F238E27FC236}">
                <a16:creationId xmlns:a16="http://schemas.microsoft.com/office/drawing/2014/main" id="{2EA271DA-F29B-41E0-8C96-6E525514156C}"/>
              </a:ext>
            </a:extLst>
          </p:cNvPr>
          <p:cNvSpPr>
            <a:spLocks xmlns:a="http://schemas.openxmlformats.org/drawingml/2006/main" noGrp="1"/>
          </p:cNvSpPr>
          <p:nvPr/>
        </p:nvSpPr>
        <p:spPr>
          <a:xfrm xmlns:a="http://schemas.openxmlformats.org/drawingml/2006/main">
            <a:off x="10039350" y="3505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C7386"/>
                </a:solidFill>
                <a:latin typeface="Times New Roman"/>
                <a:ea typeface="Times New Roman"/>
                <a:cs typeface="Times New Roman"/>
              </a:defRPr>
            </a:pPr>
            <a:r>
              <a:rPr sz="2250" b="0" i="0">
                <a:solidFill>
                  <a:srgbClr val="5C7386"/>
                </a:solidFill>
                <a:latin typeface="Times New Roman"/>
                <a:ea typeface="Times New Roman"/>
                <a:cs typeface="Times New Roman"/>
              </a:rPr>
              <a:t>read only</a:t>
            </a:r>
          </a:p>
        </p:txBody>
      </p:sp>
      <p:sp>
        <p:nvSpPr>
          <p:cNvPr id="135" name="footer-line-1">
            <a:extLst xmlns:a="http://schemas.openxmlformats.org/drawingml/2006/main">
              <a:ext uri="{FF2B5EF4-FFF2-40B4-BE49-F238E27FC236}">
                <a16:creationId xmlns:a16="http://schemas.microsoft.com/office/drawing/2014/main" id="{6A1B09CB-60DF-4518-9227-845A7D3FFC2D}"/>
              </a:ext>
            </a:extLst>
          </p:cNvPr>
          <p:cNvSpPr>
            <a:spLocks xmlns:a="http://schemas.openxmlformats.org/drawingml/2006/main" noGrp="1"/>
          </p:cNvSpPr>
          <p:nvPr/>
        </p:nvSpPr>
        <p:spPr>
          <a:xfrm xmlns:a="http://schemas.openxmlformats.org/drawingml/2006/main">
            <a:off x="304800" y="7010400"/>
            <a:ext cx="1158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Controlled factors: fixed weights · </a:t>
            </a:r>
            <a:r>
              <a:rPr sz="2250" b="0" i="1">
                <a:solidFill>
                  <a:srgbClr val="1E2E38"/>
                </a:solidFill>
                <a:latin typeface="Times New Roman"/>
                <a:ea typeface="Times New Roman"/>
                <a:cs typeface="Times New Roman"/>
              </a:rPr>
              <a:t>DUP</a:t>
            </a:r>
            <a:r>
              <a:rPr sz="2250" b="0" i="0">
                <a:solidFill>
                  <a:srgbClr val="1E2E38"/>
                </a:solidFill>
                <a:latin typeface="Times New Roman"/>
                <a:ea typeface="Times New Roman"/>
                <a:cs typeface="Times New Roman"/>
              </a:rPr>
              <a:t> vs </a:t>
            </a:r>
            <a:r>
              <a:rPr sz="2250" b="0" i="1">
                <a:solidFill>
                  <a:srgbClr val="1E2E38"/>
                </a:solidFill>
                <a:latin typeface="Times New Roman"/>
                <a:ea typeface="Times New Roman"/>
                <a:cs typeface="Times New Roman"/>
              </a:rPr>
              <a:t>TRI</a:t>
            </a:r>
            <a:r>
              <a:rPr sz="2250" b="0" i="0">
                <a:solidFill>
                  <a:srgbClr val="1E2E38"/>
                </a:solidFill>
                <a:latin typeface="Times New Roman"/>
                <a:ea typeface="Times New Roman"/>
                <a:cs typeface="Times New Roman"/>
              </a:rPr>
              <a:t> · shared vs independent matching</a:t>
            </a:r>
          </a:p>
        </p:txBody>
      </p:sp>
      <p:sp>
        <p:nvSpPr>
          <p:cNvPr id="136" name="footer-line-2">
            <a:extLst xmlns:a="http://schemas.openxmlformats.org/drawingml/2006/main">
              <a:ext uri="{FF2B5EF4-FFF2-40B4-BE49-F238E27FC236}">
                <a16:creationId xmlns:a16="http://schemas.microsoft.com/office/drawing/2014/main" id="{5F771A9B-2C5D-4470-A05F-2B76517A7158}"/>
              </a:ext>
            </a:extLst>
          </p:cNvPr>
          <p:cNvSpPr>
            <a:spLocks xmlns:a="http://schemas.openxmlformats.org/drawingml/2006/main" noGrp="1"/>
          </p:cNvSpPr>
          <p:nvPr/>
        </p:nvSpPr>
        <p:spPr>
          <a:xfrm xmlns:a="http://schemas.openxmlformats.org/drawingml/2006/main">
            <a:off x="304800" y="7372350"/>
            <a:ext cx="1158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patch score → 448 resize → Gaussian σ = 4 → anomaly map; image score = spatial max</a:t>
            </a:r>
          </a:p>
        </p:txBody>
      </p:sp>
      <p:sp>
        <p:nvSpPr>
          <p:cNvPr id="137" name="footer-line-3">
            <a:extLst xmlns:a="http://schemas.openxmlformats.org/drawingml/2006/main">
              <a:ext uri="{FF2B5EF4-FFF2-40B4-BE49-F238E27FC236}">
                <a16:creationId xmlns:a16="http://schemas.microsoft.com/office/drawing/2014/main" id="{387D36A1-CCB4-4E0E-9CD1-E02405314286}"/>
              </a:ext>
            </a:extLst>
          </p:cNvPr>
          <p:cNvSpPr>
            <a:spLocks xmlns:a="http://schemas.openxmlformats.org/drawingml/2006/main" noGrp="1"/>
          </p:cNvSpPr>
          <p:nvPr/>
        </p:nvSpPr>
        <p:spPr>
          <a:xfrm xmlns:a="http://schemas.openxmlformats.org/drawingml/2006/main">
            <a:off x="304800" y="7734300"/>
            <a:ext cx="1158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The extra branch is an experimental construction, not a runtime switch.</a:t>
            </a:r>
          </a:p>
        </p:txBody>
      </p:sp>
      <p:sp>
        <p:nvSpPr>
          <p:cNvPr id="138" name="footer-line-4">
            <a:extLst xmlns:a="http://schemas.openxmlformats.org/drawingml/2006/main">
              <a:ext uri="{FF2B5EF4-FFF2-40B4-BE49-F238E27FC236}">
                <a16:creationId xmlns:a16="http://schemas.microsoft.com/office/drawing/2014/main" id="{F24F7EA2-3119-4DE2-9D3E-5930DD985467}"/>
              </a:ext>
            </a:extLst>
          </p:cNvPr>
          <p:cNvSpPr>
            <a:spLocks xmlns:a="http://schemas.openxmlformats.org/drawingml/2006/main" noGrp="1"/>
          </p:cNvSpPr>
          <p:nvPr/>
        </p:nvSpPr>
        <p:spPr>
          <a:xfrm xmlns:a="http://schemas.openxmlformats.org/drawingml/2006/main">
            <a:off x="304800" y="8096250"/>
            <a:ext cx="11582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DUP</a:t>
            </a:r>
            <a:r>
              <a:rPr sz="2250" b="0" i="0">
                <a:solidFill>
                  <a:srgbClr val="5E717C"/>
                </a:solidFill>
                <a:latin typeface="Times New Roman"/>
                <a:ea typeface="Times New Roman"/>
                <a:cs typeface="Times New Roman"/>
              </a:rPr>
              <a:t> does not train a new model; the bank is fixed and read only.</a:t>
            </a:r>
          </a:p>
        </p:txBody>
      </p:sp>
    </p:spTree>
    <p:extLst>
      <p:ext uri="{BB962C8B-B14F-4D97-AF65-F5344CB8AC3E}">
        <p14:creationId xmlns:p14="http://schemas.microsoft.com/office/powerpoint/2010/main" val="6510984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 name="band-a">
            <a:extLst xmlns:a="http://schemas.openxmlformats.org/drawingml/2006/main">
              <a:ext uri="{FF2B5EF4-FFF2-40B4-BE49-F238E27FC236}">
                <a16:creationId xmlns:a16="http://schemas.microsoft.com/office/drawing/2014/main" id="{3C5E026A-DFFA-4C62-A4CF-27A4BBD5F9CD}"/>
              </a:ext>
            </a:extLst>
          </p:cNvPr>
          <p:cNvSpPr>
            <a:spLocks xmlns:a="http://schemas.openxmlformats.org/drawingml/2006/main" noGrp="1"/>
          </p:cNvSpPr>
          <p:nvPr/>
        </p:nvSpPr>
        <p:spPr>
          <a:xfrm xmlns:a="http://schemas.openxmlformats.org/drawingml/2006/main">
            <a:off x="152400" y="76200"/>
            <a:ext cx="11887200" cy="25908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C9BE9416-7D8A-46A8-8129-6925AD31C1E8}"/>
              </a:ext>
            </a:extLst>
          </p:cNvPr>
          <p:cNvSpPr>
            <a:spLocks xmlns:a="http://schemas.openxmlformats.org/drawingml/2006/main" noGrp="1"/>
          </p:cNvSpPr>
          <p:nvPr/>
        </p:nvSpPr>
        <p:spPr>
          <a:xfrm xmlns:a="http://schemas.openxmlformats.org/drawingml/2006/main">
            <a:off x="152400" y="2762250"/>
            <a:ext cx="11887200" cy="259080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c">
            <a:extLst xmlns:a="http://schemas.openxmlformats.org/drawingml/2006/main">
              <a:ext uri="{FF2B5EF4-FFF2-40B4-BE49-F238E27FC236}">
                <a16:creationId xmlns:a16="http://schemas.microsoft.com/office/drawing/2014/main" id="{8D521360-A2A7-4540-B7DE-F047850DA2C6}"/>
              </a:ext>
            </a:extLst>
          </p:cNvPr>
          <p:cNvSpPr>
            <a:spLocks xmlns:a="http://schemas.openxmlformats.org/drawingml/2006/main" noGrp="1"/>
          </p:cNvSpPr>
          <p:nvPr/>
        </p:nvSpPr>
        <p:spPr>
          <a:xfrm xmlns:a="http://schemas.openxmlformats.org/drawingml/2006/main">
            <a:off x="152400" y="5448300"/>
            <a:ext cx="11887200" cy="276225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520AD6C0-1203-4466-A30F-011161A52F99}"/>
              </a:ext>
            </a:extLst>
          </p:cNvPr>
          <p:cNvSpPr>
            <a:spLocks xmlns:a="http://schemas.openxmlformats.org/drawingml/2006/main" noGrp="1"/>
          </p:cNvSpPr>
          <p:nvPr/>
        </p:nvSpPr>
        <p:spPr>
          <a:xfrm xmlns:a="http://schemas.openxmlformats.org/drawingml/2006/main">
            <a:off x="304800" y="1714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33BADD79-14B4-425E-9EED-F290EEBA4755}"/>
              </a:ext>
            </a:extLst>
          </p:cNvPr>
          <p:cNvSpPr>
            <a:spLocks xmlns:a="http://schemas.openxmlformats.org/drawingml/2006/main" noGrp="1"/>
          </p:cNvSpPr>
          <p:nvPr/>
        </p:nvSpPr>
        <p:spPr>
          <a:xfrm xmlns:a="http://schemas.openxmlformats.org/drawingml/2006/main">
            <a:off x="323850" y="171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7E11AFCE-A0AD-4431-A782-1BBD0CEDF60C}"/>
              </a:ext>
            </a:extLst>
          </p:cNvPr>
          <p:cNvSpPr>
            <a:spLocks xmlns:a="http://schemas.openxmlformats.org/drawingml/2006/main" noGrp="1"/>
          </p:cNvSpPr>
          <p:nvPr/>
        </p:nvSpPr>
        <p:spPr>
          <a:xfrm xmlns:a="http://schemas.openxmlformats.org/drawingml/2006/main">
            <a:off x="876300" y="1333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One query patch and the candidate rows</a:t>
            </a:r>
          </a:p>
        </p:txBody>
      </p:sp>
      <p:sp>
        <p:nvSpPr>
          <p:cNvPr id="7" name="query-patch">
            <a:extLst xmlns:a="http://schemas.openxmlformats.org/drawingml/2006/main">
              <a:ext uri="{FF2B5EF4-FFF2-40B4-BE49-F238E27FC236}">
                <a16:creationId xmlns:a16="http://schemas.microsoft.com/office/drawing/2014/main" id="{9C532663-4929-45C0-A76E-F4967DEFC3F4}"/>
              </a:ext>
            </a:extLst>
          </p:cNvPr>
          <p:cNvSpPr>
            <a:spLocks xmlns:a="http://schemas.openxmlformats.org/drawingml/2006/main" noGrp="1"/>
          </p:cNvSpPr>
          <p:nvPr/>
        </p:nvSpPr>
        <p:spPr>
          <a:xfrm xmlns:a="http://schemas.openxmlformats.org/drawingml/2006/main">
            <a:off x="304800" y="762000"/>
            <a:ext cx="1066800" cy="10668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240">
            <a:solidFill>
              <a:srgbClr val="94A5AE"/>
            </a:solidFill>
            <a:prstDash val="solid"/>
          </a:ln>
        </p:spPr>
      </p:sp>
      <p:sp>
        <p:nvSpPr>
          <p:cNvPr id="8" name="query-cell-0-0">
            <a:extLst xmlns:a="http://schemas.openxmlformats.org/drawingml/2006/main">
              <a:ext uri="{FF2B5EF4-FFF2-40B4-BE49-F238E27FC236}">
                <a16:creationId xmlns:a16="http://schemas.microsoft.com/office/drawing/2014/main" id="{51F51AD8-3D10-4518-9229-C61E69A8B727}"/>
              </a:ext>
            </a:extLst>
          </p:cNvPr>
          <p:cNvSpPr>
            <a:spLocks xmlns:a="http://schemas.openxmlformats.org/drawingml/2006/main" noGrp="1"/>
          </p:cNvSpPr>
          <p:nvPr/>
        </p:nvSpPr>
        <p:spPr>
          <a:xfrm xmlns:a="http://schemas.openxmlformats.org/drawingml/2006/main">
            <a:off x="419100" y="876300"/>
            <a:ext cx="381000" cy="381000"/>
          </a:xfrm>
          <a:prstGeom xmlns:a="http://schemas.openxmlformats.org/drawingml/2006/main" prst="rect">
            <a:avLst/>
          </a:prstGeom>
          <a:solidFill xmlns:a="http://schemas.openxmlformats.org/drawingml/2006/main">
            <a:srgbClr val="EDF1F3"/>
          </a:solidFill>
          <a:ln xmlns:a="http://schemas.openxmlformats.org/drawingml/2006/main" w="9525">
            <a:solidFill>
              <a:srgbClr val="94A5AE"/>
            </a:solidFill>
            <a:prstDash val="solid"/>
          </a:ln>
        </p:spPr>
      </p:sp>
      <p:sp>
        <p:nvSpPr>
          <p:cNvPr id="9" name="query-cell-0-1">
            <a:extLst xmlns:a="http://schemas.openxmlformats.org/drawingml/2006/main">
              <a:ext uri="{FF2B5EF4-FFF2-40B4-BE49-F238E27FC236}">
                <a16:creationId xmlns:a16="http://schemas.microsoft.com/office/drawing/2014/main" id="{3E7B9140-E6EC-41F1-9721-5B63286CF3D6}"/>
              </a:ext>
            </a:extLst>
          </p:cNvPr>
          <p:cNvSpPr>
            <a:spLocks xmlns:a="http://schemas.openxmlformats.org/drawingml/2006/main" noGrp="1"/>
          </p:cNvSpPr>
          <p:nvPr/>
        </p:nvSpPr>
        <p:spPr>
          <a:xfrm xmlns:a="http://schemas.openxmlformats.org/drawingml/2006/main">
            <a:off x="838200" y="876300"/>
            <a:ext cx="381000" cy="381000"/>
          </a:xfrm>
          <a:prstGeom xmlns:a="http://schemas.openxmlformats.org/drawingml/2006/main" prst="rect">
            <a:avLst/>
          </a:prstGeom>
          <a:solidFill xmlns:a="http://schemas.openxmlformats.org/drawingml/2006/main">
            <a:srgbClr val="EDF1F3"/>
          </a:solidFill>
          <a:ln xmlns:a="http://schemas.openxmlformats.org/drawingml/2006/main" w="9525">
            <a:solidFill>
              <a:srgbClr val="94A5AE"/>
            </a:solidFill>
            <a:prstDash val="solid"/>
          </a:ln>
        </p:spPr>
      </p:sp>
      <p:sp>
        <p:nvSpPr>
          <p:cNvPr id="10" name="query-cell-1-0">
            <a:extLst xmlns:a="http://schemas.openxmlformats.org/drawingml/2006/main">
              <a:ext uri="{FF2B5EF4-FFF2-40B4-BE49-F238E27FC236}">
                <a16:creationId xmlns:a16="http://schemas.microsoft.com/office/drawing/2014/main" id="{44E03946-42D9-4EBB-8194-127E75BD71A5}"/>
              </a:ext>
            </a:extLst>
          </p:cNvPr>
          <p:cNvSpPr>
            <a:spLocks xmlns:a="http://schemas.openxmlformats.org/drawingml/2006/main" noGrp="1"/>
          </p:cNvSpPr>
          <p:nvPr/>
        </p:nvSpPr>
        <p:spPr>
          <a:xfrm xmlns:a="http://schemas.openxmlformats.org/drawingml/2006/main">
            <a:off x="419100" y="1295400"/>
            <a:ext cx="381000" cy="381000"/>
          </a:xfrm>
          <a:prstGeom xmlns:a="http://schemas.openxmlformats.org/drawingml/2006/main" prst="rect">
            <a:avLst/>
          </a:prstGeom>
          <a:solidFill xmlns:a="http://schemas.openxmlformats.org/drawingml/2006/main">
            <a:srgbClr val="1E2E38"/>
          </a:solidFill>
          <a:ln xmlns:a="http://schemas.openxmlformats.org/drawingml/2006/main" w="9525">
            <a:solidFill>
              <a:srgbClr val="94A5AE"/>
            </a:solidFill>
            <a:prstDash val="solid"/>
          </a:ln>
        </p:spPr>
      </p:sp>
      <p:sp>
        <p:nvSpPr>
          <p:cNvPr id="11" name="query-cell-1-1">
            <a:extLst xmlns:a="http://schemas.openxmlformats.org/drawingml/2006/main">
              <a:ext uri="{FF2B5EF4-FFF2-40B4-BE49-F238E27FC236}">
                <a16:creationId xmlns:a16="http://schemas.microsoft.com/office/drawing/2014/main" id="{B933E2EE-91C2-41B3-AB3E-F94C92FA06B3}"/>
              </a:ext>
            </a:extLst>
          </p:cNvPr>
          <p:cNvSpPr>
            <a:spLocks xmlns:a="http://schemas.openxmlformats.org/drawingml/2006/main" noGrp="1"/>
          </p:cNvSpPr>
          <p:nvPr/>
        </p:nvSpPr>
        <p:spPr>
          <a:xfrm xmlns:a="http://schemas.openxmlformats.org/drawingml/2006/main">
            <a:off x="838200" y="1295400"/>
            <a:ext cx="381000" cy="381000"/>
          </a:xfrm>
          <a:prstGeom xmlns:a="http://schemas.openxmlformats.org/drawingml/2006/main" prst="rect">
            <a:avLst/>
          </a:prstGeom>
          <a:solidFill xmlns:a="http://schemas.openxmlformats.org/drawingml/2006/main">
            <a:srgbClr val="EDF1F3"/>
          </a:solidFill>
          <a:ln xmlns:a="http://schemas.openxmlformats.org/drawingml/2006/main" w="9525">
            <a:solidFill>
              <a:srgbClr val="94A5AE"/>
            </a:solidFill>
            <a:prstDash val="solid"/>
          </a:ln>
        </p:spPr>
      </p:sp>
      <p:sp>
        <p:nvSpPr>
          <p:cNvPr id="12" name="query-label">
            <a:extLst xmlns:a="http://schemas.openxmlformats.org/drawingml/2006/main">
              <a:ext uri="{FF2B5EF4-FFF2-40B4-BE49-F238E27FC236}">
                <a16:creationId xmlns:a16="http://schemas.microsoft.com/office/drawing/2014/main" id="{D2577C60-92D2-4A56-9E57-8FA2A96C95E8}"/>
              </a:ext>
            </a:extLst>
          </p:cNvPr>
          <p:cNvSpPr>
            <a:spLocks xmlns:a="http://schemas.openxmlformats.org/drawingml/2006/main" noGrp="1"/>
          </p:cNvSpPr>
          <p:nvPr/>
        </p:nvSpPr>
        <p:spPr>
          <a:xfrm xmlns:a="http://schemas.openxmlformats.org/drawingml/2006/main">
            <a:off x="419100" y="1885950"/>
            <a:ext cx="83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query</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a:t>
            </a:r>
          </a:p>
        </p:txBody>
      </p:sp>
      <p:sp>
        <p:nvSpPr>
          <p:cNvPr id="13" name="grade-0">
            <a:extLst xmlns:a="http://schemas.openxmlformats.org/drawingml/2006/main">
              <a:ext uri="{FF2B5EF4-FFF2-40B4-BE49-F238E27FC236}">
                <a16:creationId xmlns:a16="http://schemas.microsoft.com/office/drawing/2014/main" id="{2C50F1C7-CF6B-41BC-8755-0FA02C595378}"/>
              </a:ext>
            </a:extLst>
          </p:cNvPr>
          <p:cNvSpPr>
            <a:spLocks xmlns:a="http://schemas.openxmlformats.org/drawingml/2006/main" noGrp="1"/>
          </p:cNvSpPr>
          <p:nvPr/>
        </p:nvSpPr>
        <p:spPr>
          <a:xfrm xmlns:a="http://schemas.openxmlformats.org/drawingml/2006/main">
            <a:off x="1143000" y="7620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1" i="0">
                <a:solidFill>
                  <a:srgbClr val="2E6F9E"/>
                </a:solidFill>
                <a:latin typeface="Times New Roman"/>
                <a:ea typeface="Times New Roman"/>
                <a:cs typeface="Times New Roman"/>
              </a:rPr>
              <a:t>branch </a:t>
            </a:r>
            <a:r>
              <a:rPr sz="2250" b="1" i="1">
                <a:solidFill>
                  <a:srgbClr val="2E6F9E"/>
                </a:solidFill>
                <a:latin typeface="Times New Roman"/>
                <a:ea typeface="Times New Roman"/>
                <a:cs typeface="Times New Roman"/>
              </a:rPr>
              <a:t>B</a:t>
            </a:r>
          </a:p>
        </p:txBody>
      </p:sp>
      <p:sp>
        <p:nvSpPr>
          <p:cNvPr id="14" name="grade-1">
            <a:extLst xmlns:a="http://schemas.openxmlformats.org/drawingml/2006/main">
              <a:ext uri="{FF2B5EF4-FFF2-40B4-BE49-F238E27FC236}">
                <a16:creationId xmlns:a16="http://schemas.microsoft.com/office/drawing/2014/main" id="{D9B685A2-6A7A-46CF-8D8A-9FD6A8C5B88E}"/>
              </a:ext>
            </a:extLst>
          </p:cNvPr>
          <p:cNvSpPr>
            <a:spLocks xmlns:a="http://schemas.openxmlformats.org/drawingml/2006/main" noGrp="1"/>
          </p:cNvSpPr>
          <p:nvPr/>
        </p:nvSpPr>
        <p:spPr>
          <a:xfrm xmlns:a="http://schemas.openxmlformats.org/drawingml/2006/main">
            <a:off x="1143000" y="12954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B27C20"/>
                </a:solidFill>
                <a:latin typeface="Times New Roman"/>
                <a:ea typeface="Times New Roman"/>
                <a:cs typeface="Times New Roman"/>
              </a:defRPr>
            </a:pPr>
            <a:r>
              <a:rPr sz="2250" b="1" i="0">
                <a:solidFill>
                  <a:srgbClr val="B27C20"/>
                </a:solidFill>
                <a:latin typeface="Times New Roman"/>
                <a:ea typeface="Times New Roman"/>
                <a:cs typeface="Times New Roman"/>
              </a:rPr>
              <a:t>branch </a:t>
            </a:r>
            <a:r>
              <a:rPr sz="2250" b="1" i="1">
                <a:solidFill>
                  <a:srgbClr val="B27C20"/>
                </a:solidFill>
                <a:latin typeface="Times New Roman"/>
                <a:ea typeface="Times New Roman"/>
                <a:cs typeface="Times New Roman"/>
              </a:rPr>
              <a:t>C</a:t>
            </a:r>
          </a:p>
        </p:txBody>
      </p:sp>
      <p:sp>
        <p:nvSpPr>
          <p:cNvPr id="15" name="grade-2">
            <a:extLst xmlns:a="http://schemas.openxmlformats.org/drawingml/2006/main">
              <a:ext uri="{FF2B5EF4-FFF2-40B4-BE49-F238E27FC236}">
                <a16:creationId xmlns:a16="http://schemas.microsoft.com/office/drawing/2014/main" id="{FFF27629-B079-4B80-A4B8-479599F0F6E2}"/>
              </a:ext>
            </a:extLst>
          </p:cNvPr>
          <p:cNvSpPr>
            <a:spLocks xmlns:a="http://schemas.openxmlformats.org/drawingml/2006/main" noGrp="1"/>
          </p:cNvSpPr>
          <p:nvPr/>
        </p:nvSpPr>
        <p:spPr>
          <a:xfrm xmlns:a="http://schemas.openxmlformats.org/drawingml/2006/main">
            <a:off x="1143000" y="182880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6E4E9E"/>
                </a:solidFill>
                <a:latin typeface="Times New Roman"/>
                <a:ea typeface="Times New Roman"/>
                <a:cs typeface="Times New Roman"/>
              </a:defRPr>
            </a:pPr>
            <a:r>
              <a:rPr sz="2250" b="1" i="0">
                <a:solidFill>
                  <a:srgbClr val="6E4E9E"/>
                </a:solidFill>
                <a:latin typeface="Times New Roman"/>
                <a:ea typeface="Times New Roman"/>
                <a:cs typeface="Times New Roman"/>
              </a:rPr>
              <a:t>weighted sum</a:t>
            </a:r>
          </a:p>
        </p:txBody>
      </p:sp>
      <p:sp>
        <p:nvSpPr>
          <p:cNvPr id="16" name="row-B-0">
            <a:extLst xmlns:a="http://schemas.openxmlformats.org/drawingml/2006/main">
              <a:ext uri="{FF2B5EF4-FFF2-40B4-BE49-F238E27FC236}">
                <a16:creationId xmlns:a16="http://schemas.microsoft.com/office/drawing/2014/main" id="{0CFBA7B4-2C77-46C1-9227-1582C64F18FB}"/>
              </a:ext>
            </a:extLst>
          </p:cNvPr>
          <p:cNvSpPr>
            <a:spLocks xmlns:a="http://schemas.openxmlformats.org/drawingml/2006/main" noGrp="1"/>
          </p:cNvSpPr>
          <p:nvPr/>
        </p:nvSpPr>
        <p:spPr>
          <a:xfrm xmlns:a="http://schemas.openxmlformats.org/drawingml/2006/main">
            <a:off x="30480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17" name="row-B-1">
            <a:extLst xmlns:a="http://schemas.openxmlformats.org/drawingml/2006/main">
              <a:ext uri="{FF2B5EF4-FFF2-40B4-BE49-F238E27FC236}">
                <a16:creationId xmlns:a16="http://schemas.microsoft.com/office/drawing/2014/main" id="{FDA9B884-5162-4216-A714-B58436D688F5}"/>
              </a:ext>
            </a:extLst>
          </p:cNvPr>
          <p:cNvSpPr>
            <a:spLocks xmlns:a="http://schemas.openxmlformats.org/drawingml/2006/main" noGrp="1"/>
          </p:cNvSpPr>
          <p:nvPr/>
        </p:nvSpPr>
        <p:spPr>
          <a:xfrm xmlns:a="http://schemas.openxmlformats.org/drawingml/2006/main">
            <a:off x="39243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18" name="row-B-2">
            <a:extLst xmlns:a="http://schemas.openxmlformats.org/drawingml/2006/main">
              <a:ext uri="{FF2B5EF4-FFF2-40B4-BE49-F238E27FC236}">
                <a16:creationId xmlns:a16="http://schemas.microsoft.com/office/drawing/2014/main" id="{EEE7A130-BD4C-4A86-ADE4-37A677FEA172}"/>
              </a:ext>
            </a:extLst>
          </p:cNvPr>
          <p:cNvSpPr>
            <a:spLocks xmlns:a="http://schemas.openxmlformats.org/drawingml/2006/main" noGrp="1"/>
          </p:cNvSpPr>
          <p:nvPr/>
        </p:nvSpPr>
        <p:spPr>
          <a:xfrm xmlns:a="http://schemas.openxmlformats.org/drawingml/2006/main">
            <a:off x="4800600" y="762000"/>
            <a:ext cx="819150" cy="361950"/>
          </a:xfrm>
          <a:prstGeom xmlns:a="http://schemas.openxmlformats.org/drawingml/2006/main" prst="rect">
            <a:avLst/>
          </a:prstGeom>
          <a:solidFill xmlns:a="http://schemas.openxmlformats.org/drawingml/2006/main">
            <a:srgbClr val="DCEBF7"/>
          </a:solidFill>
          <a:ln xmlns:a="http://schemas.openxmlformats.org/drawingml/2006/main" w="10478">
            <a:solidFill>
              <a:srgbClr val="2E6F9E"/>
            </a:solidFill>
            <a:prstDash val="solid"/>
          </a:ln>
        </p:spPr>
      </p:sp>
      <p:sp>
        <p:nvSpPr>
          <p:cNvPr id="19" name="row-B-accent-2">
            <a:extLst xmlns:a="http://schemas.openxmlformats.org/drawingml/2006/main">
              <a:ext uri="{FF2B5EF4-FFF2-40B4-BE49-F238E27FC236}">
                <a16:creationId xmlns:a16="http://schemas.microsoft.com/office/drawing/2014/main" id="{F70FF529-0A0F-41C7-BD6C-1BFA4C8BCDAF}"/>
              </a:ext>
            </a:extLst>
          </p:cNvPr>
          <p:cNvSpPr>
            <a:spLocks xmlns:a="http://schemas.openxmlformats.org/drawingml/2006/main" noGrp="1"/>
          </p:cNvSpPr>
          <p:nvPr/>
        </p:nvSpPr>
        <p:spPr>
          <a:xfrm xmlns:a="http://schemas.openxmlformats.org/drawingml/2006/main">
            <a:off x="4772025" y="733425"/>
            <a:ext cx="876300" cy="419100"/>
          </a:xfrm>
          <a:prstGeom xmlns:a="http://schemas.openxmlformats.org/drawingml/2006/main" prst="rect">
            <a:avLst/>
          </a:prstGeom>
          <a:noFill xmlns:a="http://schemas.openxmlformats.org/drawingml/2006/main"/>
          <a:ln xmlns:a="http://schemas.openxmlformats.org/drawingml/2006/main" w="28575">
            <a:solidFill>
              <a:srgbClr val="2E6F9E"/>
            </a:solidFill>
            <a:prstDash val="solid"/>
          </a:ln>
        </p:spPr>
      </p:sp>
      <p:sp>
        <p:nvSpPr>
          <p:cNvPr id="20" name="row-B-3">
            <a:extLst xmlns:a="http://schemas.openxmlformats.org/drawingml/2006/main">
              <a:ext uri="{FF2B5EF4-FFF2-40B4-BE49-F238E27FC236}">
                <a16:creationId xmlns:a16="http://schemas.microsoft.com/office/drawing/2014/main" id="{452C3283-DB05-458A-BE91-6433D1C2EA61}"/>
              </a:ext>
            </a:extLst>
          </p:cNvPr>
          <p:cNvSpPr>
            <a:spLocks xmlns:a="http://schemas.openxmlformats.org/drawingml/2006/main" noGrp="1"/>
          </p:cNvSpPr>
          <p:nvPr/>
        </p:nvSpPr>
        <p:spPr>
          <a:xfrm xmlns:a="http://schemas.openxmlformats.org/drawingml/2006/main">
            <a:off x="56769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21" name="row-B-4">
            <a:extLst xmlns:a="http://schemas.openxmlformats.org/drawingml/2006/main">
              <a:ext uri="{FF2B5EF4-FFF2-40B4-BE49-F238E27FC236}">
                <a16:creationId xmlns:a16="http://schemas.microsoft.com/office/drawing/2014/main" id="{B2ED5C80-57CC-4F8D-8E9C-F7267AD0BA54}"/>
              </a:ext>
            </a:extLst>
          </p:cNvPr>
          <p:cNvSpPr>
            <a:spLocks xmlns:a="http://schemas.openxmlformats.org/drawingml/2006/main" noGrp="1"/>
          </p:cNvSpPr>
          <p:nvPr/>
        </p:nvSpPr>
        <p:spPr>
          <a:xfrm xmlns:a="http://schemas.openxmlformats.org/drawingml/2006/main">
            <a:off x="65532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22" name="row-B-5">
            <a:extLst xmlns:a="http://schemas.openxmlformats.org/drawingml/2006/main">
              <a:ext uri="{FF2B5EF4-FFF2-40B4-BE49-F238E27FC236}">
                <a16:creationId xmlns:a16="http://schemas.microsoft.com/office/drawing/2014/main" id="{D1B2C3C4-F440-4622-80DE-2073C1A15BC2}"/>
              </a:ext>
            </a:extLst>
          </p:cNvPr>
          <p:cNvSpPr>
            <a:spLocks xmlns:a="http://schemas.openxmlformats.org/drawingml/2006/main" noGrp="1"/>
          </p:cNvSpPr>
          <p:nvPr/>
        </p:nvSpPr>
        <p:spPr>
          <a:xfrm xmlns:a="http://schemas.openxmlformats.org/drawingml/2006/main">
            <a:off x="74295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23" name="row-B-6">
            <a:extLst xmlns:a="http://schemas.openxmlformats.org/drawingml/2006/main">
              <a:ext uri="{FF2B5EF4-FFF2-40B4-BE49-F238E27FC236}">
                <a16:creationId xmlns:a16="http://schemas.microsoft.com/office/drawing/2014/main" id="{A5851CB2-3C91-40BF-A1E0-7420BD996D37}"/>
              </a:ext>
            </a:extLst>
          </p:cNvPr>
          <p:cNvSpPr>
            <a:spLocks xmlns:a="http://schemas.openxmlformats.org/drawingml/2006/main" noGrp="1"/>
          </p:cNvSpPr>
          <p:nvPr/>
        </p:nvSpPr>
        <p:spPr>
          <a:xfrm xmlns:a="http://schemas.openxmlformats.org/drawingml/2006/main">
            <a:off x="83058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24" name="row-B-7">
            <a:extLst xmlns:a="http://schemas.openxmlformats.org/drawingml/2006/main">
              <a:ext uri="{FF2B5EF4-FFF2-40B4-BE49-F238E27FC236}">
                <a16:creationId xmlns:a16="http://schemas.microsoft.com/office/drawing/2014/main" id="{5164B0DB-C1D7-4BA7-A413-410C7C2AE943}"/>
              </a:ext>
            </a:extLst>
          </p:cNvPr>
          <p:cNvSpPr>
            <a:spLocks xmlns:a="http://schemas.openxmlformats.org/drawingml/2006/main" noGrp="1"/>
          </p:cNvSpPr>
          <p:nvPr/>
        </p:nvSpPr>
        <p:spPr>
          <a:xfrm xmlns:a="http://schemas.openxmlformats.org/drawingml/2006/main">
            <a:off x="9182100" y="7620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25" name="row-C-0">
            <a:extLst xmlns:a="http://schemas.openxmlformats.org/drawingml/2006/main">
              <a:ext uri="{FF2B5EF4-FFF2-40B4-BE49-F238E27FC236}">
                <a16:creationId xmlns:a16="http://schemas.microsoft.com/office/drawing/2014/main" id="{04A28A18-27E2-49A5-9F98-D225C2223051}"/>
              </a:ext>
            </a:extLst>
          </p:cNvPr>
          <p:cNvSpPr>
            <a:spLocks xmlns:a="http://schemas.openxmlformats.org/drawingml/2006/main" noGrp="1"/>
          </p:cNvSpPr>
          <p:nvPr/>
        </p:nvSpPr>
        <p:spPr>
          <a:xfrm xmlns:a="http://schemas.openxmlformats.org/drawingml/2006/main">
            <a:off x="30480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26" name="row-C-1">
            <a:extLst xmlns:a="http://schemas.openxmlformats.org/drawingml/2006/main">
              <a:ext uri="{FF2B5EF4-FFF2-40B4-BE49-F238E27FC236}">
                <a16:creationId xmlns:a16="http://schemas.microsoft.com/office/drawing/2014/main" id="{D5F69397-5A38-4906-AFCD-1766F3EB06E9}"/>
              </a:ext>
            </a:extLst>
          </p:cNvPr>
          <p:cNvSpPr>
            <a:spLocks xmlns:a="http://schemas.openxmlformats.org/drawingml/2006/main" noGrp="1"/>
          </p:cNvSpPr>
          <p:nvPr/>
        </p:nvSpPr>
        <p:spPr>
          <a:xfrm xmlns:a="http://schemas.openxmlformats.org/drawingml/2006/main">
            <a:off x="39243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27" name="row-C-2">
            <a:extLst xmlns:a="http://schemas.openxmlformats.org/drawingml/2006/main">
              <a:ext uri="{FF2B5EF4-FFF2-40B4-BE49-F238E27FC236}">
                <a16:creationId xmlns:a16="http://schemas.microsoft.com/office/drawing/2014/main" id="{3334CBD9-40A0-4F9A-A4C2-F0C70223710D}"/>
              </a:ext>
            </a:extLst>
          </p:cNvPr>
          <p:cNvSpPr>
            <a:spLocks xmlns:a="http://schemas.openxmlformats.org/drawingml/2006/main" noGrp="1"/>
          </p:cNvSpPr>
          <p:nvPr/>
        </p:nvSpPr>
        <p:spPr>
          <a:xfrm xmlns:a="http://schemas.openxmlformats.org/drawingml/2006/main">
            <a:off x="48006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28" name="row-C-3">
            <a:extLst xmlns:a="http://schemas.openxmlformats.org/drawingml/2006/main">
              <a:ext uri="{FF2B5EF4-FFF2-40B4-BE49-F238E27FC236}">
                <a16:creationId xmlns:a16="http://schemas.microsoft.com/office/drawing/2014/main" id="{BD00FD6B-6EC4-4878-A900-E598C4222DCB}"/>
              </a:ext>
            </a:extLst>
          </p:cNvPr>
          <p:cNvSpPr>
            <a:spLocks xmlns:a="http://schemas.openxmlformats.org/drawingml/2006/main" noGrp="1"/>
          </p:cNvSpPr>
          <p:nvPr/>
        </p:nvSpPr>
        <p:spPr>
          <a:xfrm xmlns:a="http://schemas.openxmlformats.org/drawingml/2006/main">
            <a:off x="56769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29" name="row-C-4">
            <a:extLst xmlns:a="http://schemas.openxmlformats.org/drawingml/2006/main">
              <a:ext uri="{FF2B5EF4-FFF2-40B4-BE49-F238E27FC236}">
                <a16:creationId xmlns:a16="http://schemas.microsoft.com/office/drawing/2014/main" id="{CF2F768D-8417-4665-B7FC-05ACFEF4E15F}"/>
              </a:ext>
            </a:extLst>
          </p:cNvPr>
          <p:cNvSpPr>
            <a:spLocks xmlns:a="http://schemas.openxmlformats.org/drawingml/2006/main" noGrp="1"/>
          </p:cNvSpPr>
          <p:nvPr/>
        </p:nvSpPr>
        <p:spPr>
          <a:xfrm xmlns:a="http://schemas.openxmlformats.org/drawingml/2006/main">
            <a:off x="65532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30" name="row-C-5">
            <a:extLst xmlns:a="http://schemas.openxmlformats.org/drawingml/2006/main">
              <a:ext uri="{FF2B5EF4-FFF2-40B4-BE49-F238E27FC236}">
                <a16:creationId xmlns:a16="http://schemas.microsoft.com/office/drawing/2014/main" id="{742C8289-0114-4F9F-8AB3-7A8C18BEC70D}"/>
              </a:ext>
            </a:extLst>
          </p:cNvPr>
          <p:cNvSpPr>
            <a:spLocks xmlns:a="http://schemas.openxmlformats.org/drawingml/2006/main" noGrp="1"/>
          </p:cNvSpPr>
          <p:nvPr/>
        </p:nvSpPr>
        <p:spPr>
          <a:xfrm xmlns:a="http://schemas.openxmlformats.org/drawingml/2006/main">
            <a:off x="7429500" y="1295400"/>
            <a:ext cx="819150" cy="361950"/>
          </a:xfrm>
          <a:prstGeom xmlns:a="http://schemas.openxmlformats.org/drawingml/2006/main" prst="rect">
            <a:avLst/>
          </a:prstGeom>
          <a:solidFill xmlns:a="http://schemas.openxmlformats.org/drawingml/2006/main">
            <a:srgbClr val="FFF0CF"/>
          </a:solidFill>
          <a:ln xmlns:a="http://schemas.openxmlformats.org/drawingml/2006/main" w="10478">
            <a:solidFill>
              <a:srgbClr val="B27C20"/>
            </a:solidFill>
            <a:prstDash val="solid"/>
          </a:ln>
        </p:spPr>
      </p:sp>
      <p:sp>
        <p:nvSpPr>
          <p:cNvPr id="31" name="row-C-accent-5">
            <a:extLst xmlns:a="http://schemas.openxmlformats.org/drawingml/2006/main">
              <a:ext uri="{FF2B5EF4-FFF2-40B4-BE49-F238E27FC236}">
                <a16:creationId xmlns:a16="http://schemas.microsoft.com/office/drawing/2014/main" id="{1EE9FB36-E51B-437A-A66D-C6828EDEACFD}"/>
              </a:ext>
            </a:extLst>
          </p:cNvPr>
          <p:cNvSpPr>
            <a:spLocks xmlns:a="http://schemas.openxmlformats.org/drawingml/2006/main" noGrp="1"/>
          </p:cNvSpPr>
          <p:nvPr/>
        </p:nvSpPr>
        <p:spPr>
          <a:xfrm xmlns:a="http://schemas.openxmlformats.org/drawingml/2006/main">
            <a:off x="7400925" y="1266825"/>
            <a:ext cx="876300" cy="419100"/>
          </a:xfrm>
          <a:prstGeom xmlns:a="http://schemas.openxmlformats.org/drawingml/2006/main" prst="rect">
            <a:avLst/>
          </a:prstGeom>
          <a:noFill xmlns:a="http://schemas.openxmlformats.org/drawingml/2006/main"/>
          <a:ln xmlns:a="http://schemas.openxmlformats.org/drawingml/2006/main" w="28575">
            <a:solidFill>
              <a:srgbClr val="B27C20"/>
            </a:solidFill>
            <a:prstDash val="solid"/>
          </a:ln>
        </p:spPr>
      </p:sp>
      <p:sp>
        <p:nvSpPr>
          <p:cNvPr id="32" name="row-C-6">
            <a:extLst xmlns:a="http://schemas.openxmlformats.org/drawingml/2006/main">
              <a:ext uri="{FF2B5EF4-FFF2-40B4-BE49-F238E27FC236}">
                <a16:creationId xmlns:a16="http://schemas.microsoft.com/office/drawing/2014/main" id="{F796061D-FE6E-413E-B421-BF376247FAEF}"/>
              </a:ext>
            </a:extLst>
          </p:cNvPr>
          <p:cNvSpPr>
            <a:spLocks xmlns:a="http://schemas.openxmlformats.org/drawingml/2006/main" noGrp="1"/>
          </p:cNvSpPr>
          <p:nvPr/>
        </p:nvSpPr>
        <p:spPr>
          <a:xfrm xmlns:a="http://schemas.openxmlformats.org/drawingml/2006/main">
            <a:off x="83058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33" name="row-C-7">
            <a:extLst xmlns:a="http://schemas.openxmlformats.org/drawingml/2006/main">
              <a:ext uri="{FF2B5EF4-FFF2-40B4-BE49-F238E27FC236}">
                <a16:creationId xmlns:a16="http://schemas.microsoft.com/office/drawing/2014/main" id="{9B376F62-5C1A-4C6A-A7AF-B579ADFE36F3}"/>
              </a:ext>
            </a:extLst>
          </p:cNvPr>
          <p:cNvSpPr>
            <a:spLocks xmlns:a="http://schemas.openxmlformats.org/drawingml/2006/main" noGrp="1"/>
          </p:cNvSpPr>
          <p:nvPr/>
        </p:nvSpPr>
        <p:spPr>
          <a:xfrm xmlns:a="http://schemas.openxmlformats.org/drawingml/2006/main">
            <a:off x="9182100" y="12954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34" name="row-S-0">
            <a:extLst xmlns:a="http://schemas.openxmlformats.org/drawingml/2006/main">
              <a:ext uri="{FF2B5EF4-FFF2-40B4-BE49-F238E27FC236}">
                <a16:creationId xmlns:a16="http://schemas.microsoft.com/office/drawing/2014/main" id="{B5531D83-3A17-4D7E-917A-AE20252B2940}"/>
              </a:ext>
            </a:extLst>
          </p:cNvPr>
          <p:cNvSpPr>
            <a:spLocks xmlns:a="http://schemas.openxmlformats.org/drawingml/2006/main" noGrp="1"/>
          </p:cNvSpPr>
          <p:nvPr/>
        </p:nvSpPr>
        <p:spPr>
          <a:xfrm xmlns:a="http://schemas.openxmlformats.org/drawingml/2006/main">
            <a:off x="30480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35" name="row-S-1">
            <a:extLst xmlns:a="http://schemas.openxmlformats.org/drawingml/2006/main">
              <a:ext uri="{FF2B5EF4-FFF2-40B4-BE49-F238E27FC236}">
                <a16:creationId xmlns:a16="http://schemas.microsoft.com/office/drawing/2014/main" id="{98B540B4-1381-46A4-BDE1-25BE56EB565F}"/>
              </a:ext>
            </a:extLst>
          </p:cNvPr>
          <p:cNvSpPr>
            <a:spLocks xmlns:a="http://schemas.openxmlformats.org/drawingml/2006/main" noGrp="1"/>
          </p:cNvSpPr>
          <p:nvPr/>
        </p:nvSpPr>
        <p:spPr>
          <a:xfrm xmlns:a="http://schemas.openxmlformats.org/drawingml/2006/main">
            <a:off x="39243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36" name="row-S-2">
            <a:extLst xmlns:a="http://schemas.openxmlformats.org/drawingml/2006/main">
              <a:ext uri="{FF2B5EF4-FFF2-40B4-BE49-F238E27FC236}">
                <a16:creationId xmlns:a16="http://schemas.microsoft.com/office/drawing/2014/main" id="{0AEA0FC6-C7D4-4227-99B6-AFE30A496580}"/>
              </a:ext>
            </a:extLst>
          </p:cNvPr>
          <p:cNvSpPr>
            <a:spLocks xmlns:a="http://schemas.openxmlformats.org/drawingml/2006/main" noGrp="1"/>
          </p:cNvSpPr>
          <p:nvPr/>
        </p:nvSpPr>
        <p:spPr>
          <a:xfrm xmlns:a="http://schemas.openxmlformats.org/drawingml/2006/main">
            <a:off x="48006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37" name="row-S-3">
            <a:extLst xmlns:a="http://schemas.openxmlformats.org/drawingml/2006/main">
              <a:ext uri="{FF2B5EF4-FFF2-40B4-BE49-F238E27FC236}">
                <a16:creationId xmlns:a16="http://schemas.microsoft.com/office/drawing/2014/main" id="{48266D1F-77E6-4FA5-B84E-C73A888F7C63}"/>
              </a:ext>
            </a:extLst>
          </p:cNvPr>
          <p:cNvSpPr>
            <a:spLocks xmlns:a="http://schemas.openxmlformats.org/drawingml/2006/main" noGrp="1"/>
          </p:cNvSpPr>
          <p:nvPr/>
        </p:nvSpPr>
        <p:spPr>
          <a:xfrm xmlns:a="http://schemas.openxmlformats.org/drawingml/2006/main">
            <a:off x="5676900" y="1828800"/>
            <a:ext cx="819150" cy="361950"/>
          </a:xfrm>
          <a:prstGeom xmlns:a="http://schemas.openxmlformats.org/drawingml/2006/main" prst="rect">
            <a:avLst/>
          </a:prstGeom>
          <a:solidFill xmlns:a="http://schemas.openxmlformats.org/drawingml/2006/main">
            <a:srgbClr val="EDE6F6"/>
          </a:solidFill>
          <a:ln xmlns:a="http://schemas.openxmlformats.org/drawingml/2006/main" w="10478">
            <a:solidFill>
              <a:srgbClr val="6E4E9E"/>
            </a:solidFill>
            <a:prstDash val="solid"/>
          </a:ln>
        </p:spPr>
      </p:sp>
      <p:sp>
        <p:nvSpPr>
          <p:cNvPr id="38" name="row-S-accent-3">
            <a:extLst xmlns:a="http://schemas.openxmlformats.org/drawingml/2006/main">
              <a:ext uri="{FF2B5EF4-FFF2-40B4-BE49-F238E27FC236}">
                <a16:creationId xmlns:a16="http://schemas.microsoft.com/office/drawing/2014/main" id="{39D2F81C-2FE9-41FC-9D6E-2F92A48F50CC}"/>
              </a:ext>
            </a:extLst>
          </p:cNvPr>
          <p:cNvSpPr>
            <a:spLocks xmlns:a="http://schemas.openxmlformats.org/drawingml/2006/main" noGrp="1"/>
          </p:cNvSpPr>
          <p:nvPr/>
        </p:nvSpPr>
        <p:spPr>
          <a:xfrm xmlns:a="http://schemas.openxmlformats.org/drawingml/2006/main">
            <a:off x="5648325" y="1800225"/>
            <a:ext cx="876300" cy="419100"/>
          </a:xfrm>
          <a:prstGeom xmlns:a="http://schemas.openxmlformats.org/drawingml/2006/main" prst="rect">
            <a:avLst/>
          </a:prstGeom>
          <a:noFill xmlns:a="http://schemas.openxmlformats.org/drawingml/2006/main"/>
          <a:ln xmlns:a="http://schemas.openxmlformats.org/drawingml/2006/main" w="28575">
            <a:solidFill>
              <a:srgbClr val="6E4E9E"/>
            </a:solidFill>
            <a:prstDash val="solid"/>
          </a:ln>
        </p:spPr>
      </p:sp>
      <p:sp>
        <p:nvSpPr>
          <p:cNvPr id="39" name="row-S-4">
            <a:extLst xmlns:a="http://schemas.openxmlformats.org/drawingml/2006/main">
              <a:ext uri="{FF2B5EF4-FFF2-40B4-BE49-F238E27FC236}">
                <a16:creationId xmlns:a16="http://schemas.microsoft.com/office/drawing/2014/main" id="{9E8BDFF3-946E-4E83-9E2E-92EFB544D861}"/>
              </a:ext>
            </a:extLst>
          </p:cNvPr>
          <p:cNvSpPr>
            <a:spLocks xmlns:a="http://schemas.openxmlformats.org/drawingml/2006/main" noGrp="1"/>
          </p:cNvSpPr>
          <p:nvPr/>
        </p:nvSpPr>
        <p:spPr>
          <a:xfrm xmlns:a="http://schemas.openxmlformats.org/drawingml/2006/main">
            <a:off x="65532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40" name="row-S-5">
            <a:extLst xmlns:a="http://schemas.openxmlformats.org/drawingml/2006/main">
              <a:ext uri="{FF2B5EF4-FFF2-40B4-BE49-F238E27FC236}">
                <a16:creationId xmlns:a16="http://schemas.microsoft.com/office/drawing/2014/main" id="{707C4345-1635-4493-8EA4-917961B340E4}"/>
              </a:ext>
            </a:extLst>
          </p:cNvPr>
          <p:cNvSpPr>
            <a:spLocks xmlns:a="http://schemas.openxmlformats.org/drawingml/2006/main" noGrp="1"/>
          </p:cNvSpPr>
          <p:nvPr/>
        </p:nvSpPr>
        <p:spPr>
          <a:xfrm xmlns:a="http://schemas.openxmlformats.org/drawingml/2006/main">
            <a:off x="74295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41" name="row-S-6">
            <a:extLst xmlns:a="http://schemas.openxmlformats.org/drawingml/2006/main">
              <a:ext uri="{FF2B5EF4-FFF2-40B4-BE49-F238E27FC236}">
                <a16:creationId xmlns:a16="http://schemas.microsoft.com/office/drawing/2014/main" id="{385B2CBF-4674-4AE2-BFA2-A56322A71AFF}"/>
              </a:ext>
            </a:extLst>
          </p:cNvPr>
          <p:cNvSpPr>
            <a:spLocks xmlns:a="http://schemas.openxmlformats.org/drawingml/2006/main" noGrp="1"/>
          </p:cNvSpPr>
          <p:nvPr/>
        </p:nvSpPr>
        <p:spPr>
          <a:xfrm xmlns:a="http://schemas.openxmlformats.org/drawingml/2006/main">
            <a:off x="83058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42" name="row-S-7">
            <a:extLst xmlns:a="http://schemas.openxmlformats.org/drawingml/2006/main">
              <a:ext uri="{FF2B5EF4-FFF2-40B4-BE49-F238E27FC236}">
                <a16:creationId xmlns:a16="http://schemas.microsoft.com/office/drawing/2014/main" id="{F161DBBA-0E00-4638-B51A-7D1A51925093}"/>
              </a:ext>
            </a:extLst>
          </p:cNvPr>
          <p:cNvSpPr>
            <a:spLocks xmlns:a="http://schemas.openxmlformats.org/drawingml/2006/main" noGrp="1"/>
          </p:cNvSpPr>
          <p:nvPr/>
        </p:nvSpPr>
        <p:spPr>
          <a:xfrm xmlns:a="http://schemas.openxmlformats.org/drawingml/2006/main">
            <a:off x="9182100" y="1828800"/>
            <a:ext cx="819150" cy="361950"/>
          </a:xfrm>
          <a:prstGeom xmlns:a="http://schemas.openxmlformats.org/drawingml/2006/main" prst="rect">
            <a:avLst/>
          </a:prstGeom>
          <a:solidFill xmlns:a="http://schemas.openxmlformats.org/drawingml/2006/main">
            <a:srgbClr val="FFFFFF"/>
          </a:solidFill>
          <a:ln xmlns:a="http://schemas.openxmlformats.org/drawingml/2006/main" w="10478">
            <a:solidFill>
              <a:srgbClr val="6E4E9E"/>
            </a:solidFill>
            <a:prstDash val="solid"/>
          </a:ln>
        </p:spPr>
      </p:sp>
      <p:sp>
        <p:nvSpPr>
          <p:cNvPr id="43" name="row-axis">
            <a:extLst xmlns:a="http://schemas.openxmlformats.org/drawingml/2006/main">
              <a:ext uri="{FF2B5EF4-FFF2-40B4-BE49-F238E27FC236}">
                <a16:creationId xmlns:a16="http://schemas.microsoft.com/office/drawing/2014/main" id="{DD0F0F4D-9901-4146-8983-7A5B8E30030F}"/>
              </a:ext>
            </a:extLst>
          </p:cNvPr>
          <p:cNvSpPr>
            <a:spLocks xmlns:a="http://schemas.openxmlformats.org/drawingml/2006/main" noGrp="1"/>
          </p:cNvSpPr>
          <p:nvPr/>
        </p:nvSpPr>
        <p:spPr>
          <a:xfrm xmlns:a="http://schemas.openxmlformats.org/drawingml/2006/main">
            <a:off x="3048000" y="2266950"/>
            <a:ext cx="695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candidate reference rows  </a:t>
            </a:r>
            <a:r>
              <a:rPr sz="2250" b="0" i="1">
                <a:solidFill>
                  <a:srgbClr val="5E717C"/>
                </a:solidFill>
                <a:latin typeface="Times New Roman"/>
                <a:ea typeface="Times New Roman"/>
                <a:cs typeface="Times New Roman"/>
              </a:rPr>
              <a:t>r</a:t>
            </a:r>
            <a:r>
              <a:rPr sz="2250" b="0" i="0">
                <a:solidFill>
                  <a:srgbClr val="5E717C"/>
                </a:solidFill>
                <a:latin typeface="Times New Roman"/>
                <a:ea typeface="Times New Roman"/>
                <a:cs typeface="Times New Roman"/>
              </a:rPr>
              <a:t> = 1 … 8</a:t>
            </a:r>
          </a:p>
        </p:txBody>
      </p:sp>
      <p:sp>
        <p:nvSpPr>
          <p:cNvPr id="44" name="a-note">
            <a:extLst xmlns:a="http://schemas.openxmlformats.org/drawingml/2006/main">
              <a:ext uri="{FF2B5EF4-FFF2-40B4-BE49-F238E27FC236}">
                <a16:creationId xmlns:a16="http://schemas.microsoft.com/office/drawing/2014/main" id="{155F5873-3218-42D3-B4D9-A1DB1D99F723}"/>
              </a:ext>
            </a:extLst>
          </p:cNvPr>
          <p:cNvSpPr>
            <a:spLocks xmlns:a="http://schemas.openxmlformats.org/drawingml/2006/main" noGrp="1"/>
          </p:cNvSpPr>
          <p:nvPr/>
        </p:nvSpPr>
        <p:spPr>
          <a:xfrm xmlns:a="http://schemas.openxmlformats.org/drawingml/2006/main">
            <a:off x="10096500" y="914400"/>
            <a:ext cx="180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ordering only;</a:t>
            </a:r>
          </a:p>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no measured</a:t>
            </a:r>
          </a:p>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value</a:t>
            </a:r>
          </a:p>
        </p:txBody>
      </p:sp>
      <p:sp>
        <p:nvSpPr>
          <p:cNvPr id="45" name="sec-b-chip">
            <a:extLst xmlns:a="http://schemas.openxmlformats.org/drawingml/2006/main">
              <a:ext uri="{FF2B5EF4-FFF2-40B4-BE49-F238E27FC236}">
                <a16:creationId xmlns:a16="http://schemas.microsoft.com/office/drawing/2014/main" id="{A2B1FDA7-FC5A-4390-BA27-4B8E2A3FAA4D}"/>
              </a:ext>
            </a:extLst>
          </p:cNvPr>
          <p:cNvSpPr>
            <a:spLocks xmlns:a="http://schemas.openxmlformats.org/drawingml/2006/main" noGrp="1"/>
          </p:cNvSpPr>
          <p:nvPr/>
        </p:nvSpPr>
        <p:spPr>
          <a:xfrm xmlns:a="http://schemas.openxmlformats.org/drawingml/2006/main">
            <a:off x="304800" y="28575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46" name="sec-b-chip-text">
            <a:extLst xmlns:a="http://schemas.openxmlformats.org/drawingml/2006/main">
              <a:ext uri="{FF2B5EF4-FFF2-40B4-BE49-F238E27FC236}">
                <a16:creationId xmlns:a16="http://schemas.microsoft.com/office/drawing/2014/main" id="{FE82E36D-82AA-40B2-AE43-DCA1A61716DA}"/>
              </a:ext>
            </a:extLst>
          </p:cNvPr>
          <p:cNvSpPr>
            <a:spLocks xmlns:a="http://schemas.openxmlformats.org/drawingml/2006/main" noGrp="1"/>
          </p:cNvSpPr>
          <p:nvPr/>
        </p:nvSpPr>
        <p:spPr>
          <a:xfrm xmlns:a="http://schemas.openxmlformats.org/drawingml/2006/main">
            <a:off x="323850" y="28575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47" name="sec-b">
            <a:extLst xmlns:a="http://schemas.openxmlformats.org/drawingml/2006/main">
              <a:ext uri="{FF2B5EF4-FFF2-40B4-BE49-F238E27FC236}">
                <a16:creationId xmlns:a16="http://schemas.microsoft.com/office/drawing/2014/main" id="{C014ABE6-8B4E-446C-AB5B-5D853A9D5F65}"/>
              </a:ext>
            </a:extLst>
          </p:cNvPr>
          <p:cNvSpPr>
            <a:spLocks xmlns:a="http://schemas.openxmlformats.org/drawingml/2006/main" noGrp="1"/>
          </p:cNvSpPr>
          <p:nvPr/>
        </p:nvSpPr>
        <p:spPr>
          <a:xfrm xmlns:a="http://schemas.openxmlformats.org/drawingml/2006/main">
            <a:off x="876300" y="28194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The two rules over the same fixed bank</a:t>
            </a:r>
          </a:p>
        </p:txBody>
      </p:sp>
      <p:sp>
        <p:nvSpPr>
          <p:cNvPr id="48" name="panel-J">
            <a:extLst xmlns:a="http://schemas.openxmlformats.org/drawingml/2006/main">
              <a:ext uri="{FF2B5EF4-FFF2-40B4-BE49-F238E27FC236}">
                <a16:creationId xmlns:a16="http://schemas.microsoft.com/office/drawing/2014/main" id="{11ACBA35-2FFB-4A05-9BEF-697E4DEC05BC}"/>
              </a:ext>
            </a:extLst>
          </p:cNvPr>
          <p:cNvSpPr>
            <a:spLocks xmlns:a="http://schemas.openxmlformats.org/drawingml/2006/main" noGrp="1"/>
          </p:cNvSpPr>
          <p:nvPr/>
        </p:nvSpPr>
        <p:spPr>
          <a:xfrm xmlns:a="http://schemas.openxmlformats.org/drawingml/2006/main">
            <a:off x="304800" y="3352800"/>
            <a:ext cx="5715000" cy="1943100"/>
          </a:xfrm>
          <a:prstGeom xmlns:a="http://schemas.openxmlformats.org/drawingml/2006/main" prst="roundRect">
            <a:avLst>
              <a:gd name="adj" fmla="val 3922"/>
            </a:avLst>
          </a:prstGeom>
          <a:solidFill xmlns:a="http://schemas.openxmlformats.org/drawingml/2006/main">
            <a:srgbClr val="EDE6F6"/>
          </a:solidFill>
          <a:ln xmlns:a="http://schemas.openxmlformats.org/drawingml/2006/main" w="15240">
            <a:solidFill>
              <a:srgbClr val="6E4E9E"/>
            </a:solidFill>
            <a:prstDash val="solid"/>
          </a:ln>
        </p:spPr>
      </p:sp>
      <p:sp>
        <p:nvSpPr>
          <p:cNvPr id="49" name="J-title">
            <a:extLst xmlns:a="http://schemas.openxmlformats.org/drawingml/2006/main">
              <a:ext uri="{FF2B5EF4-FFF2-40B4-BE49-F238E27FC236}">
                <a16:creationId xmlns:a16="http://schemas.microsoft.com/office/drawing/2014/main" id="{EC82BA83-7294-4FF2-BF94-B90D6D87FB9A}"/>
              </a:ext>
            </a:extLst>
          </p:cNvPr>
          <p:cNvSpPr>
            <a:spLocks xmlns:a="http://schemas.openxmlformats.org/drawingml/2006/main" noGrp="1"/>
          </p:cNvSpPr>
          <p:nvPr/>
        </p:nvSpPr>
        <p:spPr>
          <a:xfrm xmlns:a="http://schemas.openxmlformats.org/drawingml/2006/main">
            <a:off x="400050" y="33909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6E4E9E"/>
                </a:solidFill>
                <a:latin typeface="Times New Roman"/>
                <a:ea typeface="Times New Roman"/>
                <a:cs typeface="Times New Roman"/>
              </a:defRPr>
            </a:pPr>
            <a:r>
              <a:rPr sz="2250" b="1" i="1">
                <a:solidFill>
                  <a:srgbClr val="6E4E9E"/>
                </a:solidFill>
                <a:latin typeface="Times New Roman"/>
                <a:ea typeface="Times New Roman"/>
                <a:cs typeface="Times New Roman"/>
              </a:rPr>
              <a:t>J</a:t>
            </a:r>
            <a:r>
              <a:rPr sz="2250" b="1" i="0">
                <a:solidFill>
                  <a:srgbClr val="6E4E9E"/>
                </a:solidFill>
                <a:latin typeface="Times New Roman"/>
                <a:ea typeface="Times New Roman"/>
                <a:cs typeface="Times New Roman"/>
              </a:rPr>
              <a:t>: one shared reference row</a:t>
            </a:r>
          </a:p>
        </p:txBody>
      </p:sp>
      <p:sp>
        <p:nvSpPr>
          <p:cNvPr id="50" name="J-formula">
            <a:extLst xmlns:a="http://schemas.openxmlformats.org/drawingml/2006/main">
              <a:ext uri="{FF2B5EF4-FFF2-40B4-BE49-F238E27FC236}">
                <a16:creationId xmlns:a16="http://schemas.microsoft.com/office/drawing/2014/main" id="{E448A53A-7B1E-43E0-9A13-C73D7CBCAA28}"/>
              </a:ext>
            </a:extLst>
          </p:cNvPr>
          <p:cNvSpPr>
            <a:spLocks xmlns:a="http://schemas.openxmlformats.org/drawingml/2006/main" noGrp="1"/>
          </p:cNvSpPr>
          <p:nvPr/>
        </p:nvSpPr>
        <p:spPr>
          <a:xfrm xmlns:a="http://schemas.openxmlformats.org/drawingml/2006/main">
            <a:off x="400050" y="3733800"/>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J</a:t>
            </a:r>
            <a:r>
              <a:rPr sz="2250" b="0" i="0">
                <a:solidFill>
                  <a:srgbClr val="1E2E38"/>
                </a:solidFill>
                <a:latin typeface="Times New Roman"/>
                <a:ea typeface="Times New Roman"/>
                <a:cs typeface="Times New Roman"/>
              </a:rPr>
              <a:t>(</a:t>
            </a:r>
            <a:r>
              <a:rPr sz="2250" b="0" i="1">
                <a:solidFill>
                  <a:srgbClr val="1E2E38"/>
                </a:solidFill>
                <a:latin typeface="Times New Roman"/>
                <a:ea typeface="Times New Roman"/>
                <a:cs typeface="Times New Roman"/>
              </a:rPr>
              <a:t>q</a:t>
            </a:r>
            <a:r>
              <a:rPr sz="2250" b="0" i="0">
                <a:solidFill>
                  <a:srgbClr val="1E2E38"/>
                </a:solidFill>
                <a:latin typeface="Times New Roman"/>
                <a:ea typeface="Times New Roman"/>
                <a:cs typeface="Times New Roman"/>
              </a:rPr>
              <a:t>) = min_r Σ_B w_B d_B(</a:t>
            </a:r>
            <a:r>
              <a:rPr sz="2250" b="0" i="1">
                <a:solidFill>
                  <a:srgbClr val="1E2E38"/>
                </a:solidFill>
                <a:latin typeface="Times New Roman"/>
                <a:ea typeface="Times New Roman"/>
                <a:cs typeface="Times New Roman"/>
              </a:rPr>
              <a:t>q</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r</a:t>
            </a:r>
            <a:r>
              <a:rPr sz="2250" b="0" i="0">
                <a:solidFill>
                  <a:srgbClr val="1E2E38"/>
                </a:solidFill>
                <a:latin typeface="Times New Roman"/>
                <a:ea typeface="Times New Roman"/>
                <a:cs typeface="Times New Roman"/>
              </a:rPr>
              <a:t>)</a:t>
            </a:r>
          </a:p>
        </p:txBody>
      </p:sp>
      <p:sp>
        <p:nvSpPr>
          <p:cNvPr id="51" name="J-B-0">
            <a:extLst xmlns:a="http://schemas.openxmlformats.org/drawingml/2006/main">
              <a:ext uri="{FF2B5EF4-FFF2-40B4-BE49-F238E27FC236}">
                <a16:creationId xmlns:a16="http://schemas.microsoft.com/office/drawing/2014/main" id="{6727E3C8-744D-48E0-975E-7722C491A521}"/>
              </a:ext>
            </a:extLst>
          </p:cNvPr>
          <p:cNvSpPr>
            <a:spLocks xmlns:a="http://schemas.openxmlformats.org/drawingml/2006/main" noGrp="1"/>
          </p:cNvSpPr>
          <p:nvPr/>
        </p:nvSpPr>
        <p:spPr>
          <a:xfrm xmlns:a="http://schemas.openxmlformats.org/drawingml/2006/main">
            <a:off x="6286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2" name="J-B-1">
            <a:extLst xmlns:a="http://schemas.openxmlformats.org/drawingml/2006/main">
              <a:ext uri="{FF2B5EF4-FFF2-40B4-BE49-F238E27FC236}">
                <a16:creationId xmlns:a16="http://schemas.microsoft.com/office/drawing/2014/main" id="{1B7C7F40-0050-4FE0-BAFA-478E75293753}"/>
              </a:ext>
            </a:extLst>
          </p:cNvPr>
          <p:cNvSpPr>
            <a:spLocks xmlns:a="http://schemas.openxmlformats.org/drawingml/2006/main" noGrp="1"/>
          </p:cNvSpPr>
          <p:nvPr/>
        </p:nvSpPr>
        <p:spPr>
          <a:xfrm xmlns:a="http://schemas.openxmlformats.org/drawingml/2006/main">
            <a:off x="10477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3" name="J-B-2">
            <a:extLst xmlns:a="http://schemas.openxmlformats.org/drawingml/2006/main">
              <a:ext uri="{FF2B5EF4-FFF2-40B4-BE49-F238E27FC236}">
                <a16:creationId xmlns:a16="http://schemas.microsoft.com/office/drawing/2014/main" id="{746CA3F9-9CB9-456B-9E89-68441D3647B0}"/>
              </a:ext>
            </a:extLst>
          </p:cNvPr>
          <p:cNvSpPr>
            <a:spLocks xmlns:a="http://schemas.openxmlformats.org/drawingml/2006/main" noGrp="1"/>
          </p:cNvSpPr>
          <p:nvPr/>
        </p:nvSpPr>
        <p:spPr>
          <a:xfrm xmlns:a="http://schemas.openxmlformats.org/drawingml/2006/main">
            <a:off x="1466850" y="4191000"/>
            <a:ext cx="381000" cy="304800"/>
          </a:xfrm>
          <a:prstGeom xmlns:a="http://schemas.openxmlformats.org/drawingml/2006/main" prst="rect">
            <a:avLst/>
          </a:prstGeom>
          <a:solidFill xmlns:a="http://schemas.openxmlformats.org/drawingml/2006/main">
            <a:srgbClr val="DCEBF7"/>
          </a:solidFill>
          <a:ln xmlns:a="http://schemas.openxmlformats.org/drawingml/2006/main" w="10478">
            <a:solidFill>
              <a:srgbClr val="2E6F9E"/>
            </a:solidFill>
            <a:prstDash val="solid"/>
          </a:ln>
        </p:spPr>
      </p:sp>
      <p:sp>
        <p:nvSpPr>
          <p:cNvPr id="54" name="J-B-accent-2">
            <a:extLst xmlns:a="http://schemas.openxmlformats.org/drawingml/2006/main">
              <a:ext uri="{FF2B5EF4-FFF2-40B4-BE49-F238E27FC236}">
                <a16:creationId xmlns:a16="http://schemas.microsoft.com/office/drawing/2014/main" id="{4A88E218-B76C-480D-989C-C16F88438269}"/>
              </a:ext>
            </a:extLst>
          </p:cNvPr>
          <p:cNvSpPr>
            <a:spLocks xmlns:a="http://schemas.openxmlformats.org/drawingml/2006/main" noGrp="1"/>
          </p:cNvSpPr>
          <p:nvPr/>
        </p:nvSpPr>
        <p:spPr>
          <a:xfrm xmlns:a="http://schemas.openxmlformats.org/drawingml/2006/main">
            <a:off x="1438275" y="4162425"/>
            <a:ext cx="438150" cy="361950"/>
          </a:xfrm>
          <a:prstGeom xmlns:a="http://schemas.openxmlformats.org/drawingml/2006/main" prst="rect">
            <a:avLst/>
          </a:prstGeom>
          <a:noFill xmlns:a="http://schemas.openxmlformats.org/drawingml/2006/main"/>
          <a:ln xmlns:a="http://schemas.openxmlformats.org/drawingml/2006/main" w="28575">
            <a:solidFill>
              <a:srgbClr val="2E6F9E"/>
            </a:solidFill>
            <a:prstDash val="solid"/>
          </a:ln>
        </p:spPr>
      </p:sp>
      <p:sp>
        <p:nvSpPr>
          <p:cNvPr id="55" name="J-B-3">
            <a:extLst xmlns:a="http://schemas.openxmlformats.org/drawingml/2006/main">
              <a:ext uri="{FF2B5EF4-FFF2-40B4-BE49-F238E27FC236}">
                <a16:creationId xmlns:a16="http://schemas.microsoft.com/office/drawing/2014/main" id="{A9C6CBAC-CDA9-468E-89BA-6502E96CDDC7}"/>
              </a:ext>
            </a:extLst>
          </p:cNvPr>
          <p:cNvSpPr>
            <a:spLocks xmlns:a="http://schemas.openxmlformats.org/drawingml/2006/main" noGrp="1"/>
          </p:cNvSpPr>
          <p:nvPr/>
        </p:nvSpPr>
        <p:spPr>
          <a:xfrm xmlns:a="http://schemas.openxmlformats.org/drawingml/2006/main">
            <a:off x="18859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6" name="J-B-4">
            <a:extLst xmlns:a="http://schemas.openxmlformats.org/drawingml/2006/main">
              <a:ext uri="{FF2B5EF4-FFF2-40B4-BE49-F238E27FC236}">
                <a16:creationId xmlns:a16="http://schemas.microsoft.com/office/drawing/2014/main" id="{9CBFCE54-B08E-4D61-8484-8144858A8194}"/>
              </a:ext>
            </a:extLst>
          </p:cNvPr>
          <p:cNvSpPr>
            <a:spLocks xmlns:a="http://schemas.openxmlformats.org/drawingml/2006/main" noGrp="1"/>
          </p:cNvSpPr>
          <p:nvPr/>
        </p:nvSpPr>
        <p:spPr>
          <a:xfrm xmlns:a="http://schemas.openxmlformats.org/drawingml/2006/main">
            <a:off x="23050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7" name="J-B-5">
            <a:extLst xmlns:a="http://schemas.openxmlformats.org/drawingml/2006/main">
              <a:ext uri="{FF2B5EF4-FFF2-40B4-BE49-F238E27FC236}">
                <a16:creationId xmlns:a16="http://schemas.microsoft.com/office/drawing/2014/main" id="{7FAA362B-A0DE-423D-8241-E3EC9564B1D0}"/>
              </a:ext>
            </a:extLst>
          </p:cNvPr>
          <p:cNvSpPr>
            <a:spLocks xmlns:a="http://schemas.openxmlformats.org/drawingml/2006/main" noGrp="1"/>
          </p:cNvSpPr>
          <p:nvPr/>
        </p:nvSpPr>
        <p:spPr>
          <a:xfrm xmlns:a="http://schemas.openxmlformats.org/drawingml/2006/main">
            <a:off x="27241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8" name="J-B-6">
            <a:extLst xmlns:a="http://schemas.openxmlformats.org/drawingml/2006/main">
              <a:ext uri="{FF2B5EF4-FFF2-40B4-BE49-F238E27FC236}">
                <a16:creationId xmlns:a16="http://schemas.microsoft.com/office/drawing/2014/main" id="{4B71BD79-D8D5-421F-91DC-A6078A11B584}"/>
              </a:ext>
            </a:extLst>
          </p:cNvPr>
          <p:cNvSpPr>
            <a:spLocks xmlns:a="http://schemas.openxmlformats.org/drawingml/2006/main" noGrp="1"/>
          </p:cNvSpPr>
          <p:nvPr/>
        </p:nvSpPr>
        <p:spPr>
          <a:xfrm xmlns:a="http://schemas.openxmlformats.org/drawingml/2006/main">
            <a:off x="31432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59" name="J-B-7">
            <a:extLst xmlns:a="http://schemas.openxmlformats.org/drawingml/2006/main">
              <a:ext uri="{FF2B5EF4-FFF2-40B4-BE49-F238E27FC236}">
                <a16:creationId xmlns:a16="http://schemas.microsoft.com/office/drawing/2014/main" id="{3E813530-F613-4E2E-9A35-8ABDFC635EB2}"/>
              </a:ext>
            </a:extLst>
          </p:cNvPr>
          <p:cNvSpPr>
            <a:spLocks xmlns:a="http://schemas.openxmlformats.org/drawingml/2006/main" noGrp="1"/>
          </p:cNvSpPr>
          <p:nvPr/>
        </p:nvSpPr>
        <p:spPr>
          <a:xfrm xmlns:a="http://schemas.openxmlformats.org/drawingml/2006/main">
            <a:off x="356235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60" name="J-C-0">
            <a:extLst xmlns:a="http://schemas.openxmlformats.org/drawingml/2006/main">
              <a:ext uri="{FF2B5EF4-FFF2-40B4-BE49-F238E27FC236}">
                <a16:creationId xmlns:a16="http://schemas.microsoft.com/office/drawing/2014/main" id="{6DF45FF0-3FA4-464B-9D6F-81A99B7FD8D5}"/>
              </a:ext>
            </a:extLst>
          </p:cNvPr>
          <p:cNvSpPr>
            <a:spLocks xmlns:a="http://schemas.openxmlformats.org/drawingml/2006/main" noGrp="1"/>
          </p:cNvSpPr>
          <p:nvPr/>
        </p:nvSpPr>
        <p:spPr>
          <a:xfrm xmlns:a="http://schemas.openxmlformats.org/drawingml/2006/main">
            <a:off x="6286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1" name="J-C-1">
            <a:extLst xmlns:a="http://schemas.openxmlformats.org/drawingml/2006/main">
              <a:ext uri="{FF2B5EF4-FFF2-40B4-BE49-F238E27FC236}">
                <a16:creationId xmlns:a16="http://schemas.microsoft.com/office/drawing/2014/main" id="{F393EFFF-038D-424F-B746-187983BBEDE2}"/>
              </a:ext>
            </a:extLst>
          </p:cNvPr>
          <p:cNvSpPr>
            <a:spLocks xmlns:a="http://schemas.openxmlformats.org/drawingml/2006/main" noGrp="1"/>
          </p:cNvSpPr>
          <p:nvPr/>
        </p:nvSpPr>
        <p:spPr>
          <a:xfrm xmlns:a="http://schemas.openxmlformats.org/drawingml/2006/main">
            <a:off x="10477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2" name="J-C-2">
            <a:extLst xmlns:a="http://schemas.openxmlformats.org/drawingml/2006/main">
              <a:ext uri="{FF2B5EF4-FFF2-40B4-BE49-F238E27FC236}">
                <a16:creationId xmlns:a16="http://schemas.microsoft.com/office/drawing/2014/main" id="{909DC3EB-A001-4C27-ACEA-14D06BE31A93}"/>
              </a:ext>
            </a:extLst>
          </p:cNvPr>
          <p:cNvSpPr>
            <a:spLocks xmlns:a="http://schemas.openxmlformats.org/drawingml/2006/main" noGrp="1"/>
          </p:cNvSpPr>
          <p:nvPr/>
        </p:nvSpPr>
        <p:spPr>
          <a:xfrm xmlns:a="http://schemas.openxmlformats.org/drawingml/2006/main">
            <a:off x="1466850" y="4552950"/>
            <a:ext cx="381000" cy="304800"/>
          </a:xfrm>
          <a:prstGeom xmlns:a="http://schemas.openxmlformats.org/drawingml/2006/main" prst="rect">
            <a:avLst/>
          </a:prstGeom>
          <a:solidFill xmlns:a="http://schemas.openxmlformats.org/drawingml/2006/main">
            <a:srgbClr val="FFF0CF"/>
          </a:solidFill>
          <a:ln xmlns:a="http://schemas.openxmlformats.org/drawingml/2006/main" w="10478">
            <a:solidFill>
              <a:srgbClr val="B27C20"/>
            </a:solidFill>
            <a:prstDash val="solid"/>
          </a:ln>
        </p:spPr>
      </p:sp>
      <p:sp>
        <p:nvSpPr>
          <p:cNvPr id="63" name="J-C-accent-2">
            <a:extLst xmlns:a="http://schemas.openxmlformats.org/drawingml/2006/main">
              <a:ext uri="{FF2B5EF4-FFF2-40B4-BE49-F238E27FC236}">
                <a16:creationId xmlns:a16="http://schemas.microsoft.com/office/drawing/2014/main" id="{F7912ABD-3D8F-4215-B3B5-EC64167AAAE5}"/>
              </a:ext>
            </a:extLst>
          </p:cNvPr>
          <p:cNvSpPr>
            <a:spLocks xmlns:a="http://schemas.openxmlformats.org/drawingml/2006/main" noGrp="1"/>
          </p:cNvSpPr>
          <p:nvPr/>
        </p:nvSpPr>
        <p:spPr>
          <a:xfrm xmlns:a="http://schemas.openxmlformats.org/drawingml/2006/main">
            <a:off x="1438275" y="4524375"/>
            <a:ext cx="438150" cy="361950"/>
          </a:xfrm>
          <a:prstGeom xmlns:a="http://schemas.openxmlformats.org/drawingml/2006/main" prst="rect">
            <a:avLst/>
          </a:prstGeom>
          <a:noFill xmlns:a="http://schemas.openxmlformats.org/drawingml/2006/main"/>
          <a:ln xmlns:a="http://schemas.openxmlformats.org/drawingml/2006/main" w="28575">
            <a:solidFill>
              <a:srgbClr val="B27C20"/>
            </a:solidFill>
            <a:prstDash val="solid"/>
          </a:ln>
        </p:spPr>
      </p:sp>
      <p:sp>
        <p:nvSpPr>
          <p:cNvPr id="64" name="J-C-3">
            <a:extLst xmlns:a="http://schemas.openxmlformats.org/drawingml/2006/main">
              <a:ext uri="{FF2B5EF4-FFF2-40B4-BE49-F238E27FC236}">
                <a16:creationId xmlns:a16="http://schemas.microsoft.com/office/drawing/2014/main" id="{F3970F01-45B0-4331-9B55-6EC28F601F21}"/>
              </a:ext>
            </a:extLst>
          </p:cNvPr>
          <p:cNvSpPr>
            <a:spLocks xmlns:a="http://schemas.openxmlformats.org/drawingml/2006/main" noGrp="1"/>
          </p:cNvSpPr>
          <p:nvPr/>
        </p:nvSpPr>
        <p:spPr>
          <a:xfrm xmlns:a="http://schemas.openxmlformats.org/drawingml/2006/main">
            <a:off x="18859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5" name="J-C-4">
            <a:extLst xmlns:a="http://schemas.openxmlformats.org/drawingml/2006/main">
              <a:ext uri="{FF2B5EF4-FFF2-40B4-BE49-F238E27FC236}">
                <a16:creationId xmlns:a16="http://schemas.microsoft.com/office/drawing/2014/main" id="{CF432912-5D39-4084-A8F4-46CF7EAD844F}"/>
              </a:ext>
            </a:extLst>
          </p:cNvPr>
          <p:cNvSpPr>
            <a:spLocks xmlns:a="http://schemas.openxmlformats.org/drawingml/2006/main" noGrp="1"/>
          </p:cNvSpPr>
          <p:nvPr/>
        </p:nvSpPr>
        <p:spPr>
          <a:xfrm xmlns:a="http://schemas.openxmlformats.org/drawingml/2006/main">
            <a:off x="23050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6" name="J-C-5">
            <a:extLst xmlns:a="http://schemas.openxmlformats.org/drawingml/2006/main">
              <a:ext uri="{FF2B5EF4-FFF2-40B4-BE49-F238E27FC236}">
                <a16:creationId xmlns:a16="http://schemas.microsoft.com/office/drawing/2014/main" id="{0918E040-F138-4683-87CA-9ACC0CB40256}"/>
              </a:ext>
            </a:extLst>
          </p:cNvPr>
          <p:cNvSpPr>
            <a:spLocks xmlns:a="http://schemas.openxmlformats.org/drawingml/2006/main" noGrp="1"/>
          </p:cNvSpPr>
          <p:nvPr/>
        </p:nvSpPr>
        <p:spPr>
          <a:xfrm xmlns:a="http://schemas.openxmlformats.org/drawingml/2006/main">
            <a:off x="27241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7" name="J-C-6">
            <a:extLst xmlns:a="http://schemas.openxmlformats.org/drawingml/2006/main">
              <a:ext uri="{FF2B5EF4-FFF2-40B4-BE49-F238E27FC236}">
                <a16:creationId xmlns:a16="http://schemas.microsoft.com/office/drawing/2014/main" id="{EC74B98B-B07A-458F-9732-6758330375A3}"/>
              </a:ext>
            </a:extLst>
          </p:cNvPr>
          <p:cNvSpPr>
            <a:spLocks xmlns:a="http://schemas.openxmlformats.org/drawingml/2006/main" noGrp="1"/>
          </p:cNvSpPr>
          <p:nvPr/>
        </p:nvSpPr>
        <p:spPr>
          <a:xfrm xmlns:a="http://schemas.openxmlformats.org/drawingml/2006/main">
            <a:off x="31432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8" name="J-C-7">
            <a:extLst xmlns:a="http://schemas.openxmlformats.org/drawingml/2006/main">
              <a:ext uri="{FF2B5EF4-FFF2-40B4-BE49-F238E27FC236}">
                <a16:creationId xmlns:a16="http://schemas.microsoft.com/office/drawing/2014/main" id="{6992A1C2-B84F-4764-A3A5-73B7E26E91AF}"/>
              </a:ext>
            </a:extLst>
          </p:cNvPr>
          <p:cNvSpPr>
            <a:spLocks xmlns:a="http://schemas.openxmlformats.org/drawingml/2006/main" noGrp="1"/>
          </p:cNvSpPr>
          <p:nvPr/>
        </p:nvSpPr>
        <p:spPr>
          <a:xfrm xmlns:a="http://schemas.openxmlformats.org/drawingml/2006/main">
            <a:off x="356235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69" name="J-shared">
            <a:extLst xmlns:a="http://schemas.openxmlformats.org/drawingml/2006/main">
              <a:ext uri="{FF2B5EF4-FFF2-40B4-BE49-F238E27FC236}">
                <a16:creationId xmlns:a16="http://schemas.microsoft.com/office/drawing/2014/main" id="{EF834BA8-02CE-4B33-9497-972CFCFEFD44}"/>
              </a:ext>
            </a:extLst>
          </p:cNvPr>
          <p:cNvSpPr>
            <a:spLocks xmlns:a="http://schemas.openxmlformats.org/drawingml/2006/main" noGrp="1"/>
          </p:cNvSpPr>
          <p:nvPr/>
        </p:nvSpPr>
        <p:spPr>
          <a:xfrm xmlns:a="http://schemas.openxmlformats.org/drawingml/2006/main">
            <a:off x="600075" y="4162425"/>
            <a:ext cx="3657600" cy="723900"/>
          </a:xfrm>
          <a:prstGeom xmlns:a="http://schemas.openxmlformats.org/drawingml/2006/main" prst="rect">
            <a:avLst/>
          </a:prstGeom>
          <a:noFill xmlns:a="http://schemas.openxmlformats.org/drawingml/2006/main"/>
          <a:ln xmlns:a="http://schemas.openxmlformats.org/drawingml/2006/main" w="22860">
            <a:solidFill>
              <a:srgbClr val="6E4E9E"/>
            </a:solidFill>
            <a:prstDash val="solid"/>
          </a:ln>
        </p:spPr>
      </p:sp>
      <p:sp>
        <p:nvSpPr>
          <p:cNvPr id="70" name="J-note">
            <a:extLst xmlns:a="http://schemas.openxmlformats.org/drawingml/2006/main">
              <a:ext uri="{FF2B5EF4-FFF2-40B4-BE49-F238E27FC236}">
                <a16:creationId xmlns:a16="http://schemas.microsoft.com/office/drawing/2014/main" id="{E042CE23-2C9D-44B5-8DDB-0CF331467CFD}"/>
              </a:ext>
            </a:extLst>
          </p:cNvPr>
          <p:cNvSpPr>
            <a:spLocks xmlns:a="http://schemas.openxmlformats.org/drawingml/2006/main" noGrp="1"/>
          </p:cNvSpPr>
          <p:nvPr/>
        </p:nvSpPr>
        <p:spPr>
          <a:xfrm xmlns:a="http://schemas.openxmlformats.org/drawingml/2006/main">
            <a:off x="4267200" y="4248150"/>
            <a:ext cx="171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one row for</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both branches</a:t>
            </a:r>
          </a:p>
        </p:txBody>
      </p:sp>
      <p:sp>
        <p:nvSpPr>
          <p:cNvPr id="71" name="panel-L">
            <a:extLst xmlns:a="http://schemas.openxmlformats.org/drawingml/2006/main">
              <a:ext uri="{FF2B5EF4-FFF2-40B4-BE49-F238E27FC236}">
                <a16:creationId xmlns:a16="http://schemas.microsoft.com/office/drawing/2014/main" id="{20911440-FB81-4151-9DEB-A4052F59782A}"/>
              </a:ext>
            </a:extLst>
          </p:cNvPr>
          <p:cNvSpPr>
            <a:spLocks xmlns:a="http://schemas.openxmlformats.org/drawingml/2006/main" noGrp="1"/>
          </p:cNvSpPr>
          <p:nvPr/>
        </p:nvSpPr>
        <p:spPr>
          <a:xfrm xmlns:a="http://schemas.openxmlformats.org/drawingml/2006/main">
            <a:off x="6286500" y="3352800"/>
            <a:ext cx="5600700" cy="1943100"/>
          </a:xfrm>
          <a:prstGeom xmlns:a="http://schemas.openxmlformats.org/drawingml/2006/main" prst="roundRect">
            <a:avLst>
              <a:gd name="adj" fmla="val 3922"/>
            </a:avLst>
          </a:prstGeom>
          <a:solidFill xmlns:a="http://schemas.openxmlformats.org/drawingml/2006/main">
            <a:srgbClr val="FBE4E1"/>
          </a:solidFill>
          <a:ln xmlns:a="http://schemas.openxmlformats.org/drawingml/2006/main" w="15240">
            <a:solidFill>
              <a:srgbClr val="B23A2C"/>
            </a:solidFill>
            <a:prstDash val="solid"/>
          </a:ln>
        </p:spPr>
      </p:sp>
      <p:sp>
        <p:nvSpPr>
          <p:cNvPr id="72" name="L-title">
            <a:extLst xmlns:a="http://schemas.openxmlformats.org/drawingml/2006/main">
              <a:ext uri="{FF2B5EF4-FFF2-40B4-BE49-F238E27FC236}">
                <a16:creationId xmlns:a16="http://schemas.microsoft.com/office/drawing/2014/main" id="{F8457D15-DF0A-4229-805F-CC9DE597DC28}"/>
              </a:ext>
            </a:extLst>
          </p:cNvPr>
          <p:cNvSpPr>
            <a:spLocks xmlns:a="http://schemas.openxmlformats.org/drawingml/2006/main" noGrp="1"/>
          </p:cNvSpPr>
          <p:nvPr/>
        </p:nvSpPr>
        <p:spPr>
          <a:xfrm xmlns:a="http://schemas.openxmlformats.org/drawingml/2006/main">
            <a:off x="6362700" y="33909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B23A2C"/>
                </a:solidFill>
                <a:latin typeface="Times New Roman"/>
                <a:ea typeface="Times New Roman"/>
                <a:cs typeface="Times New Roman"/>
              </a:defRPr>
            </a:pPr>
            <a:r>
              <a:rPr sz="2250" b="1" i="1">
                <a:solidFill>
                  <a:srgbClr val="B23A2C"/>
                </a:solidFill>
                <a:latin typeface="Times New Roman"/>
                <a:ea typeface="Times New Roman"/>
                <a:cs typeface="Times New Roman"/>
              </a:rPr>
              <a:t>L</a:t>
            </a:r>
            <a:r>
              <a:rPr sz="2250" b="1" i="0">
                <a:solidFill>
                  <a:srgbClr val="B23A2C"/>
                </a:solidFill>
                <a:latin typeface="Times New Roman"/>
                <a:ea typeface="Times New Roman"/>
                <a:cs typeface="Times New Roman"/>
              </a:rPr>
              <a:t>: branch-specific rows</a:t>
            </a:r>
          </a:p>
        </p:txBody>
      </p:sp>
      <p:sp>
        <p:nvSpPr>
          <p:cNvPr id="73" name="L-formula">
            <a:extLst xmlns:a="http://schemas.openxmlformats.org/drawingml/2006/main">
              <a:ext uri="{FF2B5EF4-FFF2-40B4-BE49-F238E27FC236}">
                <a16:creationId xmlns:a16="http://schemas.microsoft.com/office/drawing/2014/main" id="{11A5F665-C028-4F98-BA80-4328DA9D946C}"/>
              </a:ext>
            </a:extLst>
          </p:cNvPr>
          <p:cNvSpPr>
            <a:spLocks xmlns:a="http://schemas.openxmlformats.org/drawingml/2006/main" noGrp="1"/>
          </p:cNvSpPr>
          <p:nvPr/>
        </p:nvSpPr>
        <p:spPr>
          <a:xfrm xmlns:a="http://schemas.openxmlformats.org/drawingml/2006/main">
            <a:off x="6362700" y="3733800"/>
            <a:ext cx="544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L</a:t>
            </a:r>
            <a:r>
              <a:rPr sz="2250" b="0" i="0">
                <a:solidFill>
                  <a:srgbClr val="1E2E38"/>
                </a:solidFill>
                <a:latin typeface="Times New Roman"/>
                <a:ea typeface="Times New Roman"/>
                <a:cs typeface="Times New Roman"/>
              </a:rPr>
              <a:t> = Σ_B w_B min_r d_B(</a:t>
            </a:r>
            <a:r>
              <a:rPr sz="2250" b="0" i="1">
                <a:solidFill>
                  <a:srgbClr val="1E2E38"/>
                </a:solidFill>
                <a:latin typeface="Times New Roman"/>
                <a:ea typeface="Times New Roman"/>
                <a:cs typeface="Times New Roman"/>
              </a:rPr>
              <a:t>q</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r</a:t>
            </a:r>
            <a:r>
              <a:rPr sz="2250" b="0" i="0">
                <a:solidFill>
                  <a:srgbClr val="1E2E38"/>
                </a:solidFill>
                <a:latin typeface="Times New Roman"/>
                <a:ea typeface="Times New Roman"/>
                <a:cs typeface="Times New Roman"/>
              </a:rPr>
              <a:t>)</a:t>
            </a:r>
          </a:p>
        </p:txBody>
      </p:sp>
      <p:sp>
        <p:nvSpPr>
          <p:cNvPr id="74" name="L-B-0">
            <a:extLst xmlns:a="http://schemas.openxmlformats.org/drawingml/2006/main">
              <a:ext uri="{FF2B5EF4-FFF2-40B4-BE49-F238E27FC236}">
                <a16:creationId xmlns:a16="http://schemas.microsoft.com/office/drawing/2014/main" id="{8622616D-E047-4548-9466-F96EACC3BA8E}"/>
              </a:ext>
            </a:extLst>
          </p:cNvPr>
          <p:cNvSpPr>
            <a:spLocks xmlns:a="http://schemas.openxmlformats.org/drawingml/2006/main" noGrp="1"/>
          </p:cNvSpPr>
          <p:nvPr/>
        </p:nvSpPr>
        <p:spPr>
          <a:xfrm xmlns:a="http://schemas.openxmlformats.org/drawingml/2006/main">
            <a:off x="65913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75" name="L-B-1">
            <a:extLst xmlns:a="http://schemas.openxmlformats.org/drawingml/2006/main">
              <a:ext uri="{FF2B5EF4-FFF2-40B4-BE49-F238E27FC236}">
                <a16:creationId xmlns:a16="http://schemas.microsoft.com/office/drawing/2014/main" id="{5E620D86-2E21-45D1-813C-5BE6F4A60319}"/>
              </a:ext>
            </a:extLst>
          </p:cNvPr>
          <p:cNvSpPr>
            <a:spLocks xmlns:a="http://schemas.openxmlformats.org/drawingml/2006/main" noGrp="1"/>
          </p:cNvSpPr>
          <p:nvPr/>
        </p:nvSpPr>
        <p:spPr>
          <a:xfrm xmlns:a="http://schemas.openxmlformats.org/drawingml/2006/main">
            <a:off x="70104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76" name="L-B-2">
            <a:extLst xmlns:a="http://schemas.openxmlformats.org/drawingml/2006/main">
              <a:ext uri="{FF2B5EF4-FFF2-40B4-BE49-F238E27FC236}">
                <a16:creationId xmlns:a16="http://schemas.microsoft.com/office/drawing/2014/main" id="{F7DE2C04-DF4F-4D4E-9AE1-68D0C1D6E2B3}"/>
              </a:ext>
            </a:extLst>
          </p:cNvPr>
          <p:cNvSpPr>
            <a:spLocks xmlns:a="http://schemas.openxmlformats.org/drawingml/2006/main" noGrp="1"/>
          </p:cNvSpPr>
          <p:nvPr/>
        </p:nvSpPr>
        <p:spPr>
          <a:xfrm xmlns:a="http://schemas.openxmlformats.org/drawingml/2006/main">
            <a:off x="7429500" y="4191000"/>
            <a:ext cx="381000" cy="304800"/>
          </a:xfrm>
          <a:prstGeom xmlns:a="http://schemas.openxmlformats.org/drawingml/2006/main" prst="rect">
            <a:avLst/>
          </a:prstGeom>
          <a:solidFill xmlns:a="http://schemas.openxmlformats.org/drawingml/2006/main">
            <a:srgbClr val="DCEBF7"/>
          </a:solidFill>
          <a:ln xmlns:a="http://schemas.openxmlformats.org/drawingml/2006/main" w="10478">
            <a:solidFill>
              <a:srgbClr val="2E6F9E"/>
            </a:solidFill>
            <a:prstDash val="solid"/>
          </a:ln>
        </p:spPr>
      </p:sp>
      <p:sp>
        <p:nvSpPr>
          <p:cNvPr id="77" name="L-B-accent-2">
            <a:extLst xmlns:a="http://schemas.openxmlformats.org/drawingml/2006/main">
              <a:ext uri="{FF2B5EF4-FFF2-40B4-BE49-F238E27FC236}">
                <a16:creationId xmlns:a16="http://schemas.microsoft.com/office/drawing/2014/main" id="{04E6AC3F-EE61-4090-A35C-CA33CA9741E8}"/>
              </a:ext>
            </a:extLst>
          </p:cNvPr>
          <p:cNvSpPr>
            <a:spLocks xmlns:a="http://schemas.openxmlformats.org/drawingml/2006/main" noGrp="1"/>
          </p:cNvSpPr>
          <p:nvPr/>
        </p:nvSpPr>
        <p:spPr>
          <a:xfrm xmlns:a="http://schemas.openxmlformats.org/drawingml/2006/main">
            <a:off x="7400925" y="4162425"/>
            <a:ext cx="438150" cy="361950"/>
          </a:xfrm>
          <a:prstGeom xmlns:a="http://schemas.openxmlformats.org/drawingml/2006/main" prst="rect">
            <a:avLst/>
          </a:prstGeom>
          <a:noFill xmlns:a="http://schemas.openxmlformats.org/drawingml/2006/main"/>
          <a:ln xmlns:a="http://schemas.openxmlformats.org/drawingml/2006/main" w="28575">
            <a:solidFill>
              <a:srgbClr val="2E6F9E"/>
            </a:solidFill>
            <a:prstDash val="solid"/>
          </a:ln>
        </p:spPr>
      </p:sp>
      <p:sp>
        <p:nvSpPr>
          <p:cNvPr id="78" name="L-B-3">
            <a:extLst xmlns:a="http://schemas.openxmlformats.org/drawingml/2006/main">
              <a:ext uri="{FF2B5EF4-FFF2-40B4-BE49-F238E27FC236}">
                <a16:creationId xmlns:a16="http://schemas.microsoft.com/office/drawing/2014/main" id="{03D25179-14E7-407E-8DE7-67BF679C2593}"/>
              </a:ext>
            </a:extLst>
          </p:cNvPr>
          <p:cNvSpPr>
            <a:spLocks xmlns:a="http://schemas.openxmlformats.org/drawingml/2006/main" noGrp="1"/>
          </p:cNvSpPr>
          <p:nvPr/>
        </p:nvSpPr>
        <p:spPr>
          <a:xfrm xmlns:a="http://schemas.openxmlformats.org/drawingml/2006/main">
            <a:off x="78486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79" name="L-B-4">
            <a:extLst xmlns:a="http://schemas.openxmlformats.org/drawingml/2006/main">
              <a:ext uri="{FF2B5EF4-FFF2-40B4-BE49-F238E27FC236}">
                <a16:creationId xmlns:a16="http://schemas.microsoft.com/office/drawing/2014/main" id="{9FD774A8-59AD-45E2-AE83-C7F5D30DCB9E}"/>
              </a:ext>
            </a:extLst>
          </p:cNvPr>
          <p:cNvSpPr>
            <a:spLocks xmlns:a="http://schemas.openxmlformats.org/drawingml/2006/main" noGrp="1"/>
          </p:cNvSpPr>
          <p:nvPr/>
        </p:nvSpPr>
        <p:spPr>
          <a:xfrm xmlns:a="http://schemas.openxmlformats.org/drawingml/2006/main">
            <a:off x="82677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80" name="L-B-5">
            <a:extLst xmlns:a="http://schemas.openxmlformats.org/drawingml/2006/main">
              <a:ext uri="{FF2B5EF4-FFF2-40B4-BE49-F238E27FC236}">
                <a16:creationId xmlns:a16="http://schemas.microsoft.com/office/drawing/2014/main" id="{1A354642-678A-4F25-A056-65EF1E57D6A2}"/>
              </a:ext>
            </a:extLst>
          </p:cNvPr>
          <p:cNvSpPr>
            <a:spLocks xmlns:a="http://schemas.openxmlformats.org/drawingml/2006/main" noGrp="1"/>
          </p:cNvSpPr>
          <p:nvPr/>
        </p:nvSpPr>
        <p:spPr>
          <a:xfrm xmlns:a="http://schemas.openxmlformats.org/drawingml/2006/main">
            <a:off x="86868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81" name="L-B-6">
            <a:extLst xmlns:a="http://schemas.openxmlformats.org/drawingml/2006/main">
              <a:ext uri="{FF2B5EF4-FFF2-40B4-BE49-F238E27FC236}">
                <a16:creationId xmlns:a16="http://schemas.microsoft.com/office/drawing/2014/main" id="{C7A1EFC0-6032-4248-9EBA-8A6F4E1010CE}"/>
              </a:ext>
            </a:extLst>
          </p:cNvPr>
          <p:cNvSpPr>
            <a:spLocks xmlns:a="http://schemas.openxmlformats.org/drawingml/2006/main" noGrp="1"/>
          </p:cNvSpPr>
          <p:nvPr/>
        </p:nvSpPr>
        <p:spPr>
          <a:xfrm xmlns:a="http://schemas.openxmlformats.org/drawingml/2006/main">
            <a:off x="91059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82" name="L-B-7">
            <a:extLst xmlns:a="http://schemas.openxmlformats.org/drawingml/2006/main">
              <a:ext uri="{FF2B5EF4-FFF2-40B4-BE49-F238E27FC236}">
                <a16:creationId xmlns:a16="http://schemas.microsoft.com/office/drawing/2014/main" id="{78A9AABE-D888-4648-8AEB-17E845409919}"/>
              </a:ext>
            </a:extLst>
          </p:cNvPr>
          <p:cNvSpPr>
            <a:spLocks xmlns:a="http://schemas.openxmlformats.org/drawingml/2006/main" noGrp="1"/>
          </p:cNvSpPr>
          <p:nvPr/>
        </p:nvSpPr>
        <p:spPr>
          <a:xfrm xmlns:a="http://schemas.openxmlformats.org/drawingml/2006/main">
            <a:off x="9525000" y="419100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2E6F9E"/>
            </a:solidFill>
            <a:prstDash val="solid"/>
          </a:ln>
        </p:spPr>
      </p:sp>
      <p:sp>
        <p:nvSpPr>
          <p:cNvPr id="83" name="L-C-0">
            <a:extLst xmlns:a="http://schemas.openxmlformats.org/drawingml/2006/main">
              <a:ext uri="{FF2B5EF4-FFF2-40B4-BE49-F238E27FC236}">
                <a16:creationId xmlns:a16="http://schemas.microsoft.com/office/drawing/2014/main" id="{A4A74759-23B6-4EEE-9F12-F99F6A6B4277}"/>
              </a:ext>
            </a:extLst>
          </p:cNvPr>
          <p:cNvSpPr>
            <a:spLocks xmlns:a="http://schemas.openxmlformats.org/drawingml/2006/main" noGrp="1"/>
          </p:cNvSpPr>
          <p:nvPr/>
        </p:nvSpPr>
        <p:spPr>
          <a:xfrm xmlns:a="http://schemas.openxmlformats.org/drawingml/2006/main">
            <a:off x="65913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84" name="L-C-1">
            <a:extLst xmlns:a="http://schemas.openxmlformats.org/drawingml/2006/main">
              <a:ext uri="{FF2B5EF4-FFF2-40B4-BE49-F238E27FC236}">
                <a16:creationId xmlns:a16="http://schemas.microsoft.com/office/drawing/2014/main" id="{2F175EE6-F9A8-4ADF-BF97-59D045F445AB}"/>
              </a:ext>
            </a:extLst>
          </p:cNvPr>
          <p:cNvSpPr>
            <a:spLocks xmlns:a="http://schemas.openxmlformats.org/drawingml/2006/main" noGrp="1"/>
          </p:cNvSpPr>
          <p:nvPr/>
        </p:nvSpPr>
        <p:spPr>
          <a:xfrm xmlns:a="http://schemas.openxmlformats.org/drawingml/2006/main">
            <a:off x="70104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85" name="L-C-2">
            <a:extLst xmlns:a="http://schemas.openxmlformats.org/drawingml/2006/main">
              <a:ext uri="{FF2B5EF4-FFF2-40B4-BE49-F238E27FC236}">
                <a16:creationId xmlns:a16="http://schemas.microsoft.com/office/drawing/2014/main" id="{751D6A9D-7D89-48B0-9B03-37A019A5AEC0}"/>
              </a:ext>
            </a:extLst>
          </p:cNvPr>
          <p:cNvSpPr>
            <a:spLocks xmlns:a="http://schemas.openxmlformats.org/drawingml/2006/main" noGrp="1"/>
          </p:cNvSpPr>
          <p:nvPr/>
        </p:nvSpPr>
        <p:spPr>
          <a:xfrm xmlns:a="http://schemas.openxmlformats.org/drawingml/2006/main">
            <a:off x="74295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86" name="L-C-3">
            <a:extLst xmlns:a="http://schemas.openxmlformats.org/drawingml/2006/main">
              <a:ext uri="{FF2B5EF4-FFF2-40B4-BE49-F238E27FC236}">
                <a16:creationId xmlns:a16="http://schemas.microsoft.com/office/drawing/2014/main" id="{BC88D085-62A5-4C22-B3DE-DFFFB440A609}"/>
              </a:ext>
            </a:extLst>
          </p:cNvPr>
          <p:cNvSpPr>
            <a:spLocks xmlns:a="http://schemas.openxmlformats.org/drawingml/2006/main" noGrp="1"/>
          </p:cNvSpPr>
          <p:nvPr/>
        </p:nvSpPr>
        <p:spPr>
          <a:xfrm xmlns:a="http://schemas.openxmlformats.org/drawingml/2006/main">
            <a:off x="78486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87" name="L-C-4">
            <a:extLst xmlns:a="http://schemas.openxmlformats.org/drawingml/2006/main">
              <a:ext uri="{FF2B5EF4-FFF2-40B4-BE49-F238E27FC236}">
                <a16:creationId xmlns:a16="http://schemas.microsoft.com/office/drawing/2014/main" id="{C3DEC694-AAEE-4FE8-91A1-86E7E65E07A7}"/>
              </a:ext>
            </a:extLst>
          </p:cNvPr>
          <p:cNvSpPr>
            <a:spLocks xmlns:a="http://schemas.openxmlformats.org/drawingml/2006/main" noGrp="1"/>
          </p:cNvSpPr>
          <p:nvPr/>
        </p:nvSpPr>
        <p:spPr>
          <a:xfrm xmlns:a="http://schemas.openxmlformats.org/drawingml/2006/main">
            <a:off x="82677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88" name="L-C-5">
            <a:extLst xmlns:a="http://schemas.openxmlformats.org/drawingml/2006/main">
              <a:ext uri="{FF2B5EF4-FFF2-40B4-BE49-F238E27FC236}">
                <a16:creationId xmlns:a16="http://schemas.microsoft.com/office/drawing/2014/main" id="{5E9C6D88-5660-418C-9C91-788FB8A51362}"/>
              </a:ext>
            </a:extLst>
          </p:cNvPr>
          <p:cNvSpPr>
            <a:spLocks xmlns:a="http://schemas.openxmlformats.org/drawingml/2006/main" noGrp="1"/>
          </p:cNvSpPr>
          <p:nvPr/>
        </p:nvSpPr>
        <p:spPr>
          <a:xfrm xmlns:a="http://schemas.openxmlformats.org/drawingml/2006/main">
            <a:off x="8686800" y="4552950"/>
            <a:ext cx="381000" cy="304800"/>
          </a:xfrm>
          <a:prstGeom xmlns:a="http://schemas.openxmlformats.org/drawingml/2006/main" prst="rect">
            <a:avLst/>
          </a:prstGeom>
          <a:solidFill xmlns:a="http://schemas.openxmlformats.org/drawingml/2006/main">
            <a:srgbClr val="FFF0CF"/>
          </a:solidFill>
          <a:ln xmlns:a="http://schemas.openxmlformats.org/drawingml/2006/main" w="10478">
            <a:solidFill>
              <a:srgbClr val="B27C20"/>
            </a:solidFill>
            <a:prstDash val="solid"/>
          </a:ln>
        </p:spPr>
      </p:sp>
      <p:sp>
        <p:nvSpPr>
          <p:cNvPr id="89" name="L-C-accent-5">
            <a:extLst xmlns:a="http://schemas.openxmlformats.org/drawingml/2006/main">
              <a:ext uri="{FF2B5EF4-FFF2-40B4-BE49-F238E27FC236}">
                <a16:creationId xmlns:a16="http://schemas.microsoft.com/office/drawing/2014/main" id="{B2E43853-0E0D-445F-866A-E994C7C20DAB}"/>
              </a:ext>
            </a:extLst>
          </p:cNvPr>
          <p:cNvSpPr>
            <a:spLocks xmlns:a="http://schemas.openxmlformats.org/drawingml/2006/main" noGrp="1"/>
          </p:cNvSpPr>
          <p:nvPr/>
        </p:nvSpPr>
        <p:spPr>
          <a:xfrm xmlns:a="http://schemas.openxmlformats.org/drawingml/2006/main">
            <a:off x="8658225" y="4524375"/>
            <a:ext cx="438150" cy="361950"/>
          </a:xfrm>
          <a:prstGeom xmlns:a="http://schemas.openxmlformats.org/drawingml/2006/main" prst="rect">
            <a:avLst/>
          </a:prstGeom>
          <a:noFill xmlns:a="http://schemas.openxmlformats.org/drawingml/2006/main"/>
          <a:ln xmlns:a="http://schemas.openxmlformats.org/drawingml/2006/main" w="28575">
            <a:solidFill>
              <a:srgbClr val="B27C20"/>
            </a:solidFill>
            <a:prstDash val="solid"/>
          </a:ln>
        </p:spPr>
      </p:sp>
      <p:sp>
        <p:nvSpPr>
          <p:cNvPr id="90" name="L-C-6">
            <a:extLst xmlns:a="http://schemas.openxmlformats.org/drawingml/2006/main">
              <a:ext uri="{FF2B5EF4-FFF2-40B4-BE49-F238E27FC236}">
                <a16:creationId xmlns:a16="http://schemas.microsoft.com/office/drawing/2014/main" id="{A31333E4-82ED-4CCB-9818-FC267EF153E0}"/>
              </a:ext>
            </a:extLst>
          </p:cNvPr>
          <p:cNvSpPr>
            <a:spLocks xmlns:a="http://schemas.openxmlformats.org/drawingml/2006/main" noGrp="1"/>
          </p:cNvSpPr>
          <p:nvPr/>
        </p:nvSpPr>
        <p:spPr>
          <a:xfrm xmlns:a="http://schemas.openxmlformats.org/drawingml/2006/main">
            <a:off x="91059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91" name="L-C-7">
            <a:extLst xmlns:a="http://schemas.openxmlformats.org/drawingml/2006/main">
              <a:ext uri="{FF2B5EF4-FFF2-40B4-BE49-F238E27FC236}">
                <a16:creationId xmlns:a16="http://schemas.microsoft.com/office/drawing/2014/main" id="{8C6B3E0E-DC34-4072-A947-C971CF4A4EC6}"/>
              </a:ext>
            </a:extLst>
          </p:cNvPr>
          <p:cNvSpPr>
            <a:spLocks xmlns:a="http://schemas.openxmlformats.org/drawingml/2006/main" noGrp="1"/>
          </p:cNvSpPr>
          <p:nvPr/>
        </p:nvSpPr>
        <p:spPr>
          <a:xfrm xmlns:a="http://schemas.openxmlformats.org/drawingml/2006/main">
            <a:off x="9525000" y="4552950"/>
            <a:ext cx="381000" cy="304800"/>
          </a:xfrm>
          <a:prstGeom xmlns:a="http://schemas.openxmlformats.org/drawingml/2006/main" prst="rect">
            <a:avLst/>
          </a:prstGeom>
          <a:solidFill xmlns:a="http://schemas.openxmlformats.org/drawingml/2006/main">
            <a:srgbClr val="FFFFFF"/>
          </a:solidFill>
          <a:ln xmlns:a="http://schemas.openxmlformats.org/drawingml/2006/main" w="10478">
            <a:solidFill>
              <a:srgbClr val="B27C20"/>
            </a:solidFill>
            <a:prstDash val="solid"/>
          </a:ln>
        </p:spPr>
      </p:sp>
      <p:sp>
        <p:nvSpPr>
          <p:cNvPr id="92" name="L-own-B">
            <a:extLst xmlns:a="http://schemas.openxmlformats.org/drawingml/2006/main">
              <a:ext uri="{FF2B5EF4-FFF2-40B4-BE49-F238E27FC236}">
                <a16:creationId xmlns:a16="http://schemas.microsoft.com/office/drawing/2014/main" id="{A6863A70-E195-4A97-BD80-5B2ECEF62D69}"/>
              </a:ext>
            </a:extLst>
          </p:cNvPr>
          <p:cNvSpPr>
            <a:spLocks xmlns:a="http://schemas.openxmlformats.org/drawingml/2006/main" noGrp="1"/>
          </p:cNvSpPr>
          <p:nvPr/>
        </p:nvSpPr>
        <p:spPr>
          <a:xfrm xmlns:a="http://schemas.openxmlformats.org/drawingml/2006/main">
            <a:off x="6562725" y="4162425"/>
            <a:ext cx="304800" cy="304800"/>
          </a:xfrm>
          <a:prstGeom xmlns:a="http://schemas.openxmlformats.org/drawingml/2006/main" prst="rect">
            <a:avLst/>
          </a:prstGeom>
          <a:noFill xmlns:a="http://schemas.openxmlformats.org/drawingml/2006/main"/>
          <a:ln xmlns:a="http://schemas.openxmlformats.org/drawingml/2006/main" w="22860">
            <a:solidFill>
              <a:srgbClr val="2E6F9E"/>
            </a:solidFill>
            <a:prstDash val="solid"/>
          </a:ln>
        </p:spPr>
      </p:sp>
      <p:sp>
        <p:nvSpPr>
          <p:cNvPr id="93" name="L-own-C">
            <a:extLst xmlns:a="http://schemas.openxmlformats.org/drawingml/2006/main">
              <a:ext uri="{FF2B5EF4-FFF2-40B4-BE49-F238E27FC236}">
                <a16:creationId xmlns:a16="http://schemas.microsoft.com/office/drawing/2014/main" id="{CA354246-6421-48BE-91CE-1337BF461B5E}"/>
              </a:ext>
            </a:extLst>
          </p:cNvPr>
          <p:cNvSpPr>
            <a:spLocks xmlns:a="http://schemas.openxmlformats.org/drawingml/2006/main" noGrp="1"/>
          </p:cNvSpPr>
          <p:nvPr/>
        </p:nvSpPr>
        <p:spPr>
          <a:xfrm xmlns:a="http://schemas.openxmlformats.org/drawingml/2006/main">
            <a:off x="8658225" y="4524375"/>
            <a:ext cx="304800" cy="304800"/>
          </a:xfrm>
          <a:prstGeom xmlns:a="http://schemas.openxmlformats.org/drawingml/2006/main" prst="rect">
            <a:avLst/>
          </a:prstGeom>
          <a:noFill xmlns:a="http://schemas.openxmlformats.org/drawingml/2006/main"/>
          <a:ln xmlns:a="http://schemas.openxmlformats.org/drawingml/2006/main" w="22860">
            <a:solidFill>
              <a:srgbClr val="B27C20"/>
            </a:solidFill>
            <a:prstDash val="solid"/>
          </a:ln>
        </p:spPr>
      </p:sp>
      <p:sp>
        <p:nvSpPr>
          <p:cNvPr id="94" name="L-note">
            <a:extLst xmlns:a="http://schemas.openxmlformats.org/drawingml/2006/main">
              <a:ext uri="{FF2B5EF4-FFF2-40B4-BE49-F238E27FC236}">
                <a16:creationId xmlns:a16="http://schemas.microsoft.com/office/drawing/2014/main" id="{A29E1BD5-A882-4DB0-BFB9-1D8737BCF793}"/>
              </a:ext>
            </a:extLst>
          </p:cNvPr>
          <p:cNvSpPr>
            <a:spLocks xmlns:a="http://schemas.openxmlformats.org/drawingml/2006/main" noGrp="1"/>
          </p:cNvSpPr>
          <p:nvPr/>
        </p:nvSpPr>
        <p:spPr>
          <a:xfrm xmlns:a="http://schemas.openxmlformats.org/drawingml/2006/main">
            <a:off x="10115550" y="4248150"/>
            <a:ext cx="171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its own row</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per branch</a:t>
            </a:r>
          </a:p>
        </p:txBody>
      </p:sp>
      <p:sp>
        <p:nvSpPr>
          <p:cNvPr id="95" name="sec-c-chip">
            <a:extLst xmlns:a="http://schemas.openxmlformats.org/drawingml/2006/main">
              <a:ext uri="{FF2B5EF4-FFF2-40B4-BE49-F238E27FC236}">
                <a16:creationId xmlns:a16="http://schemas.microsoft.com/office/drawing/2014/main" id="{EA9F68A0-2A3F-4A91-B395-33988AD5064C}"/>
              </a:ext>
            </a:extLst>
          </p:cNvPr>
          <p:cNvSpPr>
            <a:spLocks xmlns:a="http://schemas.openxmlformats.org/drawingml/2006/main" noGrp="1"/>
          </p:cNvSpPr>
          <p:nvPr/>
        </p:nvSpPr>
        <p:spPr>
          <a:xfrm xmlns:a="http://schemas.openxmlformats.org/drawingml/2006/main">
            <a:off x="304800" y="55435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96" name="sec-c-chip-text">
            <a:extLst xmlns:a="http://schemas.openxmlformats.org/drawingml/2006/main">
              <a:ext uri="{FF2B5EF4-FFF2-40B4-BE49-F238E27FC236}">
                <a16:creationId xmlns:a16="http://schemas.microsoft.com/office/drawing/2014/main" id="{CF551D8A-12D7-42FC-837F-3A526D0FED24}"/>
              </a:ext>
            </a:extLst>
          </p:cNvPr>
          <p:cNvSpPr>
            <a:spLocks xmlns:a="http://schemas.openxmlformats.org/drawingml/2006/main" noGrp="1"/>
          </p:cNvSpPr>
          <p:nvPr/>
        </p:nvSpPr>
        <p:spPr>
          <a:xfrm xmlns:a="http://schemas.openxmlformats.org/drawingml/2006/main">
            <a:off x="323850" y="55435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c</a:t>
            </a:r>
          </a:p>
        </p:txBody>
      </p:sp>
      <p:sp>
        <p:nvSpPr>
          <p:cNvPr id="97" name="sec-c">
            <a:extLst xmlns:a="http://schemas.openxmlformats.org/drawingml/2006/main">
              <a:ext uri="{FF2B5EF4-FFF2-40B4-BE49-F238E27FC236}">
                <a16:creationId xmlns:a16="http://schemas.microsoft.com/office/drawing/2014/main" id="{E99C1A86-DDAE-4E92-B0EE-0BE7082153DD}"/>
              </a:ext>
            </a:extLst>
          </p:cNvPr>
          <p:cNvSpPr>
            <a:spLocks xmlns:a="http://schemas.openxmlformats.org/drawingml/2006/main" noGrp="1"/>
          </p:cNvSpPr>
          <p:nvPr/>
        </p:nvSpPr>
        <p:spPr>
          <a:xfrm xmlns:a="http://schemas.openxmlformats.org/drawingml/2006/main">
            <a:off x="876300" y="5505450"/>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Constraint difference</a:t>
            </a:r>
          </a:p>
        </p:txBody>
      </p:sp>
      <p:sp>
        <p:nvSpPr>
          <p:cNvPr id="98" name="G-formula">
            <a:extLst xmlns:a="http://schemas.openxmlformats.org/drawingml/2006/main">
              <a:ext uri="{FF2B5EF4-FFF2-40B4-BE49-F238E27FC236}">
                <a16:creationId xmlns:a16="http://schemas.microsoft.com/office/drawing/2014/main" id="{C0DAC5E3-4B10-401E-B372-5DF3B5456193}"/>
              </a:ext>
            </a:extLst>
          </p:cNvPr>
          <p:cNvSpPr>
            <a:spLocks xmlns:a="http://schemas.openxmlformats.org/drawingml/2006/main" noGrp="1"/>
          </p:cNvSpPr>
          <p:nvPr/>
        </p:nvSpPr>
        <p:spPr>
          <a:xfrm xmlns:a="http://schemas.openxmlformats.org/drawingml/2006/main">
            <a:off x="304800" y="60579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1E2E38"/>
                </a:solidFill>
                <a:latin typeface="Times New Roman"/>
                <a:ea typeface="Times New Roman"/>
                <a:cs typeface="Times New Roman"/>
              </a:defRPr>
            </a:pPr>
            <a:r>
              <a:rPr sz="2550" b="0" i="1">
                <a:solidFill>
                  <a:srgbClr val="1E2E38"/>
                </a:solidFill>
                <a:latin typeface="Times New Roman"/>
                <a:ea typeface="Times New Roman"/>
                <a:cs typeface="Times New Roman"/>
              </a:rPr>
              <a:t>G</a:t>
            </a:r>
            <a:r>
              <a:rPr sz="2550" b="0" i="0">
                <a:solidFill>
                  <a:srgbClr val="1E2E38"/>
                </a:solidFill>
                <a:latin typeface="Times New Roman"/>
                <a:ea typeface="Times New Roman"/>
                <a:cs typeface="Times New Roman"/>
              </a:rPr>
              <a:t>(</a:t>
            </a:r>
            <a:r>
              <a:rPr sz="2550" b="0" i="1">
                <a:solidFill>
                  <a:srgbClr val="1E2E38"/>
                </a:solidFill>
                <a:latin typeface="Times New Roman"/>
                <a:ea typeface="Times New Roman"/>
                <a:cs typeface="Times New Roman"/>
              </a:rPr>
              <a:t>q</a:t>
            </a:r>
            <a:r>
              <a:rPr sz="2550" b="0" i="0">
                <a:solidFill>
                  <a:srgbClr val="1E2E38"/>
                </a:solidFill>
                <a:latin typeface="Times New Roman"/>
                <a:ea typeface="Times New Roman"/>
                <a:cs typeface="Times New Roman"/>
              </a:rPr>
              <a:t>) = </a:t>
            </a:r>
            <a:r>
              <a:rPr sz="2550" b="0" i="1">
                <a:solidFill>
                  <a:srgbClr val="1E2E38"/>
                </a:solidFill>
                <a:latin typeface="Times New Roman"/>
                <a:ea typeface="Times New Roman"/>
                <a:cs typeface="Times New Roman"/>
              </a:rPr>
              <a:t>J</a:t>
            </a:r>
            <a:r>
              <a:rPr sz="2550" b="0" i="0">
                <a:solidFill>
                  <a:srgbClr val="1E2E38"/>
                </a:solidFill>
                <a:latin typeface="Times New Roman"/>
                <a:ea typeface="Times New Roman"/>
                <a:cs typeface="Times New Roman"/>
              </a:rPr>
              <a:t>(</a:t>
            </a:r>
            <a:r>
              <a:rPr sz="2550" b="0" i="1">
                <a:solidFill>
                  <a:srgbClr val="1E2E38"/>
                </a:solidFill>
                <a:latin typeface="Times New Roman"/>
                <a:ea typeface="Times New Roman"/>
                <a:cs typeface="Times New Roman"/>
              </a:rPr>
              <a:t>q</a:t>
            </a:r>
            <a:r>
              <a:rPr sz="2550" b="0" i="0">
                <a:solidFill>
                  <a:srgbClr val="1E2E38"/>
                </a:solidFill>
                <a:latin typeface="Times New Roman"/>
                <a:ea typeface="Times New Roman"/>
                <a:cs typeface="Times New Roman"/>
              </a:rPr>
              <a:t>) − </a:t>
            </a:r>
            <a:r>
              <a:rPr sz="2550" b="0" i="1">
                <a:solidFill>
                  <a:srgbClr val="1E2E38"/>
                </a:solidFill>
                <a:latin typeface="Times New Roman"/>
                <a:ea typeface="Times New Roman"/>
                <a:cs typeface="Times New Roman"/>
              </a:rPr>
              <a:t>L</a:t>
            </a:r>
            <a:r>
              <a:rPr sz="2550" b="0" i="0">
                <a:solidFill>
                  <a:srgbClr val="1E2E38"/>
                </a:solidFill>
                <a:latin typeface="Times New Roman"/>
                <a:ea typeface="Times New Roman"/>
                <a:cs typeface="Times New Roman"/>
              </a:rPr>
              <a:t>(</a:t>
            </a:r>
            <a:r>
              <a:rPr sz="2550" b="0" i="1">
                <a:solidFill>
                  <a:srgbClr val="1E2E38"/>
                </a:solidFill>
                <a:latin typeface="Times New Roman"/>
                <a:ea typeface="Times New Roman"/>
                <a:cs typeface="Times New Roman"/>
              </a:rPr>
              <a:t>q</a:t>
            </a:r>
            <a:r>
              <a:rPr sz="2550" b="0" i="0">
                <a:solidFill>
                  <a:srgbClr val="1E2E38"/>
                </a:solidFill>
                <a:latin typeface="Times New Roman"/>
                <a:ea typeface="Times New Roman"/>
                <a:cs typeface="Times New Roman"/>
              </a:rPr>
              <a:t>) ≥ 0</a:t>
            </a:r>
          </a:p>
        </p:txBody>
      </p:sp>
      <p:sp>
        <p:nvSpPr>
          <p:cNvPr id="99" name="G-why">
            <a:extLst xmlns:a="http://schemas.openxmlformats.org/drawingml/2006/main">
              <a:ext uri="{FF2B5EF4-FFF2-40B4-BE49-F238E27FC236}">
                <a16:creationId xmlns:a16="http://schemas.microsoft.com/office/drawing/2014/main" id="{9ED06040-2F88-42D6-925F-1676398E405D}"/>
              </a:ext>
            </a:extLst>
          </p:cNvPr>
          <p:cNvSpPr>
            <a:spLocks xmlns:a="http://schemas.openxmlformats.org/drawingml/2006/main" noGrp="1"/>
          </p:cNvSpPr>
          <p:nvPr/>
        </p:nvSpPr>
        <p:spPr>
          <a:xfrm xmlns:a="http://schemas.openxmlformats.org/drawingml/2006/main">
            <a:off x="4991100" y="6057900"/>
            <a:ext cx="704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Both rules search the same candidate rows with the</a:t>
            </a:r>
          </a:p>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same non-negative weights, so the shared-row minimum</a:t>
            </a:r>
          </a:p>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is never below the sum of the per-branch minima.</a:t>
            </a:r>
          </a:p>
        </p:txBody>
      </p:sp>
      <p:sp>
        <p:nvSpPr>
          <p:cNvPr id="100" name="G-caveat">
            <a:extLst xmlns:a="http://schemas.openxmlformats.org/drawingml/2006/main">
              <a:ext uri="{FF2B5EF4-FFF2-40B4-BE49-F238E27FC236}">
                <a16:creationId xmlns:a16="http://schemas.microsoft.com/office/drawing/2014/main" id="{B3CFADD1-8DE1-41B1-B110-8D3669469992}"/>
              </a:ext>
            </a:extLst>
          </p:cNvPr>
          <p:cNvSpPr>
            <a:spLocks xmlns:a="http://schemas.openxmlformats.org/drawingml/2006/main" noGrp="1"/>
          </p:cNvSpPr>
          <p:nvPr/>
        </p:nvSpPr>
        <p:spPr>
          <a:xfrm xmlns:a="http://schemas.openxmlformats.org/drawingml/2006/main">
            <a:off x="304800" y="7086600"/>
            <a:ext cx="11582400" cy="6477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5240">
            <a:solidFill>
              <a:srgbClr val="CBD6DC"/>
            </a:solidFill>
            <a:prstDash val="solid"/>
          </a:ln>
        </p:spPr>
      </p:sp>
      <p:sp>
        <p:nvSpPr>
          <p:cNvPr id="101" name="G-caveat-text">
            <a:extLst xmlns:a="http://schemas.openxmlformats.org/drawingml/2006/main">
              <a:ext uri="{FF2B5EF4-FFF2-40B4-BE49-F238E27FC236}">
                <a16:creationId xmlns:a16="http://schemas.microsoft.com/office/drawing/2014/main" id="{D7934ABA-E747-4BC5-B75D-8B87819B13C7}"/>
              </a:ext>
            </a:extLst>
          </p:cNvPr>
          <p:cNvSpPr>
            <a:spLocks xmlns:a="http://schemas.openxmlformats.org/drawingml/2006/main" noGrp="1"/>
          </p:cNvSpPr>
          <p:nvPr/>
        </p:nvSpPr>
        <p:spPr>
          <a:xfrm xmlns:a="http://schemas.openxmlformats.org/drawingml/2006/main">
            <a:off x="419100" y="7124700"/>
            <a:ext cx="11353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G</a:t>
            </a:r>
            <a:r>
              <a:rPr sz="2250" b="0" i="0">
                <a:solidFill>
                  <a:srgbClr val="1E2E38"/>
                </a:solidFill>
                <a:latin typeface="Times New Roman"/>
                <a:ea typeface="Times New Roman"/>
                <a:cs typeface="Times New Roman"/>
              </a:rPr>
              <a:t> is a score difference, not a localization loss: what matters for AP is whether the gap changes the ranking of normal and anomalous patches.</a:t>
            </a:r>
          </a:p>
        </p:txBody>
      </p:sp>
    </p:spTree>
    <p:extLst>
      <p:ext uri="{BB962C8B-B14F-4D97-AF65-F5344CB8AC3E}">
        <p14:creationId xmlns:p14="http://schemas.microsoft.com/office/powerpoint/2010/main" val="4551217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band-a">
            <a:extLst xmlns:a="http://schemas.openxmlformats.org/drawingml/2006/main">
              <a:ext uri="{FF2B5EF4-FFF2-40B4-BE49-F238E27FC236}">
                <a16:creationId xmlns:a16="http://schemas.microsoft.com/office/drawing/2014/main" id="{D3E91EAC-F984-431A-8CBC-58B5E9E0840A}"/>
              </a:ext>
            </a:extLst>
          </p:cNvPr>
          <p:cNvSpPr>
            <a:spLocks xmlns:a="http://schemas.openxmlformats.org/drawingml/2006/main" noGrp="1"/>
          </p:cNvSpPr>
          <p:nvPr/>
        </p:nvSpPr>
        <p:spPr>
          <a:xfrm xmlns:a="http://schemas.openxmlformats.org/drawingml/2006/main">
            <a:off x="152400" y="76200"/>
            <a:ext cx="11887200" cy="33909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D8111A49-D890-4149-9A36-C242A480AAF7}"/>
              </a:ext>
            </a:extLst>
          </p:cNvPr>
          <p:cNvSpPr>
            <a:spLocks xmlns:a="http://schemas.openxmlformats.org/drawingml/2006/main" noGrp="1"/>
          </p:cNvSpPr>
          <p:nvPr/>
        </p:nvSpPr>
        <p:spPr>
          <a:xfrm xmlns:a="http://schemas.openxmlformats.org/drawingml/2006/main">
            <a:off x="152400" y="3543300"/>
            <a:ext cx="11887200" cy="205740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c">
            <a:extLst xmlns:a="http://schemas.openxmlformats.org/drawingml/2006/main">
              <a:ext uri="{FF2B5EF4-FFF2-40B4-BE49-F238E27FC236}">
                <a16:creationId xmlns:a16="http://schemas.microsoft.com/office/drawing/2014/main" id="{2E20FB14-C327-49FE-BFD9-147FDD74BF04}"/>
              </a:ext>
            </a:extLst>
          </p:cNvPr>
          <p:cNvSpPr>
            <a:spLocks xmlns:a="http://schemas.openxmlformats.org/drawingml/2006/main" noGrp="1"/>
          </p:cNvSpPr>
          <p:nvPr/>
        </p:nvSpPr>
        <p:spPr>
          <a:xfrm xmlns:a="http://schemas.openxmlformats.org/drawingml/2006/main">
            <a:off x="152400" y="5676900"/>
            <a:ext cx="11887200" cy="276225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FCC90874-CBD4-4D40-99E5-7FB41EBBD804}"/>
              </a:ext>
            </a:extLst>
          </p:cNvPr>
          <p:cNvSpPr>
            <a:spLocks xmlns:a="http://schemas.openxmlformats.org/drawingml/2006/main" noGrp="1"/>
          </p:cNvSpPr>
          <p:nvPr/>
        </p:nvSpPr>
        <p:spPr>
          <a:xfrm xmlns:a="http://schemas.openxmlformats.org/drawingml/2006/main">
            <a:off x="304800" y="1714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109CE772-5A91-48EE-BE3F-9731CC21CA76}"/>
              </a:ext>
            </a:extLst>
          </p:cNvPr>
          <p:cNvSpPr>
            <a:spLocks xmlns:a="http://schemas.openxmlformats.org/drawingml/2006/main" noGrp="1"/>
          </p:cNvSpPr>
          <p:nvPr/>
        </p:nvSpPr>
        <p:spPr>
          <a:xfrm xmlns:a="http://schemas.openxmlformats.org/drawingml/2006/main">
            <a:off x="323850" y="171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A0A57834-5966-4BF0-82FB-0C604B09C4DD}"/>
              </a:ext>
            </a:extLst>
          </p:cNvPr>
          <p:cNvSpPr>
            <a:spLocks xmlns:a="http://schemas.openxmlformats.org/drawingml/2006/main" noGrp="1"/>
          </p:cNvSpPr>
          <p:nvPr/>
        </p:nvSpPr>
        <p:spPr>
          <a:xfrm xmlns:a="http://schemas.openxmlformats.org/drawingml/2006/main">
            <a:off x="876300" y="13335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Four constructions with fixed weights</a:t>
            </a:r>
          </a:p>
        </p:txBody>
      </p:sp>
      <p:sp>
        <p:nvSpPr>
          <p:cNvPr id="7" name="panel-A1">
            <a:extLst xmlns:a="http://schemas.openxmlformats.org/drawingml/2006/main">
              <a:ext uri="{FF2B5EF4-FFF2-40B4-BE49-F238E27FC236}">
                <a16:creationId xmlns:a16="http://schemas.microsoft.com/office/drawing/2014/main" id="{617A870E-6963-4364-945C-72718E1A8582}"/>
              </a:ext>
            </a:extLst>
          </p:cNvPr>
          <p:cNvSpPr>
            <a:spLocks xmlns:a="http://schemas.openxmlformats.org/drawingml/2006/main" noGrp="1"/>
          </p:cNvSpPr>
          <p:nvPr/>
        </p:nvSpPr>
        <p:spPr>
          <a:xfrm xmlns:a="http://schemas.openxmlformats.org/drawingml/2006/main">
            <a:off x="228600" y="723900"/>
            <a:ext cx="28956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5240">
            <a:solidFill>
              <a:srgbClr val="CBD6DC"/>
            </a:solidFill>
            <a:prstDash val="solid"/>
          </a:ln>
        </p:spPr>
      </p:sp>
      <p:sp>
        <p:nvSpPr>
          <p:cNvPr id="8" name="panel-A1-name">
            <a:extLst xmlns:a="http://schemas.openxmlformats.org/drawingml/2006/main">
              <a:ext uri="{FF2B5EF4-FFF2-40B4-BE49-F238E27FC236}">
                <a16:creationId xmlns:a16="http://schemas.microsoft.com/office/drawing/2014/main" id="{B50ED41B-A9C2-438A-B992-9DBFBE921269}"/>
              </a:ext>
            </a:extLst>
          </p:cNvPr>
          <p:cNvSpPr>
            <a:spLocks xmlns:a="http://schemas.openxmlformats.org/drawingml/2006/main" noGrp="1"/>
          </p:cNvSpPr>
          <p:nvPr/>
        </p:nvSpPr>
        <p:spPr>
          <a:xfrm xmlns:a="http://schemas.openxmlformats.org/drawingml/2006/main">
            <a:off x="1009650" y="800100"/>
            <a:ext cx="13335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9" name="panel-A1-name-text">
            <a:extLst xmlns:a="http://schemas.openxmlformats.org/drawingml/2006/main">
              <a:ext uri="{FF2B5EF4-FFF2-40B4-BE49-F238E27FC236}">
                <a16:creationId xmlns:a16="http://schemas.microsoft.com/office/drawing/2014/main" id="{DFF33360-D73E-4796-BFC8-FB63F9F48715}"/>
              </a:ext>
            </a:extLst>
          </p:cNvPr>
          <p:cNvSpPr>
            <a:spLocks xmlns:a="http://schemas.openxmlformats.org/drawingml/2006/main" noGrp="1"/>
          </p:cNvSpPr>
          <p:nvPr/>
        </p:nvSpPr>
        <p:spPr>
          <a:xfrm xmlns:a="http://schemas.openxmlformats.org/drawingml/2006/main">
            <a:off x="1047750" y="800100"/>
            <a:ext cx="1257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A1</a:t>
            </a:r>
          </a:p>
        </p:txBody>
      </p:sp>
      <p:sp>
        <p:nvSpPr>
          <p:cNvPr id="10" name="panel-A1-sub">
            <a:extLst xmlns:a="http://schemas.openxmlformats.org/drawingml/2006/main">
              <a:ext uri="{FF2B5EF4-FFF2-40B4-BE49-F238E27FC236}">
                <a16:creationId xmlns:a16="http://schemas.microsoft.com/office/drawing/2014/main" id="{D7B31514-3A58-4A6E-8DA5-7F9AC1332190}"/>
              </a:ext>
            </a:extLst>
          </p:cNvPr>
          <p:cNvSpPr>
            <a:spLocks xmlns:a="http://schemas.openxmlformats.org/drawingml/2006/main" noGrp="1"/>
          </p:cNvSpPr>
          <p:nvPr/>
        </p:nvSpPr>
        <p:spPr>
          <a:xfrm xmlns:a="http://schemas.openxmlformats.org/drawingml/2006/main">
            <a:off x="304800" y="12192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two-branch anchor</a:t>
            </a:r>
          </a:p>
        </p:txBody>
      </p:sp>
      <p:sp>
        <p:nvSpPr>
          <p:cNvPr id="11" name="slot-A1-0">
            <a:extLst xmlns:a="http://schemas.openxmlformats.org/drawingml/2006/main">
              <a:ext uri="{FF2B5EF4-FFF2-40B4-BE49-F238E27FC236}">
                <a16:creationId xmlns:a16="http://schemas.microsoft.com/office/drawing/2014/main" id="{B7834C13-AB0A-4DD2-89EC-4074797AA5C6}"/>
              </a:ext>
            </a:extLst>
          </p:cNvPr>
          <p:cNvSpPr>
            <a:spLocks xmlns:a="http://schemas.openxmlformats.org/drawingml/2006/main" noGrp="1"/>
          </p:cNvSpPr>
          <p:nvPr/>
        </p:nvSpPr>
        <p:spPr>
          <a:xfrm xmlns:a="http://schemas.openxmlformats.org/drawingml/2006/main">
            <a:off x="342900" y="158115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12" name="slot-A1-0-t">
            <a:extLst xmlns:a="http://schemas.openxmlformats.org/drawingml/2006/main">
              <a:ext uri="{FF2B5EF4-FFF2-40B4-BE49-F238E27FC236}">
                <a16:creationId xmlns:a16="http://schemas.microsoft.com/office/drawing/2014/main" id="{C6C87D39-582A-43F7-BC5F-C86CEBE0DE29}"/>
              </a:ext>
            </a:extLst>
          </p:cNvPr>
          <p:cNvSpPr>
            <a:spLocks xmlns:a="http://schemas.openxmlformats.org/drawingml/2006/main" noGrp="1"/>
          </p:cNvSpPr>
          <p:nvPr/>
        </p:nvSpPr>
        <p:spPr>
          <a:xfrm xmlns:a="http://schemas.openxmlformats.org/drawingml/2006/main">
            <a:off x="419100" y="1581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2E6F9E"/>
                </a:solidFill>
                <a:latin typeface="Times New Roman"/>
                <a:ea typeface="Times New Roman"/>
                <a:cs typeface="Times New Roman"/>
              </a:defRPr>
            </a:pPr>
            <a:r>
              <a:rPr sz="2250" b="0" i="1">
                <a:solidFill>
                  <a:srgbClr val="2E6F9E"/>
                </a:solidFill>
                <a:latin typeface="Times New Roman"/>
                <a:ea typeface="Times New Roman"/>
                <a:cs typeface="Times New Roman"/>
              </a:rPr>
              <a:t>B</a:t>
            </a:r>
            <a:r>
              <a:rPr sz="2250" b="0" i="0">
                <a:solidFill>
                  <a:srgbClr val="2E6F9E"/>
                </a:solidFill>
                <a:latin typeface="Times New Roman"/>
                <a:ea typeface="Times New Roman"/>
                <a:cs typeface="Times New Roman"/>
              </a:rPr>
              <a:t>  DINOv2-</a:t>
            </a:r>
            <a:r>
              <a:rPr sz="2250" b="0" i="1">
                <a:solidFill>
                  <a:srgbClr val="2E6F9E"/>
                </a:solidFill>
                <a:latin typeface="Times New Roman"/>
                <a:ea typeface="Times New Roman"/>
                <a:cs typeface="Times New Roman"/>
              </a:rPr>
              <a:t>B</a:t>
            </a:r>
          </a:p>
        </p:txBody>
      </p:sp>
      <p:sp>
        <p:nvSpPr>
          <p:cNvPr id="13" name="slot-A1-0-w">
            <a:extLst xmlns:a="http://schemas.openxmlformats.org/drawingml/2006/main">
              <a:ext uri="{FF2B5EF4-FFF2-40B4-BE49-F238E27FC236}">
                <a16:creationId xmlns:a16="http://schemas.microsoft.com/office/drawing/2014/main" id="{68F7B46D-527E-4259-B535-301DC76CB7E5}"/>
              </a:ext>
            </a:extLst>
          </p:cNvPr>
          <p:cNvSpPr>
            <a:spLocks xmlns:a="http://schemas.openxmlformats.org/drawingml/2006/main" noGrp="1"/>
          </p:cNvSpPr>
          <p:nvPr/>
        </p:nvSpPr>
        <p:spPr>
          <a:xfrm xmlns:a="http://schemas.openxmlformats.org/drawingml/2006/main">
            <a:off x="2514600" y="1581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1/2</a:t>
            </a:r>
          </a:p>
        </p:txBody>
      </p:sp>
      <p:sp>
        <p:nvSpPr>
          <p:cNvPr id="14" name="slot-A1-1">
            <a:extLst xmlns:a="http://schemas.openxmlformats.org/drawingml/2006/main">
              <a:ext uri="{FF2B5EF4-FFF2-40B4-BE49-F238E27FC236}">
                <a16:creationId xmlns:a16="http://schemas.microsoft.com/office/drawing/2014/main" id="{5BF77437-85DC-45D9-B366-F55943E63EB8}"/>
              </a:ext>
            </a:extLst>
          </p:cNvPr>
          <p:cNvSpPr>
            <a:spLocks xmlns:a="http://schemas.openxmlformats.org/drawingml/2006/main" noGrp="1"/>
          </p:cNvSpPr>
          <p:nvPr/>
        </p:nvSpPr>
        <p:spPr>
          <a:xfrm xmlns:a="http://schemas.openxmlformats.org/drawingml/2006/main">
            <a:off x="342900" y="196215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15" name="slot-A1-1-t">
            <a:extLst xmlns:a="http://schemas.openxmlformats.org/drawingml/2006/main">
              <a:ext uri="{FF2B5EF4-FFF2-40B4-BE49-F238E27FC236}">
                <a16:creationId xmlns:a16="http://schemas.microsoft.com/office/drawing/2014/main" id="{626DB819-F2AB-4F74-87DA-9A75CA76DE7F}"/>
              </a:ext>
            </a:extLst>
          </p:cNvPr>
          <p:cNvSpPr>
            <a:spLocks xmlns:a="http://schemas.openxmlformats.org/drawingml/2006/main" noGrp="1"/>
          </p:cNvSpPr>
          <p:nvPr/>
        </p:nvSpPr>
        <p:spPr>
          <a:xfrm xmlns:a="http://schemas.openxmlformats.org/drawingml/2006/main">
            <a:off x="419100" y="1962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B27C20"/>
                </a:solidFill>
                <a:latin typeface="Times New Roman"/>
                <a:ea typeface="Times New Roman"/>
                <a:cs typeface="Times New Roman"/>
              </a:defRPr>
            </a:pPr>
            <a:r>
              <a:rPr sz="2250" b="0" i="1">
                <a:solidFill>
                  <a:srgbClr val="B27C20"/>
                </a:solidFill>
                <a:latin typeface="Times New Roman"/>
                <a:ea typeface="Times New Roman"/>
                <a:cs typeface="Times New Roman"/>
              </a:rPr>
              <a:t>C</a:t>
            </a:r>
            <a:r>
              <a:rPr sz="2250" b="0" i="0">
                <a:solidFill>
                  <a:srgbClr val="B27C20"/>
                </a:solidFill>
                <a:latin typeface="Times New Roman"/>
                <a:ea typeface="Times New Roman"/>
                <a:cs typeface="Times New Roman"/>
              </a:rPr>
              <a:t>  AnomalyCLIP</a:t>
            </a:r>
          </a:p>
        </p:txBody>
      </p:sp>
      <p:sp>
        <p:nvSpPr>
          <p:cNvPr id="16" name="slot-A1-1-w">
            <a:extLst xmlns:a="http://schemas.openxmlformats.org/drawingml/2006/main">
              <a:ext uri="{FF2B5EF4-FFF2-40B4-BE49-F238E27FC236}">
                <a16:creationId xmlns:a16="http://schemas.microsoft.com/office/drawing/2014/main" id="{AAB6F5E9-82C2-4533-8459-4D087A2AA42A}"/>
              </a:ext>
            </a:extLst>
          </p:cNvPr>
          <p:cNvSpPr>
            <a:spLocks xmlns:a="http://schemas.openxmlformats.org/drawingml/2006/main" noGrp="1"/>
          </p:cNvSpPr>
          <p:nvPr/>
        </p:nvSpPr>
        <p:spPr>
          <a:xfrm xmlns:a="http://schemas.openxmlformats.org/drawingml/2006/main">
            <a:off x="2514600" y="1962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B27C20"/>
                </a:solidFill>
                <a:latin typeface="Times New Roman"/>
                <a:ea typeface="Times New Roman"/>
                <a:cs typeface="Times New Roman"/>
              </a:defRPr>
            </a:pPr>
            <a:r>
              <a:rPr sz="2250" b="0" i="0">
                <a:solidFill>
                  <a:srgbClr val="B27C20"/>
                </a:solidFill>
                <a:latin typeface="Times New Roman"/>
                <a:ea typeface="Times New Roman"/>
                <a:cs typeface="Times New Roman"/>
              </a:rPr>
              <a:t>1/2</a:t>
            </a:r>
          </a:p>
        </p:txBody>
      </p:sp>
      <p:sp>
        <p:nvSpPr>
          <p:cNvPr id="17" name="panel-A1-note">
            <a:extLst xmlns:a="http://schemas.openxmlformats.org/drawingml/2006/main">
              <a:ext uri="{FF2B5EF4-FFF2-40B4-BE49-F238E27FC236}">
                <a16:creationId xmlns:a16="http://schemas.microsoft.com/office/drawing/2014/main" id="{AC0A660C-F371-4B3D-85A7-56B0591E4060}"/>
              </a:ext>
            </a:extLst>
          </p:cNvPr>
          <p:cNvSpPr>
            <a:spLocks xmlns:a="http://schemas.openxmlformats.org/drawingml/2006/main" noGrp="1"/>
          </p:cNvSpPr>
          <p:nvPr/>
        </p:nvSpPr>
        <p:spPr>
          <a:xfrm xmlns:a="http://schemas.openxmlformats.org/drawingml/2006/main">
            <a:off x="304800" y="27622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the existing anchor:</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two equal branches</a:t>
            </a:r>
          </a:p>
        </p:txBody>
      </p:sp>
      <p:sp>
        <p:nvSpPr>
          <p:cNvPr id="18" name="anchor-20">
            <a:extLst xmlns:a="http://schemas.openxmlformats.org/drawingml/2006/main">
              <a:ext uri="{FF2B5EF4-FFF2-40B4-BE49-F238E27FC236}">
                <a16:creationId xmlns:a16="http://schemas.microsoft.com/office/drawing/2014/main" id="{F525F402-B62A-46D4-939C-E89B1A3E4475}"/>
              </a:ext>
            </a:extLst>
          </p:cNvPr>
          <p:cNvSpPr>
            <a:spLocks xmlns:a="http://schemas.openxmlformats.org/drawingml/2006/main" noGrp="1"/>
          </p:cNvSpPr>
          <p:nvPr/>
        </p:nvSpPr>
        <p:spPr>
          <a:xfrm xmlns:a="http://schemas.openxmlformats.org/drawingml/2006/main">
            <a:off x="312896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anchor-21">
            <a:extLst xmlns:a="http://schemas.openxmlformats.org/drawingml/2006/main">
              <a:ext uri="{FF2B5EF4-FFF2-40B4-BE49-F238E27FC236}">
                <a16:creationId xmlns:a16="http://schemas.microsoft.com/office/drawing/2014/main" id="{C9A90ADB-0E26-444E-B9F6-E87D0269E0A9}"/>
              </a:ext>
            </a:extLst>
          </p:cNvPr>
          <p:cNvSpPr>
            <a:spLocks xmlns:a="http://schemas.openxmlformats.org/drawingml/2006/main" noGrp="1"/>
          </p:cNvSpPr>
          <p:nvPr/>
        </p:nvSpPr>
        <p:spPr>
          <a:xfrm xmlns:a="http://schemas.openxmlformats.org/drawingml/2006/main">
            <a:off x="318611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4" name=""/>
          <p:cNvCxnSpPr>
            <a:stCxn xmlns:a="http://schemas.openxmlformats.org/drawingml/2006/main" id="18" idx="3"/>
            <a:endCxn xmlns:a="http://schemas.openxmlformats.org/drawingml/2006/main" id="19" idx="1"/>
          </p:cNvCxnSpPr>
          <p:nvPr/>
        </p:nvCxnSpPr>
        <p:spPr>
          <a:xfrm xmlns:a="http://schemas.openxmlformats.org/drawingml/2006/main">
            <a:off x="3138488" y="1581151"/>
            <a:ext cx="47625" cy="0"/>
          </a:xfrm>
          <a:prstGeom xmlns:a="http://schemas.openxmlformats.org/drawingml/2006/main" prst="straightConnector1">
            <a:avLst/>
          </a:prstGeom>
          <a:ln xmlns:a="http://schemas.openxmlformats.org/drawingml/2006/main" w="24765">
            <a:solidFill>
              <a:srgbClr val="1E2E38"/>
            </a:solidFill>
            <a:prstDash val="solid"/>
            <a:headEnd type="triangle" w="med" len="med"/>
          </a:ln>
        </p:spPr>
      </p:cxnSp>
      <p:sp>
        <p:nvSpPr>
          <p:cNvPr id="21" name="panel-DUP">
            <a:extLst xmlns:a="http://schemas.openxmlformats.org/drawingml/2006/main">
              <a:ext uri="{FF2B5EF4-FFF2-40B4-BE49-F238E27FC236}">
                <a16:creationId xmlns:a16="http://schemas.microsoft.com/office/drawing/2014/main" id="{F0EFE0D9-C70A-4C1B-80E4-74588A6869B1}"/>
              </a:ext>
            </a:extLst>
          </p:cNvPr>
          <p:cNvSpPr>
            <a:spLocks xmlns:a="http://schemas.openxmlformats.org/drawingml/2006/main" noGrp="1"/>
          </p:cNvSpPr>
          <p:nvPr/>
        </p:nvSpPr>
        <p:spPr>
          <a:xfrm xmlns:a="http://schemas.openxmlformats.org/drawingml/2006/main">
            <a:off x="3200400" y="723900"/>
            <a:ext cx="28956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5240">
            <a:solidFill>
              <a:srgbClr val="CBD6DC"/>
            </a:solidFill>
            <a:prstDash val="solid"/>
          </a:ln>
        </p:spPr>
      </p:sp>
      <p:sp>
        <p:nvSpPr>
          <p:cNvPr id="22" name="panel-DUP-name">
            <a:extLst xmlns:a="http://schemas.openxmlformats.org/drawingml/2006/main">
              <a:ext uri="{FF2B5EF4-FFF2-40B4-BE49-F238E27FC236}">
                <a16:creationId xmlns:a16="http://schemas.microsoft.com/office/drawing/2014/main" id="{FCB8B676-EB12-4D98-ADFC-067D226DB247}"/>
              </a:ext>
            </a:extLst>
          </p:cNvPr>
          <p:cNvSpPr>
            <a:spLocks xmlns:a="http://schemas.openxmlformats.org/drawingml/2006/main" noGrp="1"/>
          </p:cNvSpPr>
          <p:nvPr/>
        </p:nvSpPr>
        <p:spPr>
          <a:xfrm xmlns:a="http://schemas.openxmlformats.org/drawingml/2006/main">
            <a:off x="3981450" y="800100"/>
            <a:ext cx="13335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23" name="panel-DUP-name-text">
            <a:extLst xmlns:a="http://schemas.openxmlformats.org/drawingml/2006/main">
              <a:ext uri="{FF2B5EF4-FFF2-40B4-BE49-F238E27FC236}">
                <a16:creationId xmlns:a16="http://schemas.microsoft.com/office/drawing/2014/main" id="{FD3408F8-7C63-47D6-95F5-01FF7E4489CC}"/>
              </a:ext>
            </a:extLst>
          </p:cNvPr>
          <p:cNvSpPr>
            <a:spLocks xmlns:a="http://schemas.openxmlformats.org/drawingml/2006/main" noGrp="1"/>
          </p:cNvSpPr>
          <p:nvPr/>
        </p:nvSpPr>
        <p:spPr>
          <a:xfrm xmlns:a="http://schemas.openxmlformats.org/drawingml/2006/main">
            <a:off x="4019550" y="800100"/>
            <a:ext cx="1257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DUP</a:t>
            </a:r>
          </a:p>
        </p:txBody>
      </p:sp>
      <p:sp>
        <p:nvSpPr>
          <p:cNvPr id="24" name="panel-DUP-sub">
            <a:extLst xmlns:a="http://schemas.openxmlformats.org/drawingml/2006/main">
              <a:ext uri="{FF2B5EF4-FFF2-40B4-BE49-F238E27FC236}">
                <a16:creationId xmlns:a16="http://schemas.microsoft.com/office/drawing/2014/main" id="{6DF612D2-AEB4-41C7-9F25-DB63062D012D}"/>
              </a:ext>
            </a:extLst>
          </p:cNvPr>
          <p:cNvSpPr>
            <a:spLocks xmlns:a="http://schemas.openxmlformats.org/drawingml/2006/main" noGrp="1"/>
          </p:cNvSpPr>
          <p:nvPr/>
        </p:nvSpPr>
        <p:spPr>
          <a:xfrm xmlns:a="http://schemas.openxmlformats.org/drawingml/2006/main">
            <a:off x="3276600" y="12192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duplicate </a:t>
            </a:r>
            <a:r>
              <a:rPr sz="2250" b="0" i="1">
                <a:solidFill>
                  <a:srgbClr val="5E717C"/>
                </a:solidFill>
                <a:latin typeface="Times New Roman"/>
                <a:ea typeface="Times New Roman"/>
                <a:cs typeface="Times New Roman"/>
              </a:rPr>
              <a:t>B</a:t>
            </a:r>
          </a:p>
        </p:txBody>
      </p:sp>
      <p:sp>
        <p:nvSpPr>
          <p:cNvPr id="25" name="slot-DUP-0">
            <a:extLst xmlns:a="http://schemas.openxmlformats.org/drawingml/2006/main">
              <a:ext uri="{FF2B5EF4-FFF2-40B4-BE49-F238E27FC236}">
                <a16:creationId xmlns:a16="http://schemas.microsoft.com/office/drawing/2014/main" id="{F59DCEB0-E7FB-4487-88D4-7BAE336C247A}"/>
              </a:ext>
            </a:extLst>
          </p:cNvPr>
          <p:cNvSpPr>
            <a:spLocks xmlns:a="http://schemas.openxmlformats.org/drawingml/2006/main" noGrp="1"/>
          </p:cNvSpPr>
          <p:nvPr/>
        </p:nvSpPr>
        <p:spPr>
          <a:xfrm xmlns:a="http://schemas.openxmlformats.org/drawingml/2006/main">
            <a:off x="3314700" y="158115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26" name="slot-DUP-0-t">
            <a:extLst xmlns:a="http://schemas.openxmlformats.org/drawingml/2006/main">
              <a:ext uri="{FF2B5EF4-FFF2-40B4-BE49-F238E27FC236}">
                <a16:creationId xmlns:a16="http://schemas.microsoft.com/office/drawing/2014/main" id="{74EAFFC4-53C3-4F89-8BEE-1781B6BE05C5}"/>
              </a:ext>
            </a:extLst>
          </p:cNvPr>
          <p:cNvSpPr>
            <a:spLocks xmlns:a="http://schemas.openxmlformats.org/drawingml/2006/main" noGrp="1"/>
          </p:cNvSpPr>
          <p:nvPr/>
        </p:nvSpPr>
        <p:spPr>
          <a:xfrm xmlns:a="http://schemas.openxmlformats.org/drawingml/2006/main">
            <a:off x="3390900" y="1581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2E6F9E"/>
                </a:solidFill>
                <a:latin typeface="Times New Roman"/>
                <a:ea typeface="Times New Roman"/>
                <a:cs typeface="Times New Roman"/>
              </a:defRPr>
            </a:pPr>
            <a:r>
              <a:rPr sz="2250" b="0" i="1">
                <a:solidFill>
                  <a:srgbClr val="2E6F9E"/>
                </a:solidFill>
                <a:latin typeface="Times New Roman"/>
                <a:ea typeface="Times New Roman"/>
                <a:cs typeface="Times New Roman"/>
              </a:rPr>
              <a:t>B</a:t>
            </a:r>
            <a:r>
              <a:rPr sz="2250" b="0" i="0">
                <a:solidFill>
                  <a:srgbClr val="2E6F9E"/>
                </a:solidFill>
                <a:latin typeface="Times New Roman"/>
                <a:ea typeface="Times New Roman"/>
                <a:cs typeface="Times New Roman"/>
              </a:rPr>
              <a:t>  DINOv2-</a:t>
            </a:r>
            <a:r>
              <a:rPr sz="2250" b="0" i="1">
                <a:solidFill>
                  <a:srgbClr val="2E6F9E"/>
                </a:solidFill>
                <a:latin typeface="Times New Roman"/>
                <a:ea typeface="Times New Roman"/>
                <a:cs typeface="Times New Roman"/>
              </a:rPr>
              <a:t>B</a:t>
            </a:r>
          </a:p>
        </p:txBody>
      </p:sp>
      <p:sp>
        <p:nvSpPr>
          <p:cNvPr id="27" name="slot-DUP-0-w">
            <a:extLst xmlns:a="http://schemas.openxmlformats.org/drawingml/2006/main">
              <a:ext uri="{FF2B5EF4-FFF2-40B4-BE49-F238E27FC236}">
                <a16:creationId xmlns:a16="http://schemas.microsoft.com/office/drawing/2014/main" id="{D11E49C5-017A-4062-927B-679D0694B625}"/>
              </a:ext>
            </a:extLst>
          </p:cNvPr>
          <p:cNvSpPr>
            <a:spLocks xmlns:a="http://schemas.openxmlformats.org/drawingml/2006/main" noGrp="1"/>
          </p:cNvSpPr>
          <p:nvPr/>
        </p:nvSpPr>
        <p:spPr>
          <a:xfrm xmlns:a="http://schemas.openxmlformats.org/drawingml/2006/main">
            <a:off x="5486400" y="1581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1/3</a:t>
            </a:r>
          </a:p>
        </p:txBody>
      </p:sp>
      <p:sp>
        <p:nvSpPr>
          <p:cNvPr id="28" name="slot-DUP-1">
            <a:extLst xmlns:a="http://schemas.openxmlformats.org/drawingml/2006/main">
              <a:ext uri="{FF2B5EF4-FFF2-40B4-BE49-F238E27FC236}">
                <a16:creationId xmlns:a16="http://schemas.microsoft.com/office/drawing/2014/main" id="{953FB01B-6E75-4260-AFAC-3C3F08ED9108}"/>
              </a:ext>
            </a:extLst>
          </p:cNvPr>
          <p:cNvSpPr>
            <a:spLocks xmlns:a="http://schemas.openxmlformats.org/drawingml/2006/main" noGrp="1"/>
          </p:cNvSpPr>
          <p:nvPr/>
        </p:nvSpPr>
        <p:spPr>
          <a:xfrm xmlns:a="http://schemas.openxmlformats.org/drawingml/2006/main">
            <a:off x="3314700" y="1962150"/>
            <a:ext cx="2667000" cy="361950"/>
          </a:xfrm>
          <a:prstGeom xmlns:a="http://schemas.openxmlformats.org/drawingml/2006/main" prst="roundRect">
            <a:avLst>
              <a:gd name="adj" fmla="val 15789"/>
            </a:avLst>
          </a:prstGeom>
          <a:solidFill xmlns:a="http://schemas.openxmlformats.org/drawingml/2006/main">
            <a:srgbClr val="EEF5FA"/>
          </a:solidFill>
          <a:ln xmlns:a="http://schemas.openxmlformats.org/drawingml/2006/main" w="15240">
            <a:solidFill>
              <a:srgbClr val="2E6F9E"/>
            </a:solidFill>
            <a:prstDash val="solid"/>
          </a:ln>
        </p:spPr>
      </p:sp>
      <p:sp>
        <p:nvSpPr>
          <p:cNvPr id="29" name="slot-DUP-1-t">
            <a:extLst xmlns:a="http://schemas.openxmlformats.org/drawingml/2006/main">
              <a:ext uri="{FF2B5EF4-FFF2-40B4-BE49-F238E27FC236}">
                <a16:creationId xmlns:a16="http://schemas.microsoft.com/office/drawing/2014/main" id="{74D742B3-44E3-4FC9-82D1-603A77925742}"/>
              </a:ext>
            </a:extLst>
          </p:cNvPr>
          <p:cNvSpPr>
            <a:spLocks xmlns:a="http://schemas.openxmlformats.org/drawingml/2006/main" noGrp="1"/>
          </p:cNvSpPr>
          <p:nvPr/>
        </p:nvSpPr>
        <p:spPr>
          <a:xfrm xmlns:a="http://schemas.openxmlformats.org/drawingml/2006/main">
            <a:off x="3390900" y="1962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Bcopy  same </a:t>
            </a:r>
            <a:r>
              <a:rPr sz="2250" b="0" i="1">
                <a:solidFill>
                  <a:srgbClr val="2E6F9E"/>
                </a:solidFill>
                <a:latin typeface="Times New Roman"/>
                <a:ea typeface="Times New Roman"/>
                <a:cs typeface="Times New Roman"/>
              </a:rPr>
              <a:t>B</a:t>
            </a:r>
          </a:p>
        </p:txBody>
      </p:sp>
      <p:sp>
        <p:nvSpPr>
          <p:cNvPr id="30" name="slot-DUP-1-w">
            <a:extLst xmlns:a="http://schemas.openxmlformats.org/drawingml/2006/main">
              <a:ext uri="{FF2B5EF4-FFF2-40B4-BE49-F238E27FC236}">
                <a16:creationId xmlns:a16="http://schemas.microsoft.com/office/drawing/2014/main" id="{D032A93F-ACB9-410B-8755-883AA7DFDF8A}"/>
              </a:ext>
            </a:extLst>
          </p:cNvPr>
          <p:cNvSpPr>
            <a:spLocks xmlns:a="http://schemas.openxmlformats.org/drawingml/2006/main" noGrp="1"/>
          </p:cNvSpPr>
          <p:nvPr/>
        </p:nvSpPr>
        <p:spPr>
          <a:xfrm xmlns:a="http://schemas.openxmlformats.org/drawingml/2006/main">
            <a:off x="5486400" y="1962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1/3</a:t>
            </a:r>
          </a:p>
        </p:txBody>
      </p:sp>
      <p:sp>
        <p:nvSpPr>
          <p:cNvPr id="31" name="slot-DUP-2">
            <a:extLst xmlns:a="http://schemas.openxmlformats.org/drawingml/2006/main">
              <a:ext uri="{FF2B5EF4-FFF2-40B4-BE49-F238E27FC236}">
                <a16:creationId xmlns:a16="http://schemas.microsoft.com/office/drawing/2014/main" id="{7D6F709B-B799-4A23-BC0C-29349810D84A}"/>
              </a:ext>
            </a:extLst>
          </p:cNvPr>
          <p:cNvSpPr>
            <a:spLocks xmlns:a="http://schemas.openxmlformats.org/drawingml/2006/main" noGrp="1"/>
          </p:cNvSpPr>
          <p:nvPr/>
        </p:nvSpPr>
        <p:spPr>
          <a:xfrm xmlns:a="http://schemas.openxmlformats.org/drawingml/2006/main">
            <a:off x="3314700" y="234315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32" name="slot-DUP-2-t">
            <a:extLst xmlns:a="http://schemas.openxmlformats.org/drawingml/2006/main">
              <a:ext uri="{FF2B5EF4-FFF2-40B4-BE49-F238E27FC236}">
                <a16:creationId xmlns:a16="http://schemas.microsoft.com/office/drawing/2014/main" id="{1D5DB333-457B-4A83-B34E-15F0BC42DC2D}"/>
              </a:ext>
            </a:extLst>
          </p:cNvPr>
          <p:cNvSpPr>
            <a:spLocks xmlns:a="http://schemas.openxmlformats.org/drawingml/2006/main" noGrp="1"/>
          </p:cNvSpPr>
          <p:nvPr/>
        </p:nvSpPr>
        <p:spPr>
          <a:xfrm xmlns:a="http://schemas.openxmlformats.org/drawingml/2006/main">
            <a:off x="3390900" y="2343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B27C20"/>
                </a:solidFill>
                <a:latin typeface="Times New Roman"/>
                <a:ea typeface="Times New Roman"/>
                <a:cs typeface="Times New Roman"/>
              </a:defRPr>
            </a:pPr>
            <a:r>
              <a:rPr sz="2250" b="0" i="1">
                <a:solidFill>
                  <a:srgbClr val="B27C20"/>
                </a:solidFill>
                <a:latin typeface="Times New Roman"/>
                <a:ea typeface="Times New Roman"/>
                <a:cs typeface="Times New Roman"/>
              </a:rPr>
              <a:t>C</a:t>
            </a:r>
            <a:r>
              <a:rPr sz="2250" b="0" i="0">
                <a:solidFill>
                  <a:srgbClr val="B27C20"/>
                </a:solidFill>
                <a:latin typeface="Times New Roman"/>
                <a:ea typeface="Times New Roman"/>
                <a:cs typeface="Times New Roman"/>
              </a:rPr>
              <a:t>  AnomalyCLIP</a:t>
            </a:r>
          </a:p>
        </p:txBody>
      </p:sp>
      <p:sp>
        <p:nvSpPr>
          <p:cNvPr id="33" name="slot-DUP-2-w">
            <a:extLst xmlns:a="http://schemas.openxmlformats.org/drawingml/2006/main">
              <a:ext uri="{FF2B5EF4-FFF2-40B4-BE49-F238E27FC236}">
                <a16:creationId xmlns:a16="http://schemas.microsoft.com/office/drawing/2014/main" id="{9315F82C-F244-4947-A7D5-02E18EECD796}"/>
              </a:ext>
            </a:extLst>
          </p:cNvPr>
          <p:cNvSpPr>
            <a:spLocks xmlns:a="http://schemas.openxmlformats.org/drawingml/2006/main" noGrp="1"/>
          </p:cNvSpPr>
          <p:nvPr/>
        </p:nvSpPr>
        <p:spPr>
          <a:xfrm xmlns:a="http://schemas.openxmlformats.org/drawingml/2006/main">
            <a:off x="5486400" y="2343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B27C20"/>
                </a:solidFill>
                <a:latin typeface="Times New Roman"/>
                <a:ea typeface="Times New Roman"/>
                <a:cs typeface="Times New Roman"/>
              </a:defRPr>
            </a:pPr>
            <a:r>
              <a:rPr sz="2250" b="0" i="0">
                <a:solidFill>
                  <a:srgbClr val="B27C20"/>
                </a:solidFill>
                <a:latin typeface="Times New Roman"/>
                <a:ea typeface="Times New Roman"/>
                <a:cs typeface="Times New Roman"/>
              </a:rPr>
              <a:t>1/3</a:t>
            </a:r>
          </a:p>
        </p:txBody>
      </p:sp>
      <p:sp>
        <p:nvSpPr>
          <p:cNvPr id="34" name="panel-DUP-note">
            <a:extLst xmlns:a="http://schemas.openxmlformats.org/drawingml/2006/main">
              <a:ext uri="{FF2B5EF4-FFF2-40B4-BE49-F238E27FC236}">
                <a16:creationId xmlns:a16="http://schemas.microsoft.com/office/drawing/2014/main" id="{99F72229-5B6B-45A0-9E5D-F147F6F8E17C}"/>
              </a:ext>
            </a:extLst>
          </p:cNvPr>
          <p:cNvSpPr>
            <a:spLocks xmlns:a="http://schemas.openxmlformats.org/drawingml/2006/main" noGrp="1"/>
          </p:cNvSpPr>
          <p:nvPr/>
        </p:nvSpPr>
        <p:spPr>
          <a:xfrm xmlns:a="http://schemas.openxmlformats.org/drawingml/2006/main">
            <a:off x="3276600" y="27622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no new information;</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B</a:t>
            </a:r>
            <a:r>
              <a:rPr sz="2250" b="0" i="0">
                <a:solidFill>
                  <a:srgbClr val="1E2E38"/>
                </a:solidFill>
                <a:latin typeface="Times New Roman"/>
                <a:ea typeface="Times New Roman"/>
                <a:cs typeface="Times New Roman"/>
              </a:rPr>
              <a:t> reaches 2/3</a:t>
            </a:r>
          </a:p>
        </p:txBody>
      </p:sp>
      <p:sp>
        <p:nvSpPr>
          <p:cNvPr id="35" name="anchor-22">
            <a:extLst xmlns:a="http://schemas.openxmlformats.org/drawingml/2006/main">
              <a:ext uri="{FF2B5EF4-FFF2-40B4-BE49-F238E27FC236}">
                <a16:creationId xmlns:a16="http://schemas.microsoft.com/office/drawing/2014/main" id="{E0883824-088C-4FD3-8FA2-3C3835E83AD1}"/>
              </a:ext>
            </a:extLst>
          </p:cNvPr>
          <p:cNvSpPr>
            <a:spLocks xmlns:a="http://schemas.openxmlformats.org/drawingml/2006/main" noGrp="1"/>
          </p:cNvSpPr>
          <p:nvPr/>
        </p:nvSpPr>
        <p:spPr>
          <a:xfrm xmlns:a="http://schemas.openxmlformats.org/drawingml/2006/main">
            <a:off x="610076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6" name="anchor-23">
            <a:extLst xmlns:a="http://schemas.openxmlformats.org/drawingml/2006/main">
              <a:ext uri="{FF2B5EF4-FFF2-40B4-BE49-F238E27FC236}">
                <a16:creationId xmlns:a16="http://schemas.microsoft.com/office/drawing/2014/main" id="{187A06A4-04AB-49D9-83D8-EEE0A900219E}"/>
              </a:ext>
            </a:extLst>
          </p:cNvPr>
          <p:cNvSpPr>
            <a:spLocks xmlns:a="http://schemas.openxmlformats.org/drawingml/2006/main" noGrp="1"/>
          </p:cNvSpPr>
          <p:nvPr/>
        </p:nvSpPr>
        <p:spPr>
          <a:xfrm xmlns:a="http://schemas.openxmlformats.org/drawingml/2006/main">
            <a:off x="615791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31" name=""/>
          <p:cNvCxnSpPr>
            <a:stCxn xmlns:a="http://schemas.openxmlformats.org/drawingml/2006/main" id="35" idx="3"/>
            <a:endCxn xmlns:a="http://schemas.openxmlformats.org/drawingml/2006/main" id="36" idx="1"/>
          </p:cNvCxnSpPr>
          <p:nvPr/>
        </p:nvCxnSpPr>
        <p:spPr>
          <a:xfrm xmlns:a="http://schemas.openxmlformats.org/drawingml/2006/main">
            <a:off x="6110288" y="1581151"/>
            <a:ext cx="47625" cy="0"/>
          </a:xfrm>
          <a:prstGeom xmlns:a="http://schemas.openxmlformats.org/drawingml/2006/main" prst="straightConnector1">
            <a:avLst/>
          </a:prstGeom>
          <a:ln xmlns:a="http://schemas.openxmlformats.org/drawingml/2006/main" w="24765">
            <a:solidFill>
              <a:srgbClr val="1E2E38"/>
            </a:solidFill>
            <a:prstDash val="solid"/>
            <a:headEnd type="triangle" w="med" len="med"/>
          </a:ln>
        </p:spPr>
      </p:cxnSp>
      <p:sp>
        <p:nvSpPr>
          <p:cNvPr id="38" name="panel-TRI">
            <a:extLst xmlns:a="http://schemas.openxmlformats.org/drawingml/2006/main">
              <a:ext uri="{FF2B5EF4-FFF2-40B4-BE49-F238E27FC236}">
                <a16:creationId xmlns:a16="http://schemas.microsoft.com/office/drawing/2014/main" id="{03115801-74A4-4EB9-A43F-BB839D9497B8}"/>
              </a:ext>
            </a:extLst>
          </p:cNvPr>
          <p:cNvSpPr>
            <a:spLocks xmlns:a="http://schemas.openxmlformats.org/drawingml/2006/main" noGrp="1"/>
          </p:cNvSpPr>
          <p:nvPr/>
        </p:nvSpPr>
        <p:spPr>
          <a:xfrm xmlns:a="http://schemas.openxmlformats.org/drawingml/2006/main">
            <a:off x="6172200" y="723900"/>
            <a:ext cx="28956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5240">
            <a:solidFill>
              <a:srgbClr val="CBD6DC"/>
            </a:solidFill>
            <a:prstDash val="solid"/>
          </a:ln>
        </p:spPr>
      </p:sp>
      <p:sp>
        <p:nvSpPr>
          <p:cNvPr id="39" name="panel-TRI-name">
            <a:extLst xmlns:a="http://schemas.openxmlformats.org/drawingml/2006/main">
              <a:ext uri="{FF2B5EF4-FFF2-40B4-BE49-F238E27FC236}">
                <a16:creationId xmlns:a16="http://schemas.microsoft.com/office/drawing/2014/main" id="{D359F9A3-3E6E-4486-9ECA-1203E5B176FE}"/>
              </a:ext>
            </a:extLst>
          </p:cNvPr>
          <p:cNvSpPr>
            <a:spLocks xmlns:a="http://schemas.openxmlformats.org/drawingml/2006/main" noGrp="1"/>
          </p:cNvSpPr>
          <p:nvPr/>
        </p:nvSpPr>
        <p:spPr>
          <a:xfrm xmlns:a="http://schemas.openxmlformats.org/drawingml/2006/main">
            <a:off x="6953250" y="800100"/>
            <a:ext cx="13335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40" name="panel-TRI-name-text">
            <a:extLst xmlns:a="http://schemas.openxmlformats.org/drawingml/2006/main">
              <a:ext uri="{FF2B5EF4-FFF2-40B4-BE49-F238E27FC236}">
                <a16:creationId xmlns:a16="http://schemas.microsoft.com/office/drawing/2014/main" id="{422E7104-6EE2-40FC-ABA3-2E6856F55851}"/>
              </a:ext>
            </a:extLst>
          </p:cNvPr>
          <p:cNvSpPr>
            <a:spLocks xmlns:a="http://schemas.openxmlformats.org/drawingml/2006/main" noGrp="1"/>
          </p:cNvSpPr>
          <p:nvPr/>
        </p:nvSpPr>
        <p:spPr>
          <a:xfrm xmlns:a="http://schemas.openxmlformats.org/drawingml/2006/main">
            <a:off x="6991350" y="800100"/>
            <a:ext cx="1257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TRI</a:t>
            </a:r>
          </a:p>
        </p:txBody>
      </p:sp>
      <p:sp>
        <p:nvSpPr>
          <p:cNvPr id="41" name="panel-TRI-sub">
            <a:extLst xmlns:a="http://schemas.openxmlformats.org/drawingml/2006/main">
              <a:ext uri="{FF2B5EF4-FFF2-40B4-BE49-F238E27FC236}">
                <a16:creationId xmlns:a16="http://schemas.microsoft.com/office/drawing/2014/main" id="{89CCDC77-C4F9-4F0B-A6D7-76277F053300}"/>
              </a:ext>
            </a:extLst>
          </p:cNvPr>
          <p:cNvSpPr>
            <a:spLocks xmlns:a="http://schemas.openxmlformats.org/drawingml/2006/main" noGrp="1"/>
          </p:cNvSpPr>
          <p:nvPr/>
        </p:nvSpPr>
        <p:spPr>
          <a:xfrm xmlns:a="http://schemas.openxmlformats.org/drawingml/2006/main">
            <a:off x="6248400" y="12192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real encoder in the slot</a:t>
            </a:r>
          </a:p>
        </p:txBody>
      </p:sp>
      <p:sp>
        <p:nvSpPr>
          <p:cNvPr id="42" name="slot-TRI-0">
            <a:extLst xmlns:a="http://schemas.openxmlformats.org/drawingml/2006/main">
              <a:ext uri="{FF2B5EF4-FFF2-40B4-BE49-F238E27FC236}">
                <a16:creationId xmlns:a16="http://schemas.microsoft.com/office/drawing/2014/main" id="{1B1B9B16-17A8-4871-95B2-7F5DF9544FD8}"/>
              </a:ext>
            </a:extLst>
          </p:cNvPr>
          <p:cNvSpPr>
            <a:spLocks xmlns:a="http://schemas.openxmlformats.org/drawingml/2006/main" noGrp="1"/>
          </p:cNvSpPr>
          <p:nvPr/>
        </p:nvSpPr>
        <p:spPr>
          <a:xfrm xmlns:a="http://schemas.openxmlformats.org/drawingml/2006/main">
            <a:off x="6286500" y="158115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43" name="slot-TRI-0-t">
            <a:extLst xmlns:a="http://schemas.openxmlformats.org/drawingml/2006/main">
              <a:ext uri="{FF2B5EF4-FFF2-40B4-BE49-F238E27FC236}">
                <a16:creationId xmlns:a16="http://schemas.microsoft.com/office/drawing/2014/main" id="{FD92EABC-706A-4BF5-9618-DF41842E7D09}"/>
              </a:ext>
            </a:extLst>
          </p:cNvPr>
          <p:cNvSpPr>
            <a:spLocks xmlns:a="http://schemas.openxmlformats.org/drawingml/2006/main" noGrp="1"/>
          </p:cNvSpPr>
          <p:nvPr/>
        </p:nvSpPr>
        <p:spPr>
          <a:xfrm xmlns:a="http://schemas.openxmlformats.org/drawingml/2006/main">
            <a:off x="6362700" y="1581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2E6F9E"/>
                </a:solidFill>
                <a:latin typeface="Times New Roman"/>
                <a:ea typeface="Times New Roman"/>
                <a:cs typeface="Times New Roman"/>
              </a:defRPr>
            </a:pPr>
            <a:r>
              <a:rPr sz="2250" b="0" i="1">
                <a:solidFill>
                  <a:srgbClr val="2E6F9E"/>
                </a:solidFill>
                <a:latin typeface="Times New Roman"/>
                <a:ea typeface="Times New Roman"/>
                <a:cs typeface="Times New Roman"/>
              </a:rPr>
              <a:t>B</a:t>
            </a:r>
            <a:r>
              <a:rPr sz="2250" b="0" i="0">
                <a:solidFill>
                  <a:srgbClr val="2E6F9E"/>
                </a:solidFill>
                <a:latin typeface="Times New Roman"/>
                <a:ea typeface="Times New Roman"/>
                <a:cs typeface="Times New Roman"/>
              </a:rPr>
              <a:t>  DINOv2-</a:t>
            </a:r>
            <a:r>
              <a:rPr sz="2250" b="0" i="1">
                <a:solidFill>
                  <a:srgbClr val="2E6F9E"/>
                </a:solidFill>
                <a:latin typeface="Times New Roman"/>
                <a:ea typeface="Times New Roman"/>
                <a:cs typeface="Times New Roman"/>
              </a:rPr>
              <a:t>B</a:t>
            </a:r>
          </a:p>
        </p:txBody>
      </p:sp>
      <p:sp>
        <p:nvSpPr>
          <p:cNvPr id="44" name="slot-TRI-0-w">
            <a:extLst xmlns:a="http://schemas.openxmlformats.org/drawingml/2006/main">
              <a:ext uri="{FF2B5EF4-FFF2-40B4-BE49-F238E27FC236}">
                <a16:creationId xmlns:a16="http://schemas.microsoft.com/office/drawing/2014/main" id="{F8057771-A904-4D62-B6EA-0F3E89A2E256}"/>
              </a:ext>
            </a:extLst>
          </p:cNvPr>
          <p:cNvSpPr>
            <a:spLocks xmlns:a="http://schemas.openxmlformats.org/drawingml/2006/main" noGrp="1"/>
          </p:cNvSpPr>
          <p:nvPr/>
        </p:nvSpPr>
        <p:spPr>
          <a:xfrm xmlns:a="http://schemas.openxmlformats.org/drawingml/2006/main">
            <a:off x="8458200" y="1581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1/3</a:t>
            </a:r>
          </a:p>
        </p:txBody>
      </p:sp>
      <p:sp>
        <p:nvSpPr>
          <p:cNvPr id="45" name="slot-TRI-1">
            <a:extLst xmlns:a="http://schemas.openxmlformats.org/drawingml/2006/main">
              <a:ext uri="{FF2B5EF4-FFF2-40B4-BE49-F238E27FC236}">
                <a16:creationId xmlns:a16="http://schemas.microsoft.com/office/drawing/2014/main" id="{947B187A-5918-48B0-B02D-1B34D1199DE6}"/>
              </a:ext>
            </a:extLst>
          </p:cNvPr>
          <p:cNvSpPr>
            <a:spLocks xmlns:a="http://schemas.openxmlformats.org/drawingml/2006/main" noGrp="1"/>
          </p:cNvSpPr>
          <p:nvPr/>
        </p:nvSpPr>
        <p:spPr>
          <a:xfrm xmlns:a="http://schemas.openxmlformats.org/drawingml/2006/main">
            <a:off x="6286500" y="196215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46" name="slot-TRI-1-t">
            <a:extLst xmlns:a="http://schemas.openxmlformats.org/drawingml/2006/main">
              <a:ext uri="{FF2B5EF4-FFF2-40B4-BE49-F238E27FC236}">
                <a16:creationId xmlns:a16="http://schemas.microsoft.com/office/drawing/2014/main" id="{E88E5FAE-65CD-4085-8912-11E91004170A}"/>
              </a:ext>
            </a:extLst>
          </p:cNvPr>
          <p:cNvSpPr>
            <a:spLocks xmlns:a="http://schemas.openxmlformats.org/drawingml/2006/main" noGrp="1"/>
          </p:cNvSpPr>
          <p:nvPr/>
        </p:nvSpPr>
        <p:spPr>
          <a:xfrm xmlns:a="http://schemas.openxmlformats.org/drawingml/2006/main">
            <a:off x="6362700" y="1962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3F7C5E"/>
                </a:solidFill>
                <a:latin typeface="Times New Roman"/>
                <a:ea typeface="Times New Roman"/>
                <a:cs typeface="Times New Roman"/>
              </a:defRPr>
            </a:pPr>
            <a:r>
              <a:rPr sz="2250" b="0" i="1">
                <a:solidFill>
                  <a:srgbClr val="3F7C5E"/>
                </a:solidFill>
                <a:latin typeface="Times New Roman"/>
                <a:ea typeface="Times New Roman"/>
                <a:cs typeface="Times New Roman"/>
              </a:rPr>
              <a:t>X</a:t>
            </a:r>
            <a:r>
              <a:rPr sz="2250" b="0" i="0">
                <a:solidFill>
                  <a:srgbClr val="3F7C5E"/>
                </a:solidFill>
                <a:latin typeface="Times New Roman"/>
                <a:ea typeface="Times New Roman"/>
                <a:cs typeface="Times New Roman"/>
              </a:rPr>
              <a:t>  extra encoder</a:t>
            </a:r>
          </a:p>
        </p:txBody>
      </p:sp>
      <p:sp>
        <p:nvSpPr>
          <p:cNvPr id="47" name="slot-TRI-1-w">
            <a:extLst xmlns:a="http://schemas.openxmlformats.org/drawingml/2006/main">
              <a:ext uri="{FF2B5EF4-FFF2-40B4-BE49-F238E27FC236}">
                <a16:creationId xmlns:a16="http://schemas.microsoft.com/office/drawing/2014/main" id="{A1485840-9EE3-4D1D-B498-32ABA2B55ADF}"/>
              </a:ext>
            </a:extLst>
          </p:cNvPr>
          <p:cNvSpPr>
            <a:spLocks xmlns:a="http://schemas.openxmlformats.org/drawingml/2006/main" noGrp="1"/>
          </p:cNvSpPr>
          <p:nvPr/>
        </p:nvSpPr>
        <p:spPr>
          <a:xfrm xmlns:a="http://schemas.openxmlformats.org/drawingml/2006/main">
            <a:off x="8458200" y="1962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3F7C5E"/>
                </a:solidFill>
                <a:latin typeface="Times New Roman"/>
                <a:ea typeface="Times New Roman"/>
                <a:cs typeface="Times New Roman"/>
              </a:defRPr>
            </a:pPr>
            <a:r>
              <a:rPr sz="2250" b="0" i="0">
                <a:solidFill>
                  <a:srgbClr val="3F7C5E"/>
                </a:solidFill>
                <a:latin typeface="Times New Roman"/>
                <a:ea typeface="Times New Roman"/>
                <a:cs typeface="Times New Roman"/>
              </a:rPr>
              <a:t>1/3</a:t>
            </a:r>
          </a:p>
        </p:txBody>
      </p:sp>
      <p:sp>
        <p:nvSpPr>
          <p:cNvPr id="48" name="slot-TRI-2">
            <a:extLst xmlns:a="http://schemas.openxmlformats.org/drawingml/2006/main">
              <a:ext uri="{FF2B5EF4-FFF2-40B4-BE49-F238E27FC236}">
                <a16:creationId xmlns:a16="http://schemas.microsoft.com/office/drawing/2014/main" id="{98E1AAD6-D1D2-4E16-AB8E-7F1B1249A6AD}"/>
              </a:ext>
            </a:extLst>
          </p:cNvPr>
          <p:cNvSpPr>
            <a:spLocks xmlns:a="http://schemas.openxmlformats.org/drawingml/2006/main" noGrp="1"/>
          </p:cNvSpPr>
          <p:nvPr/>
        </p:nvSpPr>
        <p:spPr>
          <a:xfrm xmlns:a="http://schemas.openxmlformats.org/drawingml/2006/main">
            <a:off x="6286500" y="234315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49" name="slot-TRI-2-t">
            <a:extLst xmlns:a="http://schemas.openxmlformats.org/drawingml/2006/main">
              <a:ext uri="{FF2B5EF4-FFF2-40B4-BE49-F238E27FC236}">
                <a16:creationId xmlns:a16="http://schemas.microsoft.com/office/drawing/2014/main" id="{78027626-C5F1-448B-9D19-D7FA9D986412}"/>
              </a:ext>
            </a:extLst>
          </p:cNvPr>
          <p:cNvSpPr>
            <a:spLocks xmlns:a="http://schemas.openxmlformats.org/drawingml/2006/main" noGrp="1"/>
          </p:cNvSpPr>
          <p:nvPr/>
        </p:nvSpPr>
        <p:spPr>
          <a:xfrm xmlns:a="http://schemas.openxmlformats.org/drawingml/2006/main">
            <a:off x="6362700" y="2343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B27C20"/>
                </a:solidFill>
                <a:latin typeface="Times New Roman"/>
                <a:ea typeface="Times New Roman"/>
                <a:cs typeface="Times New Roman"/>
              </a:defRPr>
            </a:pPr>
            <a:r>
              <a:rPr sz="2250" b="0" i="1">
                <a:solidFill>
                  <a:srgbClr val="B27C20"/>
                </a:solidFill>
                <a:latin typeface="Times New Roman"/>
                <a:ea typeface="Times New Roman"/>
                <a:cs typeface="Times New Roman"/>
              </a:rPr>
              <a:t>C</a:t>
            </a:r>
            <a:r>
              <a:rPr sz="2250" b="0" i="0">
                <a:solidFill>
                  <a:srgbClr val="B27C20"/>
                </a:solidFill>
                <a:latin typeface="Times New Roman"/>
                <a:ea typeface="Times New Roman"/>
                <a:cs typeface="Times New Roman"/>
              </a:rPr>
              <a:t>  AnomalyCLIP</a:t>
            </a:r>
          </a:p>
        </p:txBody>
      </p:sp>
      <p:sp>
        <p:nvSpPr>
          <p:cNvPr id="50" name="slot-TRI-2-w">
            <a:extLst xmlns:a="http://schemas.openxmlformats.org/drawingml/2006/main">
              <a:ext uri="{FF2B5EF4-FFF2-40B4-BE49-F238E27FC236}">
                <a16:creationId xmlns:a16="http://schemas.microsoft.com/office/drawing/2014/main" id="{0D376222-7D59-469B-9CD4-DC0970938D38}"/>
              </a:ext>
            </a:extLst>
          </p:cNvPr>
          <p:cNvSpPr>
            <a:spLocks xmlns:a="http://schemas.openxmlformats.org/drawingml/2006/main" noGrp="1"/>
          </p:cNvSpPr>
          <p:nvPr/>
        </p:nvSpPr>
        <p:spPr>
          <a:xfrm xmlns:a="http://schemas.openxmlformats.org/drawingml/2006/main">
            <a:off x="8458200" y="2343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B27C20"/>
                </a:solidFill>
                <a:latin typeface="Times New Roman"/>
                <a:ea typeface="Times New Roman"/>
                <a:cs typeface="Times New Roman"/>
              </a:defRPr>
            </a:pPr>
            <a:r>
              <a:rPr sz="2250" b="0" i="0">
                <a:solidFill>
                  <a:srgbClr val="B27C20"/>
                </a:solidFill>
                <a:latin typeface="Times New Roman"/>
                <a:ea typeface="Times New Roman"/>
                <a:cs typeface="Times New Roman"/>
              </a:rPr>
              <a:t>1/3</a:t>
            </a:r>
          </a:p>
        </p:txBody>
      </p:sp>
      <p:sp>
        <p:nvSpPr>
          <p:cNvPr id="51" name="panel-TRI-note">
            <a:extLst xmlns:a="http://schemas.openxmlformats.org/drawingml/2006/main">
              <a:ext uri="{FF2B5EF4-FFF2-40B4-BE49-F238E27FC236}">
                <a16:creationId xmlns:a16="http://schemas.microsoft.com/office/drawing/2014/main" id="{9E88554B-85D6-4611-BC55-2A582B1792E5}"/>
              </a:ext>
            </a:extLst>
          </p:cNvPr>
          <p:cNvSpPr>
            <a:spLocks xmlns:a="http://schemas.openxmlformats.org/drawingml/2006/main" noGrp="1"/>
          </p:cNvSpPr>
          <p:nvPr/>
        </p:nvSpPr>
        <p:spPr>
          <a:xfrm xmlns:a="http://schemas.openxmlformats.org/drawingml/2006/main">
            <a:off x="6248400" y="27622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 real encoder in the</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slot, same weight</a:t>
            </a:r>
          </a:p>
        </p:txBody>
      </p:sp>
      <p:sp>
        <p:nvSpPr>
          <p:cNvPr id="52" name="anchor-24">
            <a:extLst xmlns:a="http://schemas.openxmlformats.org/drawingml/2006/main">
              <a:ext uri="{FF2B5EF4-FFF2-40B4-BE49-F238E27FC236}">
                <a16:creationId xmlns:a16="http://schemas.microsoft.com/office/drawing/2014/main" id="{7DD9A65C-9C8A-4F5B-87BD-6CC8BE6AE03D}"/>
              </a:ext>
            </a:extLst>
          </p:cNvPr>
          <p:cNvSpPr>
            <a:spLocks xmlns:a="http://schemas.openxmlformats.org/drawingml/2006/main" noGrp="1"/>
          </p:cNvSpPr>
          <p:nvPr/>
        </p:nvSpPr>
        <p:spPr>
          <a:xfrm xmlns:a="http://schemas.openxmlformats.org/drawingml/2006/main">
            <a:off x="907256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53" name="anchor-25">
            <a:extLst xmlns:a="http://schemas.openxmlformats.org/drawingml/2006/main">
              <a:ext uri="{FF2B5EF4-FFF2-40B4-BE49-F238E27FC236}">
                <a16:creationId xmlns:a16="http://schemas.microsoft.com/office/drawing/2014/main" id="{25DC95A7-9314-441D-8C7E-3764FD475CE5}"/>
              </a:ext>
            </a:extLst>
          </p:cNvPr>
          <p:cNvSpPr>
            <a:spLocks xmlns:a="http://schemas.openxmlformats.org/drawingml/2006/main" noGrp="1"/>
          </p:cNvSpPr>
          <p:nvPr/>
        </p:nvSpPr>
        <p:spPr>
          <a:xfrm xmlns:a="http://schemas.openxmlformats.org/drawingml/2006/main">
            <a:off x="9129713" y="157638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48" name=""/>
          <p:cNvCxnSpPr>
            <a:stCxn xmlns:a="http://schemas.openxmlformats.org/drawingml/2006/main" id="52" idx="3"/>
            <a:endCxn xmlns:a="http://schemas.openxmlformats.org/drawingml/2006/main" id="53" idx="1"/>
          </p:cNvCxnSpPr>
          <p:nvPr/>
        </p:nvCxnSpPr>
        <p:spPr>
          <a:xfrm xmlns:a="http://schemas.openxmlformats.org/drawingml/2006/main">
            <a:off x="9082088" y="1581151"/>
            <a:ext cx="47625" cy="0"/>
          </a:xfrm>
          <a:prstGeom xmlns:a="http://schemas.openxmlformats.org/drawingml/2006/main" prst="straightConnector1">
            <a:avLst/>
          </a:prstGeom>
          <a:ln xmlns:a="http://schemas.openxmlformats.org/drawingml/2006/main" w="24765">
            <a:solidFill>
              <a:srgbClr val="1E2E38"/>
            </a:solidFill>
            <a:prstDash val="solid"/>
            <a:headEnd type="triangle" w="med" len="med"/>
          </a:ln>
        </p:spPr>
      </p:cxnSp>
      <p:sp>
        <p:nvSpPr>
          <p:cNvPr id="55" name="panel-BAL">
            <a:extLst xmlns:a="http://schemas.openxmlformats.org/drawingml/2006/main">
              <a:ext uri="{FF2B5EF4-FFF2-40B4-BE49-F238E27FC236}">
                <a16:creationId xmlns:a16="http://schemas.microsoft.com/office/drawing/2014/main" id="{58B9469C-C0C8-4215-A5F3-77F8AD6D10E8}"/>
              </a:ext>
            </a:extLst>
          </p:cNvPr>
          <p:cNvSpPr>
            <a:spLocks xmlns:a="http://schemas.openxmlformats.org/drawingml/2006/main" noGrp="1"/>
          </p:cNvSpPr>
          <p:nvPr/>
        </p:nvSpPr>
        <p:spPr>
          <a:xfrm xmlns:a="http://schemas.openxmlformats.org/drawingml/2006/main">
            <a:off x="9144000" y="723900"/>
            <a:ext cx="28956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5240">
            <a:solidFill>
              <a:srgbClr val="CBD6DC"/>
            </a:solidFill>
            <a:prstDash val="solid"/>
          </a:ln>
        </p:spPr>
      </p:sp>
      <p:sp>
        <p:nvSpPr>
          <p:cNvPr id="56" name="panel-BAL-name">
            <a:extLst xmlns:a="http://schemas.openxmlformats.org/drawingml/2006/main">
              <a:ext uri="{FF2B5EF4-FFF2-40B4-BE49-F238E27FC236}">
                <a16:creationId xmlns:a16="http://schemas.microsoft.com/office/drawing/2014/main" id="{DEB6CD7C-E334-416B-B52B-AA0A5DB1BF5A}"/>
              </a:ext>
            </a:extLst>
          </p:cNvPr>
          <p:cNvSpPr>
            <a:spLocks xmlns:a="http://schemas.openxmlformats.org/drawingml/2006/main" noGrp="1"/>
          </p:cNvSpPr>
          <p:nvPr/>
        </p:nvSpPr>
        <p:spPr>
          <a:xfrm xmlns:a="http://schemas.openxmlformats.org/drawingml/2006/main">
            <a:off x="9925050" y="800100"/>
            <a:ext cx="13335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57" name="panel-BAL-name-text">
            <a:extLst xmlns:a="http://schemas.openxmlformats.org/drawingml/2006/main">
              <a:ext uri="{FF2B5EF4-FFF2-40B4-BE49-F238E27FC236}">
                <a16:creationId xmlns:a16="http://schemas.microsoft.com/office/drawing/2014/main" id="{3ABC0000-6DBF-489B-B346-3A610D9A50CA}"/>
              </a:ext>
            </a:extLst>
          </p:cNvPr>
          <p:cNvSpPr>
            <a:spLocks xmlns:a="http://schemas.openxmlformats.org/drawingml/2006/main" noGrp="1"/>
          </p:cNvSpPr>
          <p:nvPr/>
        </p:nvSpPr>
        <p:spPr>
          <a:xfrm xmlns:a="http://schemas.openxmlformats.org/drawingml/2006/main">
            <a:off x="9963150" y="800100"/>
            <a:ext cx="1257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BAL</a:t>
            </a:r>
          </a:p>
        </p:txBody>
      </p:sp>
      <p:sp>
        <p:nvSpPr>
          <p:cNvPr id="58" name="panel-BAL-sub">
            <a:extLst xmlns:a="http://schemas.openxmlformats.org/drawingml/2006/main">
              <a:ext uri="{FF2B5EF4-FFF2-40B4-BE49-F238E27FC236}">
                <a16:creationId xmlns:a16="http://schemas.microsoft.com/office/drawing/2014/main" id="{93229EE4-D72B-4B32-95D3-5915C2DBBB37}"/>
              </a:ext>
            </a:extLst>
          </p:cNvPr>
          <p:cNvSpPr>
            <a:spLocks xmlns:a="http://schemas.openxmlformats.org/drawingml/2006/main" noGrp="1"/>
          </p:cNvSpPr>
          <p:nvPr/>
        </p:nvSpPr>
        <p:spPr>
          <a:xfrm xmlns:a="http://schemas.openxmlformats.org/drawingml/2006/main">
            <a:off x="9220200" y="12192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family weight kept</a:t>
            </a:r>
          </a:p>
        </p:txBody>
      </p:sp>
      <p:sp>
        <p:nvSpPr>
          <p:cNvPr id="59" name="slot-BAL-0">
            <a:extLst xmlns:a="http://schemas.openxmlformats.org/drawingml/2006/main">
              <a:ext uri="{FF2B5EF4-FFF2-40B4-BE49-F238E27FC236}">
                <a16:creationId xmlns:a16="http://schemas.microsoft.com/office/drawing/2014/main" id="{0633A5E5-AFCF-4BDD-A8D2-25BB96D6D899}"/>
              </a:ext>
            </a:extLst>
          </p:cNvPr>
          <p:cNvSpPr>
            <a:spLocks xmlns:a="http://schemas.openxmlformats.org/drawingml/2006/main" noGrp="1"/>
          </p:cNvSpPr>
          <p:nvPr/>
        </p:nvSpPr>
        <p:spPr>
          <a:xfrm xmlns:a="http://schemas.openxmlformats.org/drawingml/2006/main">
            <a:off x="9258300" y="158115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60" name="slot-BAL-0-t">
            <a:extLst xmlns:a="http://schemas.openxmlformats.org/drawingml/2006/main">
              <a:ext uri="{FF2B5EF4-FFF2-40B4-BE49-F238E27FC236}">
                <a16:creationId xmlns:a16="http://schemas.microsoft.com/office/drawing/2014/main" id="{4BEC8C73-C959-44F5-AB92-A3C1444DCEFD}"/>
              </a:ext>
            </a:extLst>
          </p:cNvPr>
          <p:cNvSpPr>
            <a:spLocks xmlns:a="http://schemas.openxmlformats.org/drawingml/2006/main" noGrp="1"/>
          </p:cNvSpPr>
          <p:nvPr/>
        </p:nvSpPr>
        <p:spPr>
          <a:xfrm xmlns:a="http://schemas.openxmlformats.org/drawingml/2006/main">
            <a:off x="9334500" y="1581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2E6F9E"/>
                </a:solidFill>
                <a:latin typeface="Times New Roman"/>
                <a:ea typeface="Times New Roman"/>
                <a:cs typeface="Times New Roman"/>
              </a:defRPr>
            </a:pPr>
            <a:r>
              <a:rPr sz="2250" b="0" i="1">
                <a:solidFill>
                  <a:srgbClr val="2E6F9E"/>
                </a:solidFill>
                <a:latin typeface="Times New Roman"/>
                <a:ea typeface="Times New Roman"/>
                <a:cs typeface="Times New Roman"/>
              </a:rPr>
              <a:t>B</a:t>
            </a:r>
            <a:r>
              <a:rPr sz="2250" b="0" i="0">
                <a:solidFill>
                  <a:srgbClr val="2E6F9E"/>
                </a:solidFill>
                <a:latin typeface="Times New Roman"/>
                <a:ea typeface="Times New Roman"/>
                <a:cs typeface="Times New Roman"/>
              </a:rPr>
              <a:t>  DINOv2-</a:t>
            </a:r>
            <a:r>
              <a:rPr sz="2250" b="0" i="1">
                <a:solidFill>
                  <a:srgbClr val="2E6F9E"/>
                </a:solidFill>
                <a:latin typeface="Times New Roman"/>
                <a:ea typeface="Times New Roman"/>
                <a:cs typeface="Times New Roman"/>
              </a:rPr>
              <a:t>B</a:t>
            </a:r>
          </a:p>
        </p:txBody>
      </p:sp>
      <p:sp>
        <p:nvSpPr>
          <p:cNvPr id="61" name="slot-BAL-0-w">
            <a:extLst xmlns:a="http://schemas.openxmlformats.org/drawingml/2006/main">
              <a:ext uri="{FF2B5EF4-FFF2-40B4-BE49-F238E27FC236}">
                <a16:creationId xmlns:a16="http://schemas.microsoft.com/office/drawing/2014/main" id="{CE09DAD2-BD7F-464A-BCC3-060723A32FF2}"/>
              </a:ext>
            </a:extLst>
          </p:cNvPr>
          <p:cNvSpPr>
            <a:spLocks xmlns:a="http://schemas.openxmlformats.org/drawingml/2006/main" noGrp="1"/>
          </p:cNvSpPr>
          <p:nvPr/>
        </p:nvSpPr>
        <p:spPr>
          <a:xfrm xmlns:a="http://schemas.openxmlformats.org/drawingml/2006/main">
            <a:off x="11430000" y="1581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2E6F9E"/>
                </a:solidFill>
                <a:latin typeface="Times New Roman"/>
                <a:ea typeface="Times New Roman"/>
                <a:cs typeface="Times New Roman"/>
              </a:defRPr>
            </a:pPr>
            <a:r>
              <a:rPr sz="2250" b="0" i="0">
                <a:solidFill>
                  <a:srgbClr val="2E6F9E"/>
                </a:solidFill>
                <a:latin typeface="Times New Roman"/>
                <a:ea typeface="Times New Roman"/>
                <a:cs typeface="Times New Roman"/>
              </a:rPr>
              <a:t>1/4</a:t>
            </a:r>
          </a:p>
        </p:txBody>
      </p:sp>
      <p:sp>
        <p:nvSpPr>
          <p:cNvPr id="62" name="slot-BAL-1">
            <a:extLst xmlns:a="http://schemas.openxmlformats.org/drawingml/2006/main">
              <a:ext uri="{FF2B5EF4-FFF2-40B4-BE49-F238E27FC236}">
                <a16:creationId xmlns:a16="http://schemas.microsoft.com/office/drawing/2014/main" id="{54BFB3B0-361A-4BD3-9829-2F7DED4FA1C2}"/>
              </a:ext>
            </a:extLst>
          </p:cNvPr>
          <p:cNvSpPr>
            <a:spLocks xmlns:a="http://schemas.openxmlformats.org/drawingml/2006/main" noGrp="1"/>
          </p:cNvSpPr>
          <p:nvPr/>
        </p:nvSpPr>
        <p:spPr>
          <a:xfrm xmlns:a="http://schemas.openxmlformats.org/drawingml/2006/main">
            <a:off x="9258300" y="196215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63" name="slot-BAL-1-t">
            <a:extLst xmlns:a="http://schemas.openxmlformats.org/drawingml/2006/main">
              <a:ext uri="{FF2B5EF4-FFF2-40B4-BE49-F238E27FC236}">
                <a16:creationId xmlns:a16="http://schemas.microsoft.com/office/drawing/2014/main" id="{42DE16CE-A351-4ACD-9D4D-C15249715A46}"/>
              </a:ext>
            </a:extLst>
          </p:cNvPr>
          <p:cNvSpPr>
            <a:spLocks xmlns:a="http://schemas.openxmlformats.org/drawingml/2006/main" noGrp="1"/>
          </p:cNvSpPr>
          <p:nvPr/>
        </p:nvSpPr>
        <p:spPr>
          <a:xfrm xmlns:a="http://schemas.openxmlformats.org/drawingml/2006/main">
            <a:off x="9334500" y="1962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3F7C5E"/>
                </a:solidFill>
                <a:latin typeface="Times New Roman"/>
                <a:ea typeface="Times New Roman"/>
                <a:cs typeface="Times New Roman"/>
              </a:defRPr>
            </a:pPr>
            <a:r>
              <a:rPr sz="2250" b="0" i="1">
                <a:solidFill>
                  <a:srgbClr val="3F7C5E"/>
                </a:solidFill>
                <a:latin typeface="Times New Roman"/>
                <a:ea typeface="Times New Roman"/>
                <a:cs typeface="Times New Roman"/>
              </a:rPr>
              <a:t>X</a:t>
            </a:r>
            <a:r>
              <a:rPr sz="2250" b="0" i="0">
                <a:solidFill>
                  <a:srgbClr val="3F7C5E"/>
                </a:solidFill>
                <a:latin typeface="Times New Roman"/>
                <a:ea typeface="Times New Roman"/>
                <a:cs typeface="Times New Roman"/>
              </a:rPr>
              <a:t>  extra encoder</a:t>
            </a:r>
          </a:p>
        </p:txBody>
      </p:sp>
      <p:sp>
        <p:nvSpPr>
          <p:cNvPr id="64" name="slot-BAL-1-w">
            <a:extLst xmlns:a="http://schemas.openxmlformats.org/drawingml/2006/main">
              <a:ext uri="{FF2B5EF4-FFF2-40B4-BE49-F238E27FC236}">
                <a16:creationId xmlns:a16="http://schemas.microsoft.com/office/drawing/2014/main" id="{2AF208C5-CAF3-47EB-9380-6177D68894C1}"/>
              </a:ext>
            </a:extLst>
          </p:cNvPr>
          <p:cNvSpPr>
            <a:spLocks xmlns:a="http://schemas.openxmlformats.org/drawingml/2006/main" noGrp="1"/>
          </p:cNvSpPr>
          <p:nvPr/>
        </p:nvSpPr>
        <p:spPr>
          <a:xfrm xmlns:a="http://schemas.openxmlformats.org/drawingml/2006/main">
            <a:off x="11430000" y="1962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3F7C5E"/>
                </a:solidFill>
                <a:latin typeface="Times New Roman"/>
                <a:ea typeface="Times New Roman"/>
                <a:cs typeface="Times New Roman"/>
              </a:defRPr>
            </a:pPr>
            <a:r>
              <a:rPr sz="2250" b="0" i="0">
                <a:solidFill>
                  <a:srgbClr val="3F7C5E"/>
                </a:solidFill>
                <a:latin typeface="Times New Roman"/>
                <a:ea typeface="Times New Roman"/>
                <a:cs typeface="Times New Roman"/>
              </a:rPr>
              <a:t>1/4</a:t>
            </a:r>
          </a:p>
        </p:txBody>
      </p:sp>
      <p:sp>
        <p:nvSpPr>
          <p:cNvPr id="65" name="slot-BAL-2">
            <a:extLst xmlns:a="http://schemas.openxmlformats.org/drawingml/2006/main">
              <a:ext uri="{FF2B5EF4-FFF2-40B4-BE49-F238E27FC236}">
                <a16:creationId xmlns:a16="http://schemas.microsoft.com/office/drawing/2014/main" id="{1C88E5E8-8AB2-48E1-AAF9-8CE33E6F2805}"/>
              </a:ext>
            </a:extLst>
          </p:cNvPr>
          <p:cNvSpPr>
            <a:spLocks xmlns:a="http://schemas.openxmlformats.org/drawingml/2006/main" noGrp="1"/>
          </p:cNvSpPr>
          <p:nvPr/>
        </p:nvSpPr>
        <p:spPr>
          <a:xfrm xmlns:a="http://schemas.openxmlformats.org/drawingml/2006/main">
            <a:off x="9258300" y="234315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66" name="slot-BAL-2-t">
            <a:extLst xmlns:a="http://schemas.openxmlformats.org/drawingml/2006/main">
              <a:ext uri="{FF2B5EF4-FFF2-40B4-BE49-F238E27FC236}">
                <a16:creationId xmlns:a16="http://schemas.microsoft.com/office/drawing/2014/main" id="{8FAD2EFA-FD58-41FA-B3F1-22D69F8B725B}"/>
              </a:ext>
            </a:extLst>
          </p:cNvPr>
          <p:cNvSpPr>
            <a:spLocks xmlns:a="http://schemas.openxmlformats.org/drawingml/2006/main" noGrp="1"/>
          </p:cNvSpPr>
          <p:nvPr/>
        </p:nvSpPr>
        <p:spPr>
          <a:xfrm xmlns:a="http://schemas.openxmlformats.org/drawingml/2006/main">
            <a:off x="9334500" y="2343150"/>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B27C20"/>
                </a:solidFill>
                <a:latin typeface="Times New Roman"/>
                <a:ea typeface="Times New Roman"/>
                <a:cs typeface="Times New Roman"/>
              </a:defRPr>
            </a:pPr>
            <a:r>
              <a:rPr sz="2250" b="0" i="1">
                <a:solidFill>
                  <a:srgbClr val="B27C20"/>
                </a:solidFill>
                <a:latin typeface="Times New Roman"/>
                <a:ea typeface="Times New Roman"/>
                <a:cs typeface="Times New Roman"/>
              </a:rPr>
              <a:t>C</a:t>
            </a:r>
            <a:r>
              <a:rPr sz="2250" b="0" i="0">
                <a:solidFill>
                  <a:srgbClr val="B27C20"/>
                </a:solidFill>
                <a:latin typeface="Times New Roman"/>
                <a:ea typeface="Times New Roman"/>
                <a:cs typeface="Times New Roman"/>
              </a:rPr>
              <a:t>  AnomalyCLIP</a:t>
            </a:r>
          </a:p>
        </p:txBody>
      </p:sp>
      <p:sp>
        <p:nvSpPr>
          <p:cNvPr id="67" name="slot-BAL-2-w">
            <a:extLst xmlns:a="http://schemas.openxmlformats.org/drawingml/2006/main">
              <a:ext uri="{FF2B5EF4-FFF2-40B4-BE49-F238E27FC236}">
                <a16:creationId xmlns:a16="http://schemas.microsoft.com/office/drawing/2014/main" id="{C64D5949-9BA9-4D96-973D-04D9D7661F89}"/>
              </a:ext>
            </a:extLst>
          </p:cNvPr>
          <p:cNvSpPr>
            <a:spLocks xmlns:a="http://schemas.openxmlformats.org/drawingml/2006/main" noGrp="1"/>
          </p:cNvSpPr>
          <p:nvPr/>
        </p:nvSpPr>
        <p:spPr>
          <a:xfrm xmlns:a="http://schemas.openxmlformats.org/drawingml/2006/main">
            <a:off x="11430000" y="23431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92000"/>
              </a:lnSpc>
              <a:buNone/>
              <a:defRPr sz="2250">
                <a:solidFill>
                  <a:srgbClr val="B27C20"/>
                </a:solidFill>
                <a:latin typeface="Times New Roman"/>
                <a:ea typeface="Times New Roman"/>
                <a:cs typeface="Times New Roman"/>
              </a:defRPr>
            </a:pPr>
            <a:r>
              <a:rPr sz="2250" b="0" i="0">
                <a:solidFill>
                  <a:srgbClr val="B27C20"/>
                </a:solidFill>
                <a:latin typeface="Times New Roman"/>
                <a:ea typeface="Times New Roman"/>
                <a:cs typeface="Times New Roman"/>
              </a:rPr>
              <a:t>1/2</a:t>
            </a:r>
          </a:p>
        </p:txBody>
      </p:sp>
      <p:sp>
        <p:nvSpPr>
          <p:cNvPr id="68" name="panel-BAL-note">
            <a:extLst xmlns:a="http://schemas.openxmlformats.org/drawingml/2006/main">
              <a:ext uri="{FF2B5EF4-FFF2-40B4-BE49-F238E27FC236}">
                <a16:creationId xmlns:a16="http://schemas.microsoft.com/office/drawing/2014/main" id="{6F50502B-D0BB-4542-83EB-61F14F308F48}"/>
              </a:ext>
            </a:extLst>
          </p:cNvPr>
          <p:cNvSpPr>
            <a:spLocks xmlns:a="http://schemas.openxmlformats.org/drawingml/2006/main" noGrp="1"/>
          </p:cNvSpPr>
          <p:nvPr/>
        </p:nvSpPr>
        <p:spPr>
          <a:xfrm xmlns:a="http://schemas.openxmlformats.org/drawingml/2006/main">
            <a:off x="9220200" y="2762250"/>
            <a:ext cx="2743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the family totals</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stay equal</a:t>
            </a:r>
          </a:p>
        </p:txBody>
      </p:sp>
      <p:sp>
        <p:nvSpPr>
          <p:cNvPr id="69" name="sec-b-chip">
            <a:extLst xmlns:a="http://schemas.openxmlformats.org/drawingml/2006/main">
              <a:ext uri="{FF2B5EF4-FFF2-40B4-BE49-F238E27FC236}">
                <a16:creationId xmlns:a16="http://schemas.microsoft.com/office/drawing/2014/main" id="{6343DA97-3BB9-49B9-8FE6-5EC0C4E9A4CE}"/>
              </a:ext>
            </a:extLst>
          </p:cNvPr>
          <p:cNvSpPr>
            <a:spLocks xmlns:a="http://schemas.openxmlformats.org/drawingml/2006/main" noGrp="1"/>
          </p:cNvSpPr>
          <p:nvPr/>
        </p:nvSpPr>
        <p:spPr>
          <a:xfrm xmlns:a="http://schemas.openxmlformats.org/drawingml/2006/main">
            <a:off x="304800" y="36385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70" name="sec-b-chip-text">
            <a:extLst xmlns:a="http://schemas.openxmlformats.org/drawingml/2006/main">
              <a:ext uri="{FF2B5EF4-FFF2-40B4-BE49-F238E27FC236}">
                <a16:creationId xmlns:a16="http://schemas.microsoft.com/office/drawing/2014/main" id="{E2AEEADC-4D26-4119-86FD-A056643B8743}"/>
              </a:ext>
            </a:extLst>
          </p:cNvPr>
          <p:cNvSpPr>
            <a:spLocks xmlns:a="http://schemas.openxmlformats.org/drawingml/2006/main" noGrp="1"/>
          </p:cNvSpPr>
          <p:nvPr/>
        </p:nvSpPr>
        <p:spPr>
          <a:xfrm xmlns:a="http://schemas.openxmlformats.org/drawingml/2006/main">
            <a:off x="323850" y="36385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71" name="sec-b">
            <a:extLst xmlns:a="http://schemas.openxmlformats.org/drawingml/2006/main">
              <a:ext uri="{FF2B5EF4-FFF2-40B4-BE49-F238E27FC236}">
                <a16:creationId xmlns:a16="http://schemas.microsoft.com/office/drawing/2014/main" id="{5D65A1EE-22A9-409D-AC29-0CF21DA6EDE1}"/>
              </a:ext>
            </a:extLst>
          </p:cNvPr>
          <p:cNvSpPr>
            <a:spLocks xmlns:a="http://schemas.openxmlformats.org/drawingml/2006/main" noGrp="1"/>
          </p:cNvSpPr>
          <p:nvPr/>
        </p:nvSpPr>
        <p:spPr>
          <a:xfrm xmlns:a="http://schemas.openxmlformats.org/drawingml/2006/main">
            <a:off x="876300" y="360045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What each step isolates</a:t>
            </a:r>
          </a:p>
        </p:txBody>
      </p:sp>
      <p:sp>
        <p:nvSpPr>
          <p:cNvPr id="72" name="step-0">
            <a:extLst xmlns:a="http://schemas.openxmlformats.org/drawingml/2006/main">
              <a:ext uri="{FF2B5EF4-FFF2-40B4-BE49-F238E27FC236}">
                <a16:creationId xmlns:a16="http://schemas.microsoft.com/office/drawing/2014/main" id="{BB5D9AA5-6431-42AC-86FB-9E6F931A8725}"/>
              </a:ext>
            </a:extLst>
          </p:cNvPr>
          <p:cNvSpPr>
            <a:spLocks xmlns:a="http://schemas.openxmlformats.org/drawingml/2006/main" noGrp="1"/>
          </p:cNvSpPr>
          <p:nvPr/>
        </p:nvSpPr>
        <p:spPr>
          <a:xfrm xmlns:a="http://schemas.openxmlformats.org/drawingml/2006/main">
            <a:off x="228600" y="41529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73" name="step-0-t">
            <a:extLst xmlns:a="http://schemas.openxmlformats.org/drawingml/2006/main">
              <a:ext uri="{FF2B5EF4-FFF2-40B4-BE49-F238E27FC236}">
                <a16:creationId xmlns:a16="http://schemas.microsoft.com/office/drawing/2014/main" id="{3CABECF2-7EFE-44A5-AD1F-CD2C15AB011B}"/>
              </a:ext>
            </a:extLst>
          </p:cNvPr>
          <p:cNvSpPr>
            <a:spLocks xmlns:a="http://schemas.openxmlformats.org/drawingml/2006/main" noGrp="1"/>
          </p:cNvSpPr>
          <p:nvPr/>
        </p:nvSpPr>
        <p:spPr>
          <a:xfrm xmlns:a="http://schemas.openxmlformats.org/drawingml/2006/main">
            <a:off x="285750" y="4152900"/>
            <a:ext cx="2781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A1</a:t>
            </a:r>
            <a:r>
              <a:rPr sz="2250" b="0" i="0">
                <a:solidFill>
                  <a:srgbClr val="1E2E38"/>
                </a:solidFill>
                <a:latin typeface="Times New Roman"/>
                <a:ea typeface="Times New Roman"/>
                <a:cs typeface="Times New Roman"/>
              </a:rPr>
              <a:t> → </a:t>
            </a:r>
            <a:r>
              <a:rPr sz="2250" b="0" i="1">
                <a:solidFill>
                  <a:srgbClr val="1E2E38"/>
                </a:solidFill>
                <a:latin typeface="Times New Roman"/>
                <a:ea typeface="Times New Roman"/>
                <a:cs typeface="Times New Roman"/>
              </a:rPr>
              <a:t>DUP</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duplicate a branch</a:t>
            </a:r>
          </a:p>
        </p:txBody>
      </p:sp>
      <p:sp>
        <p:nvSpPr>
          <p:cNvPr id="74" name="step-1">
            <a:extLst xmlns:a="http://schemas.openxmlformats.org/drawingml/2006/main">
              <a:ext uri="{FF2B5EF4-FFF2-40B4-BE49-F238E27FC236}">
                <a16:creationId xmlns:a16="http://schemas.microsoft.com/office/drawing/2014/main" id="{DB125380-8262-47AE-AB1E-4E59CB2889ED}"/>
              </a:ext>
            </a:extLst>
          </p:cNvPr>
          <p:cNvSpPr>
            <a:spLocks xmlns:a="http://schemas.openxmlformats.org/drawingml/2006/main" noGrp="1"/>
          </p:cNvSpPr>
          <p:nvPr/>
        </p:nvSpPr>
        <p:spPr>
          <a:xfrm xmlns:a="http://schemas.openxmlformats.org/drawingml/2006/main">
            <a:off x="3200400" y="41529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75" name="step-1-t">
            <a:extLst xmlns:a="http://schemas.openxmlformats.org/drawingml/2006/main">
              <a:ext uri="{FF2B5EF4-FFF2-40B4-BE49-F238E27FC236}">
                <a16:creationId xmlns:a16="http://schemas.microsoft.com/office/drawing/2014/main" id="{813E0191-9C43-4DCC-A063-E4500458D7DB}"/>
              </a:ext>
            </a:extLst>
          </p:cNvPr>
          <p:cNvSpPr>
            <a:spLocks xmlns:a="http://schemas.openxmlformats.org/drawingml/2006/main" noGrp="1"/>
          </p:cNvSpPr>
          <p:nvPr/>
        </p:nvSpPr>
        <p:spPr>
          <a:xfrm xmlns:a="http://schemas.openxmlformats.org/drawingml/2006/main">
            <a:off x="3257550" y="4152900"/>
            <a:ext cx="2781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DUP</a:t>
            </a:r>
            <a:r>
              <a:rPr sz="2250" b="0" i="0">
                <a:solidFill>
                  <a:srgbClr val="1E2E38"/>
                </a:solidFill>
                <a:latin typeface="Times New Roman"/>
                <a:ea typeface="Times New Roman"/>
                <a:cs typeface="Times New Roman"/>
              </a:rPr>
              <a:t> → </a:t>
            </a:r>
            <a:r>
              <a:rPr sz="2250" b="0" i="1">
                <a:solidFill>
                  <a:srgbClr val="1E2E38"/>
                </a:solidFill>
                <a:latin typeface="Times New Roman"/>
                <a:ea typeface="Times New Roman"/>
                <a:cs typeface="Times New Roman"/>
              </a:rPr>
              <a:t>TRI</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replace the copy</a:t>
            </a:r>
          </a:p>
        </p:txBody>
      </p:sp>
      <p:sp>
        <p:nvSpPr>
          <p:cNvPr id="76" name="step-2">
            <a:extLst xmlns:a="http://schemas.openxmlformats.org/drawingml/2006/main">
              <a:ext uri="{FF2B5EF4-FFF2-40B4-BE49-F238E27FC236}">
                <a16:creationId xmlns:a16="http://schemas.microsoft.com/office/drawing/2014/main" id="{78F3C440-8260-4259-92FC-06AC04090D11}"/>
              </a:ext>
            </a:extLst>
          </p:cNvPr>
          <p:cNvSpPr>
            <a:spLocks xmlns:a="http://schemas.openxmlformats.org/drawingml/2006/main" noGrp="1"/>
          </p:cNvSpPr>
          <p:nvPr/>
        </p:nvSpPr>
        <p:spPr>
          <a:xfrm xmlns:a="http://schemas.openxmlformats.org/drawingml/2006/main">
            <a:off x="6172200" y="41529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77" name="step-2-t">
            <a:extLst xmlns:a="http://schemas.openxmlformats.org/drawingml/2006/main">
              <a:ext uri="{FF2B5EF4-FFF2-40B4-BE49-F238E27FC236}">
                <a16:creationId xmlns:a16="http://schemas.microsoft.com/office/drawing/2014/main" id="{B8B1250C-F406-4EE2-B39B-98F27A464896}"/>
              </a:ext>
            </a:extLst>
          </p:cNvPr>
          <p:cNvSpPr>
            <a:spLocks xmlns:a="http://schemas.openxmlformats.org/drawingml/2006/main" noGrp="1"/>
          </p:cNvSpPr>
          <p:nvPr/>
        </p:nvSpPr>
        <p:spPr>
          <a:xfrm xmlns:a="http://schemas.openxmlformats.org/drawingml/2006/main">
            <a:off x="6229350" y="4152900"/>
            <a:ext cx="2781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A1</a:t>
            </a:r>
            <a:r>
              <a:rPr sz="2250" b="0" i="0">
                <a:solidFill>
                  <a:srgbClr val="1E2E38"/>
                </a:solidFill>
                <a:latin typeface="Times New Roman"/>
                <a:ea typeface="Times New Roman"/>
                <a:cs typeface="Times New Roman"/>
              </a:rPr>
              <a:t> → </a:t>
            </a:r>
            <a:r>
              <a:rPr sz="2250" b="0" i="1">
                <a:solidFill>
                  <a:srgbClr val="1E2E38"/>
                </a:solidFill>
                <a:latin typeface="Times New Roman"/>
                <a:ea typeface="Times New Roman"/>
                <a:cs typeface="Times New Roman"/>
              </a:rPr>
              <a:t>BAL</a:t>
            </a:r>
          </a:p>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keep family weights</a:t>
            </a:r>
          </a:p>
        </p:txBody>
      </p:sp>
      <p:sp>
        <p:nvSpPr>
          <p:cNvPr id="78" name="step-note">
            <a:extLst xmlns:a="http://schemas.openxmlformats.org/drawingml/2006/main">
              <a:ext uri="{FF2B5EF4-FFF2-40B4-BE49-F238E27FC236}">
                <a16:creationId xmlns:a16="http://schemas.microsoft.com/office/drawing/2014/main" id="{8A87DD7C-ED6A-424D-8F60-501E51972C89}"/>
              </a:ext>
            </a:extLst>
          </p:cNvPr>
          <p:cNvSpPr>
            <a:spLocks xmlns:a="http://schemas.openxmlformats.org/drawingml/2006/main" noGrp="1"/>
          </p:cNvSpPr>
          <p:nvPr/>
        </p:nvSpPr>
        <p:spPr>
          <a:xfrm xmlns:a="http://schemas.openxmlformats.org/drawingml/2006/main">
            <a:off x="304800" y="4857750"/>
            <a:ext cx="1158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A1</a:t>
            </a:r>
            <a:r>
              <a:rPr sz="2250" b="0" i="0">
                <a:solidFill>
                  <a:srgbClr val="5E717C"/>
                </a:solidFill>
                <a:latin typeface="Times New Roman"/>
                <a:ea typeface="Times New Roman"/>
                <a:cs typeface="Times New Roman"/>
              </a:rPr>
              <a:t> → </a:t>
            </a:r>
            <a:r>
              <a:rPr sz="2250" b="0" i="1">
                <a:solidFill>
                  <a:srgbClr val="5E717C"/>
                </a:solidFill>
                <a:latin typeface="Times New Roman"/>
                <a:ea typeface="Times New Roman"/>
                <a:cs typeface="Times New Roman"/>
              </a:rPr>
              <a:t>DUP</a:t>
            </a:r>
            <a:r>
              <a:rPr sz="2250" b="0" i="0">
                <a:solidFill>
                  <a:srgbClr val="5E717C"/>
                </a:solidFill>
                <a:latin typeface="Times New Roman"/>
                <a:ea typeface="Times New Roman"/>
                <a:cs typeface="Times New Roman"/>
              </a:rPr>
              <a:t> varies only the effective weight of </a:t>
            </a:r>
            <a:r>
              <a:rPr sz="2250" b="0" i="1">
                <a:solidFill>
                  <a:srgbClr val="5E717C"/>
                </a:solidFill>
                <a:latin typeface="Times New Roman"/>
                <a:ea typeface="Times New Roman"/>
                <a:cs typeface="Times New Roman"/>
              </a:rPr>
              <a:t>B</a:t>
            </a:r>
            <a:r>
              <a:rPr sz="2250" b="0" i="0">
                <a:solidFill>
                  <a:srgbClr val="5E717C"/>
                </a:solidFill>
                <a:latin typeface="Times New Roman"/>
                <a:ea typeface="Times New Roman"/>
                <a:cs typeface="Times New Roman"/>
              </a:rPr>
              <a:t>. </a:t>
            </a:r>
            <a:r>
              <a:rPr sz="2250" b="0" i="1">
                <a:solidFill>
                  <a:srgbClr val="5E717C"/>
                </a:solidFill>
                <a:latin typeface="Times New Roman"/>
                <a:ea typeface="Times New Roman"/>
                <a:cs typeface="Times New Roman"/>
              </a:rPr>
              <a:t>DUP</a:t>
            </a:r>
            <a:r>
              <a:rPr sz="2250" b="0" i="0">
                <a:solidFill>
                  <a:srgbClr val="5E717C"/>
                </a:solidFill>
                <a:latin typeface="Times New Roman"/>
                <a:ea typeface="Times New Roman"/>
                <a:cs typeface="Times New Roman"/>
              </a:rPr>
              <a:t> → </a:t>
            </a:r>
            <a:r>
              <a:rPr sz="2250" b="0" i="1">
                <a:solidFill>
                  <a:srgbClr val="5E717C"/>
                </a:solidFill>
                <a:latin typeface="Times New Roman"/>
                <a:ea typeface="Times New Roman"/>
                <a:cs typeface="Times New Roman"/>
              </a:rPr>
              <a:t>TRI</a:t>
            </a:r>
            <a:r>
              <a:rPr sz="2250" b="0" i="0">
                <a:solidFill>
                  <a:srgbClr val="5E717C"/>
                </a:solidFill>
                <a:latin typeface="Times New Roman"/>
                <a:ea typeface="Times New Roman"/>
                <a:cs typeface="Times New Roman"/>
              </a:rPr>
              <a:t> varies the representation at a fixed slot weight. </a:t>
            </a:r>
            <a:r>
              <a:rPr sz="2250" b="0" i="1">
                <a:solidFill>
                  <a:srgbClr val="5E717C"/>
                </a:solidFill>
                <a:latin typeface="Times New Roman"/>
                <a:ea typeface="Times New Roman"/>
                <a:cs typeface="Times New Roman"/>
              </a:rPr>
              <a:t>A1</a:t>
            </a:r>
            <a:r>
              <a:rPr sz="2250" b="0" i="0">
                <a:solidFill>
                  <a:srgbClr val="5E717C"/>
                </a:solidFill>
                <a:latin typeface="Times New Roman"/>
                <a:ea typeface="Times New Roman"/>
                <a:cs typeface="Times New Roman"/>
              </a:rPr>
              <a:t> → </a:t>
            </a:r>
            <a:r>
              <a:rPr sz="2250" b="0" i="1">
                <a:solidFill>
                  <a:srgbClr val="5E717C"/>
                </a:solidFill>
                <a:latin typeface="Times New Roman"/>
                <a:ea typeface="Times New Roman"/>
                <a:cs typeface="Times New Roman"/>
              </a:rPr>
              <a:t>BAL</a:t>
            </a:r>
            <a:r>
              <a:rPr sz="2250" b="0" i="0">
                <a:solidFill>
                  <a:srgbClr val="5E717C"/>
                </a:solidFill>
                <a:latin typeface="Times New Roman"/>
                <a:ea typeface="Times New Roman"/>
                <a:cs typeface="Times New Roman"/>
              </a:rPr>
              <a:t> keeps the DINO-family and </a:t>
            </a:r>
            <a:r>
              <a:rPr sz="2250" b="0" i="1">
                <a:solidFill>
                  <a:srgbClr val="5E717C"/>
                </a:solidFill>
                <a:latin typeface="Times New Roman"/>
                <a:ea typeface="Times New Roman"/>
                <a:cs typeface="Times New Roman"/>
              </a:rPr>
              <a:t>C</a:t>
            </a:r>
            <a:r>
              <a:rPr sz="2250" b="0" i="0">
                <a:solidFill>
                  <a:srgbClr val="5E717C"/>
                </a:solidFill>
                <a:latin typeface="Times New Roman"/>
                <a:ea typeface="Times New Roman"/>
                <a:cs typeface="Times New Roman"/>
              </a:rPr>
              <a:t> totals equal.</a:t>
            </a:r>
          </a:p>
        </p:txBody>
      </p:sp>
      <p:sp>
        <p:nvSpPr>
          <p:cNvPr id="79" name="sec-c-chip">
            <a:extLst xmlns:a="http://schemas.openxmlformats.org/drawingml/2006/main">
              <a:ext uri="{FF2B5EF4-FFF2-40B4-BE49-F238E27FC236}">
                <a16:creationId xmlns:a16="http://schemas.microsoft.com/office/drawing/2014/main" id="{4D6AE9E0-8EAB-41F3-99FC-DB27E47B5EF6}"/>
              </a:ext>
            </a:extLst>
          </p:cNvPr>
          <p:cNvSpPr>
            <a:spLocks xmlns:a="http://schemas.openxmlformats.org/drawingml/2006/main" noGrp="1"/>
          </p:cNvSpPr>
          <p:nvPr/>
        </p:nvSpPr>
        <p:spPr>
          <a:xfrm xmlns:a="http://schemas.openxmlformats.org/drawingml/2006/main">
            <a:off x="304800" y="57721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80" name="sec-c-chip-text">
            <a:extLst xmlns:a="http://schemas.openxmlformats.org/drawingml/2006/main">
              <a:ext uri="{FF2B5EF4-FFF2-40B4-BE49-F238E27FC236}">
                <a16:creationId xmlns:a16="http://schemas.microsoft.com/office/drawing/2014/main" id="{83AC434A-3904-4FE8-AB9E-D956B6A2658F}"/>
              </a:ext>
            </a:extLst>
          </p:cNvPr>
          <p:cNvSpPr>
            <a:spLocks xmlns:a="http://schemas.openxmlformats.org/drawingml/2006/main" noGrp="1"/>
          </p:cNvSpPr>
          <p:nvPr/>
        </p:nvSpPr>
        <p:spPr>
          <a:xfrm xmlns:a="http://schemas.openxmlformats.org/drawingml/2006/main">
            <a:off x="323850" y="57721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c</a:t>
            </a:r>
          </a:p>
        </p:txBody>
      </p:sp>
      <p:sp>
        <p:nvSpPr>
          <p:cNvPr id="81" name="sec-c">
            <a:extLst xmlns:a="http://schemas.openxmlformats.org/drawingml/2006/main">
              <a:ext uri="{FF2B5EF4-FFF2-40B4-BE49-F238E27FC236}">
                <a16:creationId xmlns:a16="http://schemas.microsoft.com/office/drawing/2014/main" id="{2EE165A4-9AED-4E11-840A-6B5574523F28}"/>
              </a:ext>
            </a:extLst>
          </p:cNvPr>
          <p:cNvSpPr>
            <a:spLocks xmlns:a="http://schemas.openxmlformats.org/drawingml/2006/main" noGrp="1"/>
          </p:cNvSpPr>
          <p:nvPr/>
        </p:nvSpPr>
        <p:spPr>
          <a:xfrm xmlns:a="http://schemas.openxmlformats.org/drawingml/2006/main">
            <a:off x="876300" y="573405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Contrasts estimated in this paper</a:t>
            </a:r>
          </a:p>
        </p:txBody>
      </p:sp>
      <p:sp>
        <p:nvSpPr>
          <p:cNvPr id="82" name="contrast-0">
            <a:extLst xmlns:a="http://schemas.openxmlformats.org/drawingml/2006/main">
              <a:ext uri="{FF2B5EF4-FFF2-40B4-BE49-F238E27FC236}">
                <a16:creationId xmlns:a16="http://schemas.microsoft.com/office/drawing/2014/main" id="{A22FC605-0AD6-4E42-8F60-1A0DE065FEE6}"/>
              </a:ext>
            </a:extLst>
          </p:cNvPr>
          <p:cNvSpPr>
            <a:spLocks xmlns:a="http://schemas.openxmlformats.org/drawingml/2006/main" noGrp="1"/>
          </p:cNvSpPr>
          <p:nvPr/>
        </p:nvSpPr>
        <p:spPr>
          <a:xfrm xmlns:a="http://schemas.openxmlformats.org/drawingml/2006/main">
            <a:off x="228600" y="62865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83" name="contrast-0-f">
            <a:extLst xmlns:a="http://schemas.openxmlformats.org/drawingml/2006/main">
              <a:ext uri="{FF2B5EF4-FFF2-40B4-BE49-F238E27FC236}">
                <a16:creationId xmlns:a16="http://schemas.microsoft.com/office/drawing/2014/main" id="{3C29F799-6A72-47FF-AFFD-C9B8A1C1D86C}"/>
              </a:ext>
            </a:extLst>
          </p:cNvPr>
          <p:cNvSpPr>
            <a:spLocks xmlns:a="http://schemas.openxmlformats.org/drawingml/2006/main" noGrp="1"/>
          </p:cNvSpPr>
          <p:nvPr/>
        </p:nvSpPr>
        <p:spPr>
          <a:xfrm xmlns:a="http://schemas.openxmlformats.org/drawingml/2006/main">
            <a:off x="285750" y="63246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TRI_J − DUP_J</a:t>
            </a:r>
          </a:p>
        </p:txBody>
      </p:sp>
      <p:sp>
        <p:nvSpPr>
          <p:cNvPr id="84" name="contrast-0-n">
            <a:extLst xmlns:a="http://schemas.openxmlformats.org/drawingml/2006/main">
              <a:ext uri="{FF2B5EF4-FFF2-40B4-BE49-F238E27FC236}">
                <a16:creationId xmlns:a16="http://schemas.microsoft.com/office/drawing/2014/main" id="{FB453C3D-E28F-47B2-8B1E-B1F07B17A97B}"/>
              </a:ext>
            </a:extLst>
          </p:cNvPr>
          <p:cNvSpPr>
            <a:spLocks xmlns:a="http://schemas.openxmlformats.org/drawingml/2006/main" noGrp="1"/>
          </p:cNvSpPr>
          <p:nvPr/>
        </p:nvSpPr>
        <p:spPr>
          <a:xfrm xmlns:a="http://schemas.openxmlformats.org/drawingml/2006/main">
            <a:off x="285750" y="66294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shared matching</a:t>
            </a:r>
          </a:p>
        </p:txBody>
      </p:sp>
      <p:sp>
        <p:nvSpPr>
          <p:cNvPr id="85" name="contrast-1">
            <a:extLst xmlns:a="http://schemas.openxmlformats.org/drawingml/2006/main">
              <a:ext uri="{FF2B5EF4-FFF2-40B4-BE49-F238E27FC236}">
                <a16:creationId xmlns:a16="http://schemas.microsoft.com/office/drawing/2014/main" id="{2783878C-2314-4603-8206-24A2C3BE97FF}"/>
              </a:ext>
            </a:extLst>
          </p:cNvPr>
          <p:cNvSpPr>
            <a:spLocks xmlns:a="http://schemas.openxmlformats.org/drawingml/2006/main" noGrp="1"/>
          </p:cNvSpPr>
          <p:nvPr/>
        </p:nvSpPr>
        <p:spPr>
          <a:xfrm xmlns:a="http://schemas.openxmlformats.org/drawingml/2006/main">
            <a:off x="3200400" y="62865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86" name="contrast-1-f">
            <a:extLst xmlns:a="http://schemas.openxmlformats.org/drawingml/2006/main">
              <a:ext uri="{FF2B5EF4-FFF2-40B4-BE49-F238E27FC236}">
                <a16:creationId xmlns:a16="http://schemas.microsoft.com/office/drawing/2014/main" id="{F05CBB79-31C7-48B2-99F5-0938A8BCF5C4}"/>
              </a:ext>
            </a:extLst>
          </p:cNvPr>
          <p:cNvSpPr>
            <a:spLocks xmlns:a="http://schemas.openxmlformats.org/drawingml/2006/main" noGrp="1"/>
          </p:cNvSpPr>
          <p:nvPr/>
        </p:nvSpPr>
        <p:spPr>
          <a:xfrm xmlns:a="http://schemas.openxmlformats.org/drawingml/2006/main">
            <a:off x="3257550" y="63246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TRI_L − DUP_L</a:t>
            </a:r>
          </a:p>
        </p:txBody>
      </p:sp>
      <p:sp>
        <p:nvSpPr>
          <p:cNvPr id="87" name="contrast-1-n">
            <a:extLst xmlns:a="http://schemas.openxmlformats.org/drawingml/2006/main">
              <a:ext uri="{FF2B5EF4-FFF2-40B4-BE49-F238E27FC236}">
                <a16:creationId xmlns:a16="http://schemas.microsoft.com/office/drawing/2014/main" id="{0254AA58-D988-4675-B567-033676AF7382}"/>
              </a:ext>
            </a:extLst>
          </p:cNvPr>
          <p:cNvSpPr>
            <a:spLocks xmlns:a="http://schemas.openxmlformats.org/drawingml/2006/main" noGrp="1"/>
          </p:cNvSpPr>
          <p:nvPr/>
        </p:nvSpPr>
        <p:spPr>
          <a:xfrm xmlns:a="http://schemas.openxmlformats.org/drawingml/2006/main">
            <a:off x="3257550" y="66294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independent matching</a:t>
            </a:r>
          </a:p>
        </p:txBody>
      </p:sp>
      <p:sp>
        <p:nvSpPr>
          <p:cNvPr id="88" name="contrast-2">
            <a:extLst xmlns:a="http://schemas.openxmlformats.org/drawingml/2006/main">
              <a:ext uri="{FF2B5EF4-FFF2-40B4-BE49-F238E27FC236}">
                <a16:creationId xmlns:a16="http://schemas.microsoft.com/office/drawing/2014/main" id="{20FE70BE-4B67-4E3C-9FDF-1DA81DC86638}"/>
              </a:ext>
            </a:extLst>
          </p:cNvPr>
          <p:cNvSpPr>
            <a:spLocks xmlns:a="http://schemas.openxmlformats.org/drawingml/2006/main" noGrp="1"/>
          </p:cNvSpPr>
          <p:nvPr/>
        </p:nvSpPr>
        <p:spPr>
          <a:xfrm xmlns:a="http://schemas.openxmlformats.org/drawingml/2006/main">
            <a:off x="6172200" y="62865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89" name="contrast-2-f">
            <a:extLst xmlns:a="http://schemas.openxmlformats.org/drawingml/2006/main">
              <a:ext uri="{FF2B5EF4-FFF2-40B4-BE49-F238E27FC236}">
                <a16:creationId xmlns:a16="http://schemas.microsoft.com/office/drawing/2014/main" id="{F206D8FF-CBBA-4C65-BFC2-3821326B8A42}"/>
              </a:ext>
            </a:extLst>
          </p:cNvPr>
          <p:cNvSpPr>
            <a:spLocks xmlns:a="http://schemas.openxmlformats.org/drawingml/2006/main" noGrp="1"/>
          </p:cNvSpPr>
          <p:nvPr/>
        </p:nvSpPr>
        <p:spPr>
          <a:xfrm xmlns:a="http://schemas.openxmlformats.org/drawingml/2006/main">
            <a:off x="6229350" y="63246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BAL_J − A1_J</a:t>
            </a:r>
          </a:p>
        </p:txBody>
      </p:sp>
      <p:sp>
        <p:nvSpPr>
          <p:cNvPr id="90" name="contrast-2-n">
            <a:extLst xmlns:a="http://schemas.openxmlformats.org/drawingml/2006/main">
              <a:ext uri="{FF2B5EF4-FFF2-40B4-BE49-F238E27FC236}">
                <a16:creationId xmlns:a16="http://schemas.microsoft.com/office/drawing/2014/main" id="{E15C4F97-A788-4F0F-9B0B-4D0FDFEC11A9}"/>
              </a:ext>
            </a:extLst>
          </p:cNvPr>
          <p:cNvSpPr>
            <a:spLocks xmlns:a="http://schemas.openxmlformats.org/drawingml/2006/main" noGrp="1"/>
          </p:cNvSpPr>
          <p:nvPr/>
        </p:nvSpPr>
        <p:spPr>
          <a:xfrm xmlns:a="http://schemas.openxmlformats.org/drawingml/2006/main">
            <a:off x="6229350" y="66294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family control</a:t>
            </a:r>
          </a:p>
        </p:txBody>
      </p:sp>
      <p:sp>
        <p:nvSpPr>
          <p:cNvPr id="91" name="contrast-3">
            <a:extLst xmlns:a="http://schemas.openxmlformats.org/drawingml/2006/main">
              <a:ext uri="{FF2B5EF4-FFF2-40B4-BE49-F238E27FC236}">
                <a16:creationId xmlns:a16="http://schemas.microsoft.com/office/drawing/2014/main" id="{B8DA7652-E73B-4AC9-A112-B1C3207768BF}"/>
              </a:ext>
            </a:extLst>
          </p:cNvPr>
          <p:cNvSpPr>
            <a:spLocks xmlns:a="http://schemas.openxmlformats.org/drawingml/2006/main" noGrp="1"/>
          </p:cNvSpPr>
          <p:nvPr/>
        </p:nvSpPr>
        <p:spPr>
          <a:xfrm xmlns:a="http://schemas.openxmlformats.org/drawingml/2006/main">
            <a:off x="9144000" y="6286500"/>
            <a:ext cx="289560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CBD6DC"/>
            </a:solidFill>
            <a:prstDash val="solid"/>
          </a:ln>
        </p:spPr>
      </p:sp>
      <p:sp>
        <p:nvSpPr>
          <p:cNvPr id="92" name="contrast-3-f">
            <a:extLst xmlns:a="http://schemas.openxmlformats.org/drawingml/2006/main">
              <a:ext uri="{FF2B5EF4-FFF2-40B4-BE49-F238E27FC236}">
                <a16:creationId xmlns:a16="http://schemas.microsoft.com/office/drawing/2014/main" id="{17EEBA60-9CB2-4E8F-A5C2-87E6A79D44D4}"/>
              </a:ext>
            </a:extLst>
          </p:cNvPr>
          <p:cNvSpPr>
            <a:spLocks xmlns:a="http://schemas.openxmlformats.org/drawingml/2006/main" noGrp="1"/>
          </p:cNvSpPr>
          <p:nvPr/>
        </p:nvSpPr>
        <p:spPr>
          <a:xfrm xmlns:a="http://schemas.openxmlformats.org/drawingml/2006/main">
            <a:off x="9201150" y="63246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BAL_L − A1_L</a:t>
            </a:r>
          </a:p>
        </p:txBody>
      </p:sp>
      <p:sp>
        <p:nvSpPr>
          <p:cNvPr id="93" name="contrast-3-n">
            <a:extLst xmlns:a="http://schemas.openxmlformats.org/drawingml/2006/main">
              <a:ext uri="{FF2B5EF4-FFF2-40B4-BE49-F238E27FC236}">
                <a16:creationId xmlns:a16="http://schemas.microsoft.com/office/drawing/2014/main" id="{ED5B2D71-17E9-4BDB-9F42-A9F7A45A1BC4}"/>
              </a:ext>
            </a:extLst>
          </p:cNvPr>
          <p:cNvSpPr>
            <a:spLocks xmlns:a="http://schemas.openxmlformats.org/drawingml/2006/main" noGrp="1"/>
          </p:cNvSpPr>
          <p:nvPr/>
        </p:nvSpPr>
        <p:spPr>
          <a:xfrm xmlns:a="http://schemas.openxmlformats.org/drawingml/2006/main">
            <a:off x="9201150" y="662940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family control</a:t>
            </a:r>
          </a:p>
        </p:txBody>
      </p:sp>
      <p:sp>
        <p:nvSpPr>
          <p:cNvPr id="94" name="c-caveat">
            <a:extLst xmlns:a="http://schemas.openxmlformats.org/drawingml/2006/main">
              <a:ext uri="{FF2B5EF4-FFF2-40B4-BE49-F238E27FC236}">
                <a16:creationId xmlns:a16="http://schemas.microsoft.com/office/drawing/2014/main" id="{DAF70C61-CBA8-42A8-BA44-9D22FDAA6FD1}"/>
              </a:ext>
            </a:extLst>
          </p:cNvPr>
          <p:cNvSpPr>
            <a:spLocks xmlns:a="http://schemas.openxmlformats.org/drawingml/2006/main" noGrp="1"/>
          </p:cNvSpPr>
          <p:nvPr/>
        </p:nvSpPr>
        <p:spPr>
          <a:xfrm xmlns:a="http://schemas.openxmlformats.org/drawingml/2006/main">
            <a:off x="304800" y="7200900"/>
            <a:ext cx="115824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TRI</a:t>
            </a:r>
            <a:r>
              <a:rPr sz="2250" b="0" i="0">
                <a:solidFill>
                  <a:srgbClr val="5E717C"/>
                </a:solidFill>
                <a:latin typeface="Times New Roman"/>
                <a:ea typeface="Times New Roman"/>
                <a:cs typeface="Times New Roman"/>
              </a:rPr>
              <a:t> − </a:t>
            </a:r>
            <a:r>
              <a:rPr sz="2250" b="0" i="1">
                <a:solidFill>
                  <a:srgbClr val="5E717C"/>
                </a:solidFill>
                <a:latin typeface="Times New Roman"/>
                <a:ea typeface="Times New Roman"/>
                <a:cs typeface="Times New Roman"/>
              </a:rPr>
              <a:t>A1</a:t>
            </a:r>
            <a:r>
              <a:rPr sz="2250" b="0" i="0">
                <a:solidFill>
                  <a:srgbClr val="5E717C"/>
                </a:solidFill>
                <a:latin typeface="Times New Roman"/>
                <a:ea typeface="Times New Roman"/>
                <a:cs typeface="Times New Roman"/>
              </a:rPr>
              <a:t> moves both factors and is never attributed to the added encoder alone.</a:t>
            </a:r>
          </a:p>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X</a:t>
            </a:r>
            <a:r>
              <a:rPr sz="2250" b="0" i="0">
                <a:solidFill>
                  <a:srgbClr val="5E717C"/>
                </a:solidFill>
                <a:latin typeface="Times New Roman"/>
                <a:ea typeface="Times New Roman"/>
                <a:cs typeface="Times New Roman"/>
              </a:rPr>
              <a:t> slot encoders: </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DINOv2-</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384-</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and </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WideResNet50-2 1536-</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were pre-specified;</a:t>
            </a:r>
          </a:p>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E1 deiT-small/8 384-</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E2 ConvNeXt-Tiny 576-</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E3 Swin-Tiny 576-</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were added later;</a:t>
            </a:r>
          </a:p>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E1, E2 and E3 are exploratory transfer checks, never confirmatory results.</a:t>
            </a:r>
          </a:p>
        </p:txBody>
      </p:sp>
    </p:spTree>
    <p:extLst>
      <p:ext uri="{BB962C8B-B14F-4D97-AF65-F5344CB8AC3E}">
        <p14:creationId xmlns:p14="http://schemas.microsoft.com/office/powerpoint/2010/main" val="16871323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7" name="band-a">
            <a:extLst xmlns:a="http://schemas.openxmlformats.org/drawingml/2006/main">
              <a:ext uri="{FF2B5EF4-FFF2-40B4-BE49-F238E27FC236}">
                <a16:creationId xmlns:a16="http://schemas.microsoft.com/office/drawing/2014/main" id="{2EB12E24-119E-454F-9D40-2CC3B0B391B0}"/>
              </a:ext>
            </a:extLst>
          </p:cNvPr>
          <p:cNvSpPr>
            <a:spLocks xmlns:a="http://schemas.openxmlformats.org/drawingml/2006/main" noGrp="1"/>
          </p:cNvSpPr>
          <p:nvPr/>
        </p:nvSpPr>
        <p:spPr>
          <a:xfrm xmlns:a="http://schemas.openxmlformats.org/drawingml/2006/main">
            <a:off x="152400" y="76200"/>
            <a:ext cx="11887200" cy="43053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sec-a-chip">
            <a:extLst xmlns:a="http://schemas.openxmlformats.org/drawingml/2006/main">
              <a:ext uri="{FF2B5EF4-FFF2-40B4-BE49-F238E27FC236}">
                <a16:creationId xmlns:a16="http://schemas.microsoft.com/office/drawing/2014/main" id="{652F7B8A-2788-4B53-A1F4-B75879BB50FF}"/>
              </a:ext>
            </a:extLst>
          </p:cNvPr>
          <p:cNvSpPr>
            <a:spLocks xmlns:a="http://schemas.openxmlformats.org/drawingml/2006/main" noGrp="1"/>
          </p:cNvSpPr>
          <p:nvPr/>
        </p:nvSpPr>
        <p:spPr>
          <a:xfrm xmlns:a="http://schemas.openxmlformats.org/drawingml/2006/main">
            <a:off x="304800" y="1524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3" name="sec-a-chip-text">
            <a:extLst xmlns:a="http://schemas.openxmlformats.org/drawingml/2006/main">
              <a:ext uri="{FF2B5EF4-FFF2-40B4-BE49-F238E27FC236}">
                <a16:creationId xmlns:a16="http://schemas.microsoft.com/office/drawing/2014/main" id="{70F1B8FA-525F-4E48-8185-D1997050F977}"/>
              </a:ext>
            </a:extLst>
          </p:cNvPr>
          <p:cNvSpPr>
            <a:spLocks xmlns:a="http://schemas.openxmlformats.org/drawingml/2006/main" noGrp="1"/>
          </p:cNvSpPr>
          <p:nvPr/>
        </p:nvSpPr>
        <p:spPr>
          <a:xfrm xmlns:a="http://schemas.openxmlformats.org/drawingml/2006/main">
            <a:off x="323850" y="1524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4" name="sec-a">
            <a:extLst xmlns:a="http://schemas.openxmlformats.org/drawingml/2006/main">
              <a:ext uri="{FF2B5EF4-FFF2-40B4-BE49-F238E27FC236}">
                <a16:creationId xmlns:a16="http://schemas.microsoft.com/office/drawing/2014/main" id="{0FEC0599-C11F-4F09-8F63-8F2A06C7DEFD}"/>
              </a:ext>
            </a:extLst>
          </p:cNvPr>
          <p:cNvSpPr>
            <a:spLocks xmlns:a="http://schemas.openxmlformats.org/drawingml/2006/main" noGrp="1"/>
          </p:cNvSpPr>
          <p:nvPr/>
        </p:nvSpPr>
        <p:spPr>
          <a:xfrm xmlns:a="http://schemas.openxmlformats.org/drawingml/2006/main">
            <a:off x="838200" y="1143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Representation swap</a:t>
            </a:r>
          </a:p>
        </p:txBody>
      </p:sp>
      <p:sp>
        <p:nvSpPr>
          <p:cNvPr id="5" name="sec-a-sub">
            <a:extLst xmlns:a="http://schemas.openxmlformats.org/drawingml/2006/main">
              <a:ext uri="{FF2B5EF4-FFF2-40B4-BE49-F238E27FC236}">
                <a16:creationId xmlns:a16="http://schemas.microsoft.com/office/drawing/2014/main" id="{242A33F0-DD7D-4796-BD5A-6719A4003ADA}"/>
              </a:ext>
            </a:extLst>
          </p:cNvPr>
          <p:cNvSpPr>
            <a:spLocks xmlns:a="http://schemas.openxmlformats.org/drawingml/2006/main" noGrp="1"/>
          </p:cNvSpPr>
          <p:nvPr/>
        </p:nvSpPr>
        <p:spPr>
          <a:xfrm xmlns:a="http://schemas.openxmlformats.org/drawingml/2006/main">
            <a:off x="838200" y="4762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E = </a:t>
            </a:r>
            <a:r>
              <a:rPr sz="2250" b="0" i="1">
                <a:solidFill>
                  <a:srgbClr val="5E717C"/>
                </a:solidFill>
                <a:latin typeface="Times New Roman"/>
                <a:ea typeface="Times New Roman"/>
                <a:cs typeface="Times New Roman"/>
              </a:rPr>
              <a:t>P</a:t>
            </a:r>
            <a:r>
              <a:rPr sz="2250" b="0" i="0">
                <a:solidFill>
                  <a:srgbClr val="5E717C"/>
                </a:solidFill>
                <a:latin typeface="Times New Roman"/>
                <a:ea typeface="Times New Roman"/>
                <a:cs typeface="Times New Roman"/>
              </a:rPr>
              <a:t>(new) − </a:t>
            </a:r>
            <a:r>
              <a:rPr sz="2250" b="0" i="1">
                <a:solidFill>
                  <a:srgbClr val="5E717C"/>
                </a:solidFill>
                <a:latin typeface="Times New Roman"/>
                <a:ea typeface="Times New Roman"/>
                <a:cs typeface="Times New Roman"/>
              </a:rPr>
              <a:t>P</a:t>
            </a:r>
            <a:r>
              <a:rPr sz="2250" b="0" i="0">
                <a:solidFill>
                  <a:srgbClr val="5E717C"/>
                </a:solidFill>
                <a:latin typeface="Times New Roman"/>
                <a:ea typeface="Times New Roman"/>
                <a:cs typeface="Times New Roman"/>
              </a:rPr>
              <a:t>(control) · 95% paired bootstrap intervals · </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 DINOv2-</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12 MPDD / 8 BTAD conditions · </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 WideResNet50-2, 4 conditions</a:t>
            </a:r>
          </a:p>
        </p:txBody>
      </p:sp>
      <p:sp>
        <p:nvSpPr>
          <p:cNvPr id="6" name="e-tick--0.020">
            <a:extLst xmlns:a="http://schemas.openxmlformats.org/drawingml/2006/main">
              <a:ext uri="{FF2B5EF4-FFF2-40B4-BE49-F238E27FC236}">
                <a16:creationId xmlns:a16="http://schemas.microsoft.com/office/drawing/2014/main" id="{B80D69FC-79A1-4A0B-AC4B-5E2A10AA5510}"/>
              </a:ext>
            </a:extLst>
          </p:cNvPr>
          <p:cNvSpPr>
            <a:spLocks xmlns:a="http://schemas.openxmlformats.org/drawingml/2006/main" noGrp="1"/>
          </p:cNvSpPr>
          <p:nvPr/>
        </p:nvSpPr>
        <p:spPr>
          <a:xfrm xmlns:a="http://schemas.openxmlformats.org/drawingml/2006/main" rot="0">
            <a:off x="4476750" y="1714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7" name="e-lab--0.020">
            <a:extLst xmlns:a="http://schemas.openxmlformats.org/drawingml/2006/main">
              <a:ext uri="{FF2B5EF4-FFF2-40B4-BE49-F238E27FC236}">
                <a16:creationId xmlns:a16="http://schemas.microsoft.com/office/drawing/2014/main" id="{B3F477F3-2BAC-4086-A248-05244E0F64C0}"/>
              </a:ext>
            </a:extLst>
          </p:cNvPr>
          <p:cNvSpPr>
            <a:spLocks xmlns:a="http://schemas.openxmlformats.org/drawingml/2006/main" noGrp="1"/>
          </p:cNvSpPr>
          <p:nvPr/>
        </p:nvSpPr>
        <p:spPr>
          <a:xfrm xmlns:a="http://schemas.openxmlformats.org/drawingml/2006/main">
            <a:off x="3952875" y="190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-0.02</a:t>
            </a:r>
          </a:p>
        </p:txBody>
      </p:sp>
      <p:sp>
        <p:nvSpPr>
          <p:cNvPr id="8" name="e-tick-0.000">
            <a:extLst xmlns:a="http://schemas.openxmlformats.org/drawingml/2006/main">
              <a:ext uri="{FF2B5EF4-FFF2-40B4-BE49-F238E27FC236}">
                <a16:creationId xmlns:a16="http://schemas.microsoft.com/office/drawing/2014/main" id="{AA475504-ECAC-48C0-9EB4-9B944C1F1043}"/>
              </a:ext>
            </a:extLst>
          </p:cNvPr>
          <p:cNvSpPr>
            <a:spLocks xmlns:a="http://schemas.openxmlformats.org/drawingml/2006/main" noGrp="1"/>
          </p:cNvSpPr>
          <p:nvPr/>
        </p:nvSpPr>
        <p:spPr>
          <a:xfrm xmlns:a="http://schemas.openxmlformats.org/drawingml/2006/main" rot="0">
            <a:off x="5900487" y="1714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9" name="e-lab-0.000">
            <a:extLst xmlns:a="http://schemas.openxmlformats.org/drawingml/2006/main">
              <a:ext uri="{FF2B5EF4-FFF2-40B4-BE49-F238E27FC236}">
                <a16:creationId xmlns:a16="http://schemas.microsoft.com/office/drawing/2014/main" id="{C2EFEFEA-042A-4A6A-9D86-D36F8A92E806}"/>
              </a:ext>
            </a:extLst>
          </p:cNvPr>
          <p:cNvSpPr>
            <a:spLocks xmlns:a="http://schemas.openxmlformats.org/drawingml/2006/main" noGrp="1"/>
          </p:cNvSpPr>
          <p:nvPr/>
        </p:nvSpPr>
        <p:spPr>
          <a:xfrm xmlns:a="http://schemas.openxmlformats.org/drawingml/2006/main">
            <a:off x="5376612" y="190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a:t>
            </a:r>
          </a:p>
        </p:txBody>
      </p:sp>
      <p:sp>
        <p:nvSpPr>
          <p:cNvPr id="10" name="e-tick-0.020">
            <a:extLst xmlns:a="http://schemas.openxmlformats.org/drawingml/2006/main">
              <a:ext uri="{FF2B5EF4-FFF2-40B4-BE49-F238E27FC236}">
                <a16:creationId xmlns:a16="http://schemas.microsoft.com/office/drawing/2014/main" id="{242C771C-3936-4604-A6D5-DF4C107ED93A}"/>
              </a:ext>
            </a:extLst>
          </p:cNvPr>
          <p:cNvSpPr>
            <a:spLocks xmlns:a="http://schemas.openxmlformats.org/drawingml/2006/main" noGrp="1"/>
          </p:cNvSpPr>
          <p:nvPr/>
        </p:nvSpPr>
        <p:spPr>
          <a:xfrm xmlns:a="http://schemas.openxmlformats.org/drawingml/2006/main" rot="0">
            <a:off x="7324224" y="1714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1" name="e-lab-0.020">
            <a:extLst xmlns:a="http://schemas.openxmlformats.org/drawingml/2006/main">
              <a:ext uri="{FF2B5EF4-FFF2-40B4-BE49-F238E27FC236}">
                <a16:creationId xmlns:a16="http://schemas.microsoft.com/office/drawing/2014/main" id="{1A3EE419-7E22-4127-B000-B85AC681618C}"/>
              </a:ext>
            </a:extLst>
          </p:cNvPr>
          <p:cNvSpPr>
            <a:spLocks xmlns:a="http://schemas.openxmlformats.org/drawingml/2006/main" noGrp="1"/>
          </p:cNvSpPr>
          <p:nvPr/>
        </p:nvSpPr>
        <p:spPr>
          <a:xfrm xmlns:a="http://schemas.openxmlformats.org/drawingml/2006/main">
            <a:off x="6800349" y="190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+0.02</a:t>
            </a:r>
          </a:p>
        </p:txBody>
      </p:sp>
      <p:sp>
        <p:nvSpPr>
          <p:cNvPr id="12" name="e-tick-0.040">
            <a:extLst xmlns:a="http://schemas.openxmlformats.org/drawingml/2006/main">
              <a:ext uri="{FF2B5EF4-FFF2-40B4-BE49-F238E27FC236}">
                <a16:creationId xmlns:a16="http://schemas.microsoft.com/office/drawing/2014/main" id="{0BFEBF0C-5B26-4146-BE0F-853107015821}"/>
              </a:ext>
            </a:extLst>
          </p:cNvPr>
          <p:cNvSpPr>
            <a:spLocks xmlns:a="http://schemas.openxmlformats.org/drawingml/2006/main" noGrp="1"/>
          </p:cNvSpPr>
          <p:nvPr/>
        </p:nvSpPr>
        <p:spPr>
          <a:xfrm xmlns:a="http://schemas.openxmlformats.org/drawingml/2006/main" rot="0">
            <a:off x="8747961" y="1714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3" name="e-lab-0.040">
            <a:extLst xmlns:a="http://schemas.openxmlformats.org/drawingml/2006/main">
              <a:ext uri="{FF2B5EF4-FFF2-40B4-BE49-F238E27FC236}">
                <a16:creationId xmlns:a16="http://schemas.microsoft.com/office/drawing/2014/main" id="{3692AC42-2AC2-443B-B569-9A329804E98E}"/>
              </a:ext>
            </a:extLst>
          </p:cNvPr>
          <p:cNvSpPr>
            <a:spLocks xmlns:a="http://schemas.openxmlformats.org/drawingml/2006/main" noGrp="1"/>
          </p:cNvSpPr>
          <p:nvPr/>
        </p:nvSpPr>
        <p:spPr>
          <a:xfrm xmlns:a="http://schemas.openxmlformats.org/drawingml/2006/main">
            <a:off x="8224086" y="190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+0.04</a:t>
            </a:r>
          </a:p>
        </p:txBody>
      </p:sp>
      <p:sp>
        <p:nvSpPr>
          <p:cNvPr id="14" name="e-tick-0.060">
            <a:extLst xmlns:a="http://schemas.openxmlformats.org/drawingml/2006/main">
              <a:ext uri="{FF2B5EF4-FFF2-40B4-BE49-F238E27FC236}">
                <a16:creationId xmlns:a16="http://schemas.microsoft.com/office/drawing/2014/main" id="{7365B885-1D2F-4769-B6D1-07FFD0DB1F80}"/>
              </a:ext>
            </a:extLst>
          </p:cNvPr>
          <p:cNvSpPr>
            <a:spLocks xmlns:a="http://schemas.openxmlformats.org/drawingml/2006/main" noGrp="1"/>
          </p:cNvSpPr>
          <p:nvPr/>
        </p:nvSpPr>
        <p:spPr>
          <a:xfrm xmlns:a="http://schemas.openxmlformats.org/drawingml/2006/main" rot="0">
            <a:off x="10171697" y="1714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5" name="e-lab-0.060">
            <a:extLst xmlns:a="http://schemas.openxmlformats.org/drawingml/2006/main">
              <a:ext uri="{FF2B5EF4-FFF2-40B4-BE49-F238E27FC236}">
                <a16:creationId xmlns:a16="http://schemas.microsoft.com/office/drawing/2014/main" id="{8C8DA350-0485-4847-87C3-7AE35F6A9B61}"/>
              </a:ext>
            </a:extLst>
          </p:cNvPr>
          <p:cNvSpPr>
            <a:spLocks xmlns:a="http://schemas.openxmlformats.org/drawingml/2006/main" noGrp="1"/>
          </p:cNvSpPr>
          <p:nvPr/>
        </p:nvSpPr>
        <p:spPr>
          <a:xfrm xmlns:a="http://schemas.openxmlformats.org/drawingml/2006/main">
            <a:off x="9647822" y="190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+0.06</a:t>
            </a:r>
          </a:p>
        </p:txBody>
      </p:sp>
      <p:sp>
        <p:nvSpPr>
          <p:cNvPr id="16" name="e-zero">
            <a:extLst xmlns:a="http://schemas.openxmlformats.org/drawingml/2006/main">
              <a:ext uri="{FF2B5EF4-FFF2-40B4-BE49-F238E27FC236}">
                <a16:creationId xmlns:a16="http://schemas.microsoft.com/office/drawing/2014/main" id="{84170ADB-1ED9-485C-85BE-941E90B6FD23}"/>
              </a:ext>
            </a:extLst>
          </p:cNvPr>
          <p:cNvSpPr>
            <a:spLocks xmlns:a="http://schemas.openxmlformats.org/drawingml/2006/main" noGrp="1"/>
          </p:cNvSpPr>
          <p:nvPr/>
        </p:nvSpPr>
        <p:spPr>
          <a:xfrm xmlns:a="http://schemas.openxmlformats.org/drawingml/2006/main" rot="0">
            <a:off x="5900487" y="914400"/>
            <a:ext cx="0" cy="3352800"/>
          </a:xfrm>
          <a:prstGeom xmlns:a="http://schemas.openxmlformats.org/drawingml/2006/main" prst="line">
            <a:avLst/>
          </a:prstGeom>
          <a:noFill xmlns:a="http://schemas.openxmlformats.org/drawingml/2006/main"/>
          <a:ln xmlns:a="http://schemas.openxmlformats.org/drawingml/2006/main" w="15240">
            <a:solidFill>
              <a:srgbClr val="1E2E38"/>
            </a:solidFill>
            <a:prstDash val="solid"/>
          </a:ln>
        </p:spPr>
      </p:sp>
      <p:sp>
        <p:nvSpPr>
          <p:cNvPr id="17" name="e-scale">
            <a:extLst xmlns:a="http://schemas.openxmlformats.org/drawingml/2006/main">
              <a:ext uri="{FF2B5EF4-FFF2-40B4-BE49-F238E27FC236}">
                <a16:creationId xmlns:a16="http://schemas.microsoft.com/office/drawing/2014/main" id="{637C5210-F828-4F60-B3F4-939E25CF9946}"/>
              </a:ext>
            </a:extLst>
          </p:cNvPr>
          <p:cNvSpPr>
            <a:spLocks xmlns:a="http://schemas.openxmlformats.org/drawingml/2006/main" noGrp="1"/>
          </p:cNvSpPr>
          <p:nvPr/>
        </p:nvSpPr>
        <p:spPr>
          <a:xfrm xmlns:a="http://schemas.openxmlformats.org/drawingml/2006/main" rot="0">
            <a:off x="6256421" y="914400"/>
            <a:ext cx="0" cy="335280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8" name="e-key-S">
            <a:extLst xmlns:a="http://schemas.openxmlformats.org/drawingml/2006/main">
              <a:ext uri="{FF2B5EF4-FFF2-40B4-BE49-F238E27FC236}">
                <a16:creationId xmlns:a16="http://schemas.microsoft.com/office/drawing/2014/main" id="{648E2EC7-5A64-450D-A1AD-299EB584AB92}"/>
              </a:ext>
            </a:extLst>
          </p:cNvPr>
          <p:cNvSpPr>
            <a:spLocks xmlns:a="http://schemas.openxmlformats.org/drawingml/2006/main" noGrp="1"/>
          </p:cNvSpPr>
          <p:nvPr/>
        </p:nvSpPr>
        <p:spPr>
          <a:xfrm xmlns:a="http://schemas.openxmlformats.org/drawingml/2006/main">
            <a:off x="381000" y="1181100"/>
            <a:ext cx="190500" cy="171450"/>
          </a:xfrm>
          <a:prstGeom xmlns:a="http://schemas.openxmlformats.org/drawingml/2006/main" prst="roundRect">
            <a:avLst>
              <a:gd name="adj" fmla="val 22222"/>
            </a:avLst>
          </a:prstGeom>
          <a:solidFill xmlns:a="http://schemas.openxmlformats.org/drawingml/2006/main">
            <a:srgbClr val="CFE3F2"/>
          </a:solidFill>
          <a:ln xmlns:a="http://schemas.openxmlformats.org/drawingml/2006/main" w="15240">
            <a:solidFill>
              <a:srgbClr val="2E6F9E"/>
            </a:solidFill>
            <a:prstDash val="solid"/>
          </a:ln>
        </p:spPr>
      </p:sp>
      <p:sp>
        <p:nvSpPr>
          <p:cNvPr id="19" name="e-key-lab-S">
            <a:extLst xmlns:a="http://schemas.openxmlformats.org/drawingml/2006/main">
              <a:ext uri="{FF2B5EF4-FFF2-40B4-BE49-F238E27FC236}">
                <a16:creationId xmlns:a16="http://schemas.microsoft.com/office/drawing/2014/main" id="{7D3C099F-E235-4AA3-A93E-29FF9934E1A9}"/>
              </a:ext>
            </a:extLst>
          </p:cNvPr>
          <p:cNvSpPr>
            <a:spLocks xmlns:a="http://schemas.openxmlformats.org/drawingml/2006/main" noGrp="1"/>
          </p:cNvSpPr>
          <p:nvPr/>
        </p:nvSpPr>
        <p:spPr>
          <a:xfrm xmlns:a="http://schemas.openxmlformats.org/drawingml/2006/main">
            <a:off x="628650" y="1123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S</a:t>
            </a:r>
          </a:p>
        </p:txBody>
      </p:sp>
      <p:sp>
        <p:nvSpPr>
          <p:cNvPr id="20" name="e-key-D">
            <a:extLst xmlns:a="http://schemas.openxmlformats.org/drawingml/2006/main">
              <a:ext uri="{FF2B5EF4-FFF2-40B4-BE49-F238E27FC236}">
                <a16:creationId xmlns:a16="http://schemas.microsoft.com/office/drawing/2014/main" id="{E3A881DD-4AD9-4C86-9240-06FEFB81D27F}"/>
              </a:ext>
            </a:extLst>
          </p:cNvPr>
          <p:cNvSpPr>
            <a:spLocks xmlns:a="http://schemas.openxmlformats.org/drawingml/2006/main" noGrp="1"/>
          </p:cNvSpPr>
          <p:nvPr/>
        </p:nvSpPr>
        <p:spPr>
          <a:xfrm xmlns:a="http://schemas.openxmlformats.org/drawingml/2006/main">
            <a:off x="1295400" y="1181100"/>
            <a:ext cx="190500" cy="171450"/>
          </a:xfrm>
          <a:prstGeom xmlns:a="http://schemas.openxmlformats.org/drawingml/2006/main" prst="roundRect">
            <a:avLst>
              <a:gd name="adj" fmla="val 22222"/>
            </a:avLst>
          </a:prstGeom>
          <a:solidFill xmlns:a="http://schemas.openxmlformats.org/drawingml/2006/main">
            <a:srgbClr val="D6EADD"/>
          </a:solidFill>
          <a:ln xmlns:a="http://schemas.openxmlformats.org/drawingml/2006/main" w="15240">
            <a:solidFill>
              <a:srgbClr val="3F7C5E"/>
            </a:solidFill>
            <a:prstDash val="solid"/>
          </a:ln>
        </p:spPr>
      </p:sp>
      <p:sp>
        <p:nvSpPr>
          <p:cNvPr id="21" name="e-key-lab-D">
            <a:extLst xmlns:a="http://schemas.openxmlformats.org/drawingml/2006/main">
              <a:ext uri="{FF2B5EF4-FFF2-40B4-BE49-F238E27FC236}">
                <a16:creationId xmlns:a16="http://schemas.microsoft.com/office/drawing/2014/main" id="{6B74EFDE-ECCC-4945-B287-84E69CC05558}"/>
              </a:ext>
            </a:extLst>
          </p:cNvPr>
          <p:cNvSpPr>
            <a:spLocks xmlns:a="http://schemas.openxmlformats.org/drawingml/2006/main" noGrp="1"/>
          </p:cNvSpPr>
          <p:nvPr/>
        </p:nvSpPr>
        <p:spPr>
          <a:xfrm xmlns:a="http://schemas.openxmlformats.org/drawingml/2006/main">
            <a:off x="1543050" y="11239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D</a:t>
            </a:r>
          </a:p>
        </p:txBody>
      </p:sp>
      <p:sp>
        <p:nvSpPr>
          <p:cNvPr id="22" name="e0-label">
            <a:extLst xmlns:a="http://schemas.openxmlformats.org/drawingml/2006/main">
              <a:ext uri="{FF2B5EF4-FFF2-40B4-BE49-F238E27FC236}">
                <a16:creationId xmlns:a16="http://schemas.microsoft.com/office/drawing/2014/main" id="{846D6553-4013-414E-A5E8-675D0011ED76}"/>
              </a:ext>
            </a:extLst>
          </p:cNvPr>
          <p:cNvSpPr>
            <a:spLocks xmlns:a="http://schemas.openxmlformats.org/drawingml/2006/main" noGrp="1"/>
          </p:cNvSpPr>
          <p:nvPr/>
        </p:nvSpPr>
        <p:spPr>
          <a:xfrm xmlns:a="http://schemas.openxmlformats.org/drawingml/2006/main">
            <a:off x="381000" y="1447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a:t>
            </a:r>
            <a:r>
              <a:rPr sz="2250" b="0" i="1">
                <a:solidFill>
                  <a:srgbClr val="1E2E38"/>
                </a:solidFill>
                <a:latin typeface="Times New Roman"/>
                <a:ea typeface="Times New Roman"/>
                <a:cs typeface="Times New Roman"/>
              </a:rPr>
              <a:t>TRI</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J</a:t>
            </a:r>
          </a:p>
        </p:txBody>
      </p:sp>
      <p:sp>
        <p:nvSpPr>
          <p:cNvPr id="23" name="e0-S-bar">
            <a:extLst xmlns:a="http://schemas.openxmlformats.org/drawingml/2006/main">
              <a:ext uri="{FF2B5EF4-FFF2-40B4-BE49-F238E27FC236}">
                <a16:creationId xmlns:a16="http://schemas.microsoft.com/office/drawing/2014/main" id="{5B1AC085-365E-4DE7-B313-0DD154657490}"/>
              </a:ext>
            </a:extLst>
          </p:cNvPr>
          <p:cNvSpPr>
            <a:spLocks xmlns:a="http://schemas.openxmlformats.org/drawingml/2006/main" noGrp="1"/>
          </p:cNvSpPr>
          <p:nvPr/>
        </p:nvSpPr>
        <p:spPr>
          <a:xfrm xmlns:a="http://schemas.openxmlformats.org/drawingml/2006/main">
            <a:off x="5741078" y="1471613"/>
            <a:ext cx="159408"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24" name="e0-S-ci">
            <a:extLst xmlns:a="http://schemas.openxmlformats.org/drawingml/2006/main">
              <a:ext uri="{FF2B5EF4-FFF2-40B4-BE49-F238E27FC236}">
                <a16:creationId xmlns:a16="http://schemas.microsoft.com/office/drawing/2014/main" id="{020B43E4-538D-4686-97BC-2D057E537E51}"/>
              </a:ext>
            </a:extLst>
          </p:cNvPr>
          <p:cNvSpPr>
            <a:spLocks xmlns:a="http://schemas.openxmlformats.org/drawingml/2006/main" noGrp="1"/>
          </p:cNvSpPr>
          <p:nvPr/>
        </p:nvSpPr>
        <p:spPr>
          <a:xfrm xmlns:a="http://schemas.openxmlformats.org/drawingml/2006/main" rot="0">
            <a:off x="5211635" y="1533525"/>
            <a:ext cx="1029090"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5" name="e0-S-cil">
            <a:extLst xmlns:a="http://schemas.openxmlformats.org/drawingml/2006/main">
              <a:ext uri="{FF2B5EF4-FFF2-40B4-BE49-F238E27FC236}">
                <a16:creationId xmlns:a16="http://schemas.microsoft.com/office/drawing/2014/main" id="{5DB6342F-26EB-4D7D-B62E-45A9C1080544}"/>
              </a:ext>
            </a:extLst>
          </p:cNvPr>
          <p:cNvSpPr>
            <a:spLocks xmlns:a="http://schemas.openxmlformats.org/drawingml/2006/main" noGrp="1"/>
          </p:cNvSpPr>
          <p:nvPr/>
        </p:nvSpPr>
        <p:spPr>
          <a:xfrm xmlns:a="http://schemas.openxmlformats.org/drawingml/2006/main" rot="0">
            <a:off x="5211635" y="14716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6" name="e0-S-cih">
            <a:extLst xmlns:a="http://schemas.openxmlformats.org/drawingml/2006/main">
              <a:ext uri="{FF2B5EF4-FFF2-40B4-BE49-F238E27FC236}">
                <a16:creationId xmlns:a16="http://schemas.microsoft.com/office/drawing/2014/main" id="{2CD7FB98-7207-4085-9025-0F46C63856C5}"/>
              </a:ext>
            </a:extLst>
          </p:cNvPr>
          <p:cNvSpPr>
            <a:spLocks xmlns:a="http://schemas.openxmlformats.org/drawingml/2006/main" noGrp="1"/>
          </p:cNvSpPr>
          <p:nvPr/>
        </p:nvSpPr>
        <p:spPr>
          <a:xfrm xmlns:a="http://schemas.openxmlformats.org/drawingml/2006/main" rot="0">
            <a:off x="6240725" y="14716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7" name="e0-S-mark">
            <a:extLst xmlns:a="http://schemas.openxmlformats.org/drawingml/2006/main">
              <a:ext uri="{FF2B5EF4-FFF2-40B4-BE49-F238E27FC236}">
                <a16:creationId xmlns:a16="http://schemas.microsoft.com/office/drawing/2014/main" id="{B65A80A8-B030-4731-9F9A-0AAC614009FD}"/>
              </a:ext>
            </a:extLst>
          </p:cNvPr>
          <p:cNvSpPr>
            <a:spLocks xmlns:a="http://schemas.openxmlformats.org/drawingml/2006/main" noGrp="1"/>
          </p:cNvSpPr>
          <p:nvPr/>
        </p:nvSpPr>
        <p:spPr>
          <a:xfrm xmlns:a="http://schemas.openxmlformats.org/drawingml/2006/main" rot="0">
            <a:off x="5741078" y="14430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28" name="e0-D-bar">
            <a:extLst xmlns:a="http://schemas.openxmlformats.org/drawingml/2006/main">
              <a:ext uri="{FF2B5EF4-FFF2-40B4-BE49-F238E27FC236}">
                <a16:creationId xmlns:a16="http://schemas.microsoft.com/office/drawing/2014/main" id="{52874567-AA76-4B18-97A5-D8BADA0D0C97}"/>
              </a:ext>
            </a:extLst>
          </p:cNvPr>
          <p:cNvSpPr>
            <a:spLocks xmlns:a="http://schemas.openxmlformats.org/drawingml/2006/main" noGrp="1"/>
          </p:cNvSpPr>
          <p:nvPr/>
        </p:nvSpPr>
        <p:spPr>
          <a:xfrm xmlns:a="http://schemas.openxmlformats.org/drawingml/2006/main">
            <a:off x="5900487" y="1643063"/>
            <a:ext cx="3120044"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29" name="e0-D-ci">
            <a:extLst xmlns:a="http://schemas.openxmlformats.org/drawingml/2006/main">
              <a:ext uri="{FF2B5EF4-FFF2-40B4-BE49-F238E27FC236}">
                <a16:creationId xmlns:a16="http://schemas.microsoft.com/office/drawing/2014/main" id="{CA729AE7-F607-4FED-8374-CD26B29B751C}"/>
              </a:ext>
            </a:extLst>
          </p:cNvPr>
          <p:cNvSpPr>
            <a:spLocks xmlns:a="http://schemas.openxmlformats.org/drawingml/2006/main" noGrp="1"/>
          </p:cNvSpPr>
          <p:nvPr/>
        </p:nvSpPr>
        <p:spPr>
          <a:xfrm xmlns:a="http://schemas.openxmlformats.org/drawingml/2006/main" rot="0">
            <a:off x="8415376" y="1704975"/>
            <a:ext cx="1248364"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30" name="e0-D-cil">
            <a:extLst xmlns:a="http://schemas.openxmlformats.org/drawingml/2006/main">
              <a:ext uri="{FF2B5EF4-FFF2-40B4-BE49-F238E27FC236}">
                <a16:creationId xmlns:a16="http://schemas.microsoft.com/office/drawing/2014/main" id="{CCF718A1-355D-459E-AA8D-D1D0CE6A90F0}"/>
              </a:ext>
            </a:extLst>
          </p:cNvPr>
          <p:cNvSpPr>
            <a:spLocks xmlns:a="http://schemas.openxmlformats.org/drawingml/2006/main" noGrp="1"/>
          </p:cNvSpPr>
          <p:nvPr/>
        </p:nvSpPr>
        <p:spPr>
          <a:xfrm xmlns:a="http://schemas.openxmlformats.org/drawingml/2006/main" rot="0">
            <a:off x="8415376" y="16430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31" name="e0-D-cih">
            <a:extLst xmlns:a="http://schemas.openxmlformats.org/drawingml/2006/main">
              <a:ext uri="{FF2B5EF4-FFF2-40B4-BE49-F238E27FC236}">
                <a16:creationId xmlns:a16="http://schemas.microsoft.com/office/drawing/2014/main" id="{A026AC27-B957-43DF-B564-4E927EBF34F2}"/>
              </a:ext>
            </a:extLst>
          </p:cNvPr>
          <p:cNvSpPr>
            <a:spLocks xmlns:a="http://schemas.openxmlformats.org/drawingml/2006/main" noGrp="1"/>
          </p:cNvSpPr>
          <p:nvPr/>
        </p:nvSpPr>
        <p:spPr>
          <a:xfrm xmlns:a="http://schemas.openxmlformats.org/drawingml/2006/main" rot="0">
            <a:off x="9663739" y="16430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32" name="e0-D-mark">
            <a:extLst xmlns:a="http://schemas.openxmlformats.org/drawingml/2006/main">
              <a:ext uri="{FF2B5EF4-FFF2-40B4-BE49-F238E27FC236}">
                <a16:creationId xmlns:a16="http://schemas.microsoft.com/office/drawing/2014/main" id="{3E842989-7D7C-4CB2-B61C-77141AB284B1}"/>
              </a:ext>
            </a:extLst>
          </p:cNvPr>
          <p:cNvSpPr>
            <a:spLocks xmlns:a="http://schemas.openxmlformats.org/drawingml/2006/main" noGrp="1"/>
          </p:cNvSpPr>
          <p:nvPr/>
        </p:nvSpPr>
        <p:spPr>
          <a:xfrm xmlns:a="http://schemas.openxmlformats.org/drawingml/2006/main" rot="0">
            <a:off x="9020531" y="16144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33" name="e1-label">
            <a:extLst xmlns:a="http://schemas.openxmlformats.org/drawingml/2006/main">
              <a:ext uri="{FF2B5EF4-FFF2-40B4-BE49-F238E27FC236}">
                <a16:creationId xmlns:a16="http://schemas.microsoft.com/office/drawing/2014/main" id="{FD4AEF98-277E-46E9-A8DE-F17ACA50F5F3}"/>
              </a:ext>
            </a:extLst>
          </p:cNvPr>
          <p:cNvSpPr>
            <a:spLocks xmlns:a="http://schemas.openxmlformats.org/drawingml/2006/main" noGrp="1"/>
          </p:cNvSpPr>
          <p:nvPr/>
        </p:nvSpPr>
        <p:spPr>
          <a:xfrm xmlns:a="http://schemas.openxmlformats.org/drawingml/2006/main">
            <a:off x="381000" y="1790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a:t>
            </a:r>
            <a:r>
              <a:rPr sz="2250" b="0" i="1">
                <a:solidFill>
                  <a:srgbClr val="1E2E38"/>
                </a:solidFill>
                <a:latin typeface="Times New Roman"/>
                <a:ea typeface="Times New Roman"/>
                <a:cs typeface="Times New Roman"/>
              </a:rPr>
              <a:t>TRI</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L</a:t>
            </a:r>
          </a:p>
        </p:txBody>
      </p:sp>
      <p:sp>
        <p:nvSpPr>
          <p:cNvPr id="34" name="e1-S-bar">
            <a:extLst xmlns:a="http://schemas.openxmlformats.org/drawingml/2006/main">
              <a:ext uri="{FF2B5EF4-FFF2-40B4-BE49-F238E27FC236}">
                <a16:creationId xmlns:a16="http://schemas.microsoft.com/office/drawing/2014/main" id="{A1958C2E-9A6E-49EF-BAEE-7B08B36E4687}"/>
              </a:ext>
            </a:extLst>
          </p:cNvPr>
          <p:cNvSpPr>
            <a:spLocks xmlns:a="http://schemas.openxmlformats.org/drawingml/2006/main" noGrp="1"/>
          </p:cNvSpPr>
          <p:nvPr/>
        </p:nvSpPr>
        <p:spPr>
          <a:xfrm xmlns:a="http://schemas.openxmlformats.org/drawingml/2006/main">
            <a:off x="5900487" y="1814513"/>
            <a:ext cx="390235"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35" name="e1-S-ci">
            <a:extLst xmlns:a="http://schemas.openxmlformats.org/drawingml/2006/main">
              <a:ext uri="{FF2B5EF4-FFF2-40B4-BE49-F238E27FC236}">
                <a16:creationId xmlns:a16="http://schemas.microsoft.com/office/drawing/2014/main" id="{EBDF6D80-1A9C-4D72-80F1-60FC0292AABF}"/>
              </a:ext>
            </a:extLst>
          </p:cNvPr>
          <p:cNvSpPr>
            <a:spLocks xmlns:a="http://schemas.openxmlformats.org/drawingml/2006/main" noGrp="1"/>
          </p:cNvSpPr>
          <p:nvPr/>
        </p:nvSpPr>
        <p:spPr>
          <a:xfrm xmlns:a="http://schemas.openxmlformats.org/drawingml/2006/main" rot="0">
            <a:off x="5835178" y="1876425"/>
            <a:ext cx="890982"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36" name="e1-S-cil">
            <a:extLst xmlns:a="http://schemas.openxmlformats.org/drawingml/2006/main">
              <a:ext uri="{FF2B5EF4-FFF2-40B4-BE49-F238E27FC236}">
                <a16:creationId xmlns:a16="http://schemas.microsoft.com/office/drawing/2014/main" id="{68F3C3AE-8CA7-44ED-9B7C-9E131CB0D2D6}"/>
              </a:ext>
            </a:extLst>
          </p:cNvPr>
          <p:cNvSpPr>
            <a:spLocks xmlns:a="http://schemas.openxmlformats.org/drawingml/2006/main" noGrp="1"/>
          </p:cNvSpPr>
          <p:nvPr/>
        </p:nvSpPr>
        <p:spPr>
          <a:xfrm xmlns:a="http://schemas.openxmlformats.org/drawingml/2006/main" rot="0">
            <a:off x="5835178" y="18145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37" name="e1-S-cih">
            <a:extLst xmlns:a="http://schemas.openxmlformats.org/drawingml/2006/main">
              <a:ext uri="{FF2B5EF4-FFF2-40B4-BE49-F238E27FC236}">
                <a16:creationId xmlns:a16="http://schemas.microsoft.com/office/drawing/2014/main" id="{6E44E6AD-357F-4E0A-8909-5C912851323F}"/>
              </a:ext>
            </a:extLst>
          </p:cNvPr>
          <p:cNvSpPr>
            <a:spLocks xmlns:a="http://schemas.openxmlformats.org/drawingml/2006/main" noGrp="1"/>
          </p:cNvSpPr>
          <p:nvPr/>
        </p:nvSpPr>
        <p:spPr>
          <a:xfrm xmlns:a="http://schemas.openxmlformats.org/drawingml/2006/main" rot="0">
            <a:off x="6726160" y="18145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38" name="e1-S-mark">
            <a:extLst xmlns:a="http://schemas.openxmlformats.org/drawingml/2006/main">
              <a:ext uri="{FF2B5EF4-FFF2-40B4-BE49-F238E27FC236}">
                <a16:creationId xmlns:a16="http://schemas.microsoft.com/office/drawing/2014/main" id="{0D13E958-81C2-49FE-BA49-94A6ED126CBF}"/>
              </a:ext>
            </a:extLst>
          </p:cNvPr>
          <p:cNvSpPr>
            <a:spLocks xmlns:a="http://schemas.openxmlformats.org/drawingml/2006/main" noGrp="1"/>
          </p:cNvSpPr>
          <p:nvPr/>
        </p:nvSpPr>
        <p:spPr>
          <a:xfrm xmlns:a="http://schemas.openxmlformats.org/drawingml/2006/main" rot="0">
            <a:off x="6290722" y="17859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39" name="e1-D-bar">
            <a:extLst xmlns:a="http://schemas.openxmlformats.org/drawingml/2006/main">
              <a:ext uri="{FF2B5EF4-FFF2-40B4-BE49-F238E27FC236}">
                <a16:creationId xmlns:a16="http://schemas.microsoft.com/office/drawing/2014/main" id="{FC1C6432-5267-47EB-B0A8-4E7382637B09}"/>
              </a:ext>
            </a:extLst>
          </p:cNvPr>
          <p:cNvSpPr>
            <a:spLocks xmlns:a="http://schemas.openxmlformats.org/drawingml/2006/main" noGrp="1"/>
          </p:cNvSpPr>
          <p:nvPr/>
        </p:nvSpPr>
        <p:spPr>
          <a:xfrm xmlns:a="http://schemas.openxmlformats.org/drawingml/2006/main">
            <a:off x="5900487" y="1985963"/>
            <a:ext cx="3813166"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40" name="e1-D-ci">
            <a:extLst xmlns:a="http://schemas.openxmlformats.org/drawingml/2006/main">
              <a:ext uri="{FF2B5EF4-FFF2-40B4-BE49-F238E27FC236}">
                <a16:creationId xmlns:a16="http://schemas.microsoft.com/office/drawing/2014/main" id="{3C312919-1AA8-4EA3-8CC1-2FBD8C1D6F5B}"/>
              </a:ext>
            </a:extLst>
          </p:cNvPr>
          <p:cNvSpPr>
            <a:spLocks xmlns:a="http://schemas.openxmlformats.org/drawingml/2006/main" noGrp="1"/>
          </p:cNvSpPr>
          <p:nvPr/>
        </p:nvSpPr>
        <p:spPr>
          <a:xfrm xmlns:a="http://schemas.openxmlformats.org/drawingml/2006/main" rot="0">
            <a:off x="9027181" y="2047875"/>
            <a:ext cx="1580018"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41" name="e1-D-cil">
            <a:extLst xmlns:a="http://schemas.openxmlformats.org/drawingml/2006/main">
              <a:ext uri="{FF2B5EF4-FFF2-40B4-BE49-F238E27FC236}">
                <a16:creationId xmlns:a16="http://schemas.microsoft.com/office/drawing/2014/main" id="{FFE6746D-24C6-49BF-8512-4D0862CBB0ED}"/>
              </a:ext>
            </a:extLst>
          </p:cNvPr>
          <p:cNvSpPr>
            <a:spLocks xmlns:a="http://schemas.openxmlformats.org/drawingml/2006/main" noGrp="1"/>
          </p:cNvSpPr>
          <p:nvPr/>
        </p:nvSpPr>
        <p:spPr>
          <a:xfrm xmlns:a="http://schemas.openxmlformats.org/drawingml/2006/main" rot="0">
            <a:off x="9027181" y="19859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42" name="e1-D-cih">
            <a:extLst xmlns:a="http://schemas.openxmlformats.org/drawingml/2006/main">
              <a:ext uri="{FF2B5EF4-FFF2-40B4-BE49-F238E27FC236}">
                <a16:creationId xmlns:a16="http://schemas.microsoft.com/office/drawing/2014/main" id="{E8DFB2E4-6F7E-41CC-842E-4697FAD405A9}"/>
              </a:ext>
            </a:extLst>
          </p:cNvPr>
          <p:cNvSpPr>
            <a:spLocks xmlns:a="http://schemas.openxmlformats.org/drawingml/2006/main" noGrp="1"/>
          </p:cNvSpPr>
          <p:nvPr/>
        </p:nvSpPr>
        <p:spPr>
          <a:xfrm xmlns:a="http://schemas.openxmlformats.org/drawingml/2006/main" rot="0">
            <a:off x="10607199" y="19859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43" name="e1-D-mark">
            <a:extLst xmlns:a="http://schemas.openxmlformats.org/drawingml/2006/main">
              <a:ext uri="{FF2B5EF4-FFF2-40B4-BE49-F238E27FC236}">
                <a16:creationId xmlns:a16="http://schemas.microsoft.com/office/drawing/2014/main" id="{7952515B-01E0-473C-AE84-454926F4037B}"/>
              </a:ext>
            </a:extLst>
          </p:cNvPr>
          <p:cNvSpPr>
            <a:spLocks xmlns:a="http://schemas.openxmlformats.org/drawingml/2006/main" noGrp="1"/>
          </p:cNvSpPr>
          <p:nvPr/>
        </p:nvSpPr>
        <p:spPr>
          <a:xfrm xmlns:a="http://schemas.openxmlformats.org/drawingml/2006/main" rot="0">
            <a:off x="9713653" y="19573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44" name="e2-label">
            <a:extLst xmlns:a="http://schemas.openxmlformats.org/drawingml/2006/main">
              <a:ext uri="{FF2B5EF4-FFF2-40B4-BE49-F238E27FC236}">
                <a16:creationId xmlns:a16="http://schemas.microsoft.com/office/drawing/2014/main" id="{BCE245F5-2A88-4F9D-8554-428CF4CC99F3}"/>
              </a:ext>
            </a:extLst>
          </p:cNvPr>
          <p:cNvSpPr>
            <a:spLocks xmlns:a="http://schemas.openxmlformats.org/drawingml/2006/main" noGrp="1"/>
          </p:cNvSpPr>
          <p:nvPr/>
        </p:nvSpPr>
        <p:spPr>
          <a:xfrm xmlns:a="http://schemas.openxmlformats.org/drawingml/2006/main">
            <a:off x="381000" y="2133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a:t>
            </a:r>
            <a:r>
              <a:rPr sz="2250" b="0" i="1">
                <a:solidFill>
                  <a:srgbClr val="1E2E38"/>
                </a:solidFill>
                <a:latin typeface="Times New Roman"/>
                <a:ea typeface="Times New Roman"/>
                <a:cs typeface="Times New Roman"/>
              </a:rPr>
              <a:t>BAL</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J</a:t>
            </a:r>
          </a:p>
        </p:txBody>
      </p:sp>
      <p:sp>
        <p:nvSpPr>
          <p:cNvPr id="45" name="e2-S-bar">
            <a:extLst xmlns:a="http://schemas.openxmlformats.org/drawingml/2006/main">
              <a:ext uri="{FF2B5EF4-FFF2-40B4-BE49-F238E27FC236}">
                <a16:creationId xmlns:a16="http://schemas.microsoft.com/office/drawing/2014/main" id="{63908AB2-C2C1-443A-A612-7DB361E891BE}"/>
              </a:ext>
            </a:extLst>
          </p:cNvPr>
          <p:cNvSpPr>
            <a:spLocks xmlns:a="http://schemas.openxmlformats.org/drawingml/2006/main" noGrp="1"/>
          </p:cNvSpPr>
          <p:nvPr/>
        </p:nvSpPr>
        <p:spPr>
          <a:xfrm xmlns:a="http://schemas.openxmlformats.org/drawingml/2006/main">
            <a:off x="5537310" y="2157413"/>
            <a:ext cx="363177"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46" name="e2-S-ci">
            <a:extLst xmlns:a="http://schemas.openxmlformats.org/drawingml/2006/main">
              <a:ext uri="{FF2B5EF4-FFF2-40B4-BE49-F238E27FC236}">
                <a16:creationId xmlns:a16="http://schemas.microsoft.com/office/drawing/2014/main" id="{7335893B-5564-426D-BED3-CA0C2EC3C3E2}"/>
              </a:ext>
            </a:extLst>
          </p:cNvPr>
          <p:cNvSpPr>
            <a:spLocks xmlns:a="http://schemas.openxmlformats.org/drawingml/2006/main" noGrp="1"/>
          </p:cNvSpPr>
          <p:nvPr/>
        </p:nvSpPr>
        <p:spPr>
          <a:xfrm xmlns:a="http://schemas.openxmlformats.org/drawingml/2006/main" rot="0">
            <a:off x="5092842" y="2219325"/>
            <a:ext cx="895243"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47" name="e2-S-cil">
            <a:extLst xmlns:a="http://schemas.openxmlformats.org/drawingml/2006/main">
              <a:ext uri="{FF2B5EF4-FFF2-40B4-BE49-F238E27FC236}">
                <a16:creationId xmlns:a16="http://schemas.microsoft.com/office/drawing/2014/main" id="{E9E97A3C-02FB-440E-B4F9-4B044BB81200}"/>
              </a:ext>
            </a:extLst>
          </p:cNvPr>
          <p:cNvSpPr>
            <a:spLocks xmlns:a="http://schemas.openxmlformats.org/drawingml/2006/main" noGrp="1"/>
          </p:cNvSpPr>
          <p:nvPr/>
        </p:nvSpPr>
        <p:spPr>
          <a:xfrm xmlns:a="http://schemas.openxmlformats.org/drawingml/2006/main" rot="0">
            <a:off x="5092842" y="21574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48" name="e2-S-cih">
            <a:extLst xmlns:a="http://schemas.openxmlformats.org/drawingml/2006/main">
              <a:ext uri="{FF2B5EF4-FFF2-40B4-BE49-F238E27FC236}">
                <a16:creationId xmlns:a16="http://schemas.microsoft.com/office/drawing/2014/main" id="{1616D910-02D8-4CC7-A2D6-3B51F00031AC}"/>
              </a:ext>
            </a:extLst>
          </p:cNvPr>
          <p:cNvSpPr>
            <a:spLocks xmlns:a="http://schemas.openxmlformats.org/drawingml/2006/main" noGrp="1"/>
          </p:cNvSpPr>
          <p:nvPr/>
        </p:nvSpPr>
        <p:spPr>
          <a:xfrm xmlns:a="http://schemas.openxmlformats.org/drawingml/2006/main" rot="0">
            <a:off x="5988084" y="21574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49" name="e2-S-mark">
            <a:extLst xmlns:a="http://schemas.openxmlformats.org/drawingml/2006/main">
              <a:ext uri="{FF2B5EF4-FFF2-40B4-BE49-F238E27FC236}">
                <a16:creationId xmlns:a16="http://schemas.microsoft.com/office/drawing/2014/main" id="{B7A07B65-9DB6-4682-AA45-CB8A958EE72B}"/>
              </a:ext>
            </a:extLst>
          </p:cNvPr>
          <p:cNvSpPr>
            <a:spLocks xmlns:a="http://schemas.openxmlformats.org/drawingml/2006/main" noGrp="1"/>
          </p:cNvSpPr>
          <p:nvPr/>
        </p:nvSpPr>
        <p:spPr>
          <a:xfrm xmlns:a="http://schemas.openxmlformats.org/drawingml/2006/main" rot="0">
            <a:off x="5537310" y="21288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50" name="e2-D-bar">
            <a:extLst xmlns:a="http://schemas.openxmlformats.org/drawingml/2006/main">
              <a:ext uri="{FF2B5EF4-FFF2-40B4-BE49-F238E27FC236}">
                <a16:creationId xmlns:a16="http://schemas.microsoft.com/office/drawing/2014/main" id="{1A421186-218D-426A-A57C-BE3EFF28E242}"/>
              </a:ext>
            </a:extLst>
          </p:cNvPr>
          <p:cNvSpPr>
            <a:spLocks xmlns:a="http://schemas.openxmlformats.org/drawingml/2006/main" noGrp="1"/>
          </p:cNvSpPr>
          <p:nvPr/>
        </p:nvSpPr>
        <p:spPr>
          <a:xfrm xmlns:a="http://schemas.openxmlformats.org/drawingml/2006/main">
            <a:off x="5900487" y="2328863"/>
            <a:ext cx="2240757"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51" name="e2-D-ci">
            <a:extLst xmlns:a="http://schemas.openxmlformats.org/drawingml/2006/main">
              <a:ext uri="{FF2B5EF4-FFF2-40B4-BE49-F238E27FC236}">
                <a16:creationId xmlns:a16="http://schemas.microsoft.com/office/drawing/2014/main" id="{FA0844EB-315F-49FA-9F71-DC9ED1D9505D}"/>
              </a:ext>
            </a:extLst>
          </p:cNvPr>
          <p:cNvSpPr>
            <a:spLocks xmlns:a="http://schemas.openxmlformats.org/drawingml/2006/main" noGrp="1"/>
          </p:cNvSpPr>
          <p:nvPr/>
        </p:nvSpPr>
        <p:spPr>
          <a:xfrm xmlns:a="http://schemas.openxmlformats.org/drawingml/2006/main" rot="0">
            <a:off x="7601181" y="2390775"/>
            <a:ext cx="1101096"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52" name="e2-D-cil">
            <a:extLst xmlns:a="http://schemas.openxmlformats.org/drawingml/2006/main">
              <a:ext uri="{FF2B5EF4-FFF2-40B4-BE49-F238E27FC236}">
                <a16:creationId xmlns:a16="http://schemas.microsoft.com/office/drawing/2014/main" id="{11FF5746-BC61-4569-97B4-22C1D8C046ED}"/>
              </a:ext>
            </a:extLst>
          </p:cNvPr>
          <p:cNvSpPr>
            <a:spLocks xmlns:a="http://schemas.openxmlformats.org/drawingml/2006/main" noGrp="1"/>
          </p:cNvSpPr>
          <p:nvPr/>
        </p:nvSpPr>
        <p:spPr>
          <a:xfrm xmlns:a="http://schemas.openxmlformats.org/drawingml/2006/main" rot="0">
            <a:off x="7601181" y="23288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53" name="e2-D-cih">
            <a:extLst xmlns:a="http://schemas.openxmlformats.org/drawingml/2006/main">
              <a:ext uri="{FF2B5EF4-FFF2-40B4-BE49-F238E27FC236}">
                <a16:creationId xmlns:a16="http://schemas.microsoft.com/office/drawing/2014/main" id="{CDBEE2AB-0EC3-429C-B922-8D482C5E623B}"/>
              </a:ext>
            </a:extLst>
          </p:cNvPr>
          <p:cNvSpPr>
            <a:spLocks xmlns:a="http://schemas.openxmlformats.org/drawingml/2006/main" noGrp="1"/>
          </p:cNvSpPr>
          <p:nvPr/>
        </p:nvSpPr>
        <p:spPr>
          <a:xfrm xmlns:a="http://schemas.openxmlformats.org/drawingml/2006/main" rot="0">
            <a:off x="8702277" y="23288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54" name="e2-D-mark">
            <a:extLst xmlns:a="http://schemas.openxmlformats.org/drawingml/2006/main">
              <a:ext uri="{FF2B5EF4-FFF2-40B4-BE49-F238E27FC236}">
                <a16:creationId xmlns:a16="http://schemas.microsoft.com/office/drawing/2014/main" id="{73EEAFE8-AD56-4F8E-9DBB-7C489C85E93D}"/>
              </a:ext>
            </a:extLst>
          </p:cNvPr>
          <p:cNvSpPr>
            <a:spLocks xmlns:a="http://schemas.openxmlformats.org/drawingml/2006/main" noGrp="1"/>
          </p:cNvSpPr>
          <p:nvPr/>
        </p:nvSpPr>
        <p:spPr>
          <a:xfrm xmlns:a="http://schemas.openxmlformats.org/drawingml/2006/main" rot="0">
            <a:off x="8141244" y="23002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55" name="e3-label">
            <a:extLst xmlns:a="http://schemas.openxmlformats.org/drawingml/2006/main">
              <a:ext uri="{FF2B5EF4-FFF2-40B4-BE49-F238E27FC236}">
                <a16:creationId xmlns:a16="http://schemas.microsoft.com/office/drawing/2014/main" id="{57105853-343F-46EE-A9C2-AE15E9B5CF6A}"/>
              </a:ext>
            </a:extLst>
          </p:cNvPr>
          <p:cNvSpPr>
            <a:spLocks xmlns:a="http://schemas.openxmlformats.org/drawingml/2006/main" noGrp="1"/>
          </p:cNvSpPr>
          <p:nvPr/>
        </p:nvSpPr>
        <p:spPr>
          <a:xfrm xmlns:a="http://schemas.openxmlformats.org/drawingml/2006/main">
            <a:off x="381000" y="2476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a:t>
            </a:r>
            <a:r>
              <a:rPr sz="2250" b="0" i="1">
                <a:solidFill>
                  <a:srgbClr val="1E2E38"/>
                </a:solidFill>
                <a:latin typeface="Times New Roman"/>
                <a:ea typeface="Times New Roman"/>
                <a:cs typeface="Times New Roman"/>
              </a:rPr>
              <a:t>BAL</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L</a:t>
            </a:r>
          </a:p>
        </p:txBody>
      </p:sp>
      <p:sp>
        <p:nvSpPr>
          <p:cNvPr id="56" name="e3-S-bar">
            <a:extLst xmlns:a="http://schemas.openxmlformats.org/drawingml/2006/main">
              <a:ext uri="{FF2B5EF4-FFF2-40B4-BE49-F238E27FC236}">
                <a16:creationId xmlns:a16="http://schemas.microsoft.com/office/drawing/2014/main" id="{8BCAE1A7-E537-4C2F-A66B-11B4FC213E72}"/>
              </a:ext>
            </a:extLst>
          </p:cNvPr>
          <p:cNvSpPr>
            <a:spLocks xmlns:a="http://schemas.openxmlformats.org/drawingml/2006/main" noGrp="1"/>
          </p:cNvSpPr>
          <p:nvPr/>
        </p:nvSpPr>
        <p:spPr>
          <a:xfrm xmlns:a="http://schemas.openxmlformats.org/drawingml/2006/main">
            <a:off x="5900487" y="2500313"/>
            <a:ext cx="60725"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57" name="e3-S-ci">
            <a:extLst xmlns:a="http://schemas.openxmlformats.org/drawingml/2006/main">
              <a:ext uri="{FF2B5EF4-FFF2-40B4-BE49-F238E27FC236}">
                <a16:creationId xmlns:a16="http://schemas.microsoft.com/office/drawing/2014/main" id="{BB7A2094-D58C-41CA-80A8-AD12AE82CC05}"/>
              </a:ext>
            </a:extLst>
          </p:cNvPr>
          <p:cNvSpPr>
            <a:spLocks xmlns:a="http://schemas.openxmlformats.org/drawingml/2006/main" noGrp="1"/>
          </p:cNvSpPr>
          <p:nvPr/>
        </p:nvSpPr>
        <p:spPr>
          <a:xfrm xmlns:a="http://schemas.openxmlformats.org/drawingml/2006/main" rot="0">
            <a:off x="5591721" y="2562225"/>
            <a:ext cx="812927"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58" name="e3-S-cil">
            <a:extLst xmlns:a="http://schemas.openxmlformats.org/drawingml/2006/main">
              <a:ext uri="{FF2B5EF4-FFF2-40B4-BE49-F238E27FC236}">
                <a16:creationId xmlns:a16="http://schemas.microsoft.com/office/drawing/2014/main" id="{5309957F-62DB-4C91-AAEB-9415CDDC465F}"/>
              </a:ext>
            </a:extLst>
          </p:cNvPr>
          <p:cNvSpPr>
            <a:spLocks xmlns:a="http://schemas.openxmlformats.org/drawingml/2006/main" noGrp="1"/>
          </p:cNvSpPr>
          <p:nvPr/>
        </p:nvSpPr>
        <p:spPr>
          <a:xfrm xmlns:a="http://schemas.openxmlformats.org/drawingml/2006/main" rot="0">
            <a:off x="5591721" y="25003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59" name="e3-S-cih">
            <a:extLst xmlns:a="http://schemas.openxmlformats.org/drawingml/2006/main">
              <a:ext uri="{FF2B5EF4-FFF2-40B4-BE49-F238E27FC236}">
                <a16:creationId xmlns:a16="http://schemas.microsoft.com/office/drawing/2014/main" id="{ADAEB1A5-3CD4-4F87-BC22-1532156BC83D}"/>
              </a:ext>
            </a:extLst>
          </p:cNvPr>
          <p:cNvSpPr>
            <a:spLocks xmlns:a="http://schemas.openxmlformats.org/drawingml/2006/main" noGrp="1"/>
          </p:cNvSpPr>
          <p:nvPr/>
        </p:nvSpPr>
        <p:spPr>
          <a:xfrm xmlns:a="http://schemas.openxmlformats.org/drawingml/2006/main" rot="0">
            <a:off x="6404648" y="25003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60" name="e3-S-mark">
            <a:extLst xmlns:a="http://schemas.openxmlformats.org/drawingml/2006/main">
              <a:ext uri="{FF2B5EF4-FFF2-40B4-BE49-F238E27FC236}">
                <a16:creationId xmlns:a16="http://schemas.microsoft.com/office/drawing/2014/main" id="{4391FF60-5DFE-4570-81A1-FF7908599B07}"/>
              </a:ext>
            </a:extLst>
          </p:cNvPr>
          <p:cNvSpPr>
            <a:spLocks xmlns:a="http://schemas.openxmlformats.org/drawingml/2006/main" noGrp="1"/>
          </p:cNvSpPr>
          <p:nvPr/>
        </p:nvSpPr>
        <p:spPr>
          <a:xfrm xmlns:a="http://schemas.openxmlformats.org/drawingml/2006/main" rot="0">
            <a:off x="5961212" y="24717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61" name="e3-D-bar">
            <a:extLst xmlns:a="http://schemas.openxmlformats.org/drawingml/2006/main">
              <a:ext uri="{FF2B5EF4-FFF2-40B4-BE49-F238E27FC236}">
                <a16:creationId xmlns:a16="http://schemas.microsoft.com/office/drawing/2014/main" id="{8FFDD7A9-4BCC-44EC-B282-C35968B6ACCF}"/>
              </a:ext>
            </a:extLst>
          </p:cNvPr>
          <p:cNvSpPr>
            <a:spLocks xmlns:a="http://schemas.openxmlformats.org/drawingml/2006/main" noGrp="1"/>
          </p:cNvSpPr>
          <p:nvPr/>
        </p:nvSpPr>
        <p:spPr>
          <a:xfrm xmlns:a="http://schemas.openxmlformats.org/drawingml/2006/main">
            <a:off x="5900487" y="2671763"/>
            <a:ext cx="2688107"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62" name="e3-D-ci">
            <a:extLst xmlns:a="http://schemas.openxmlformats.org/drawingml/2006/main">
              <a:ext uri="{FF2B5EF4-FFF2-40B4-BE49-F238E27FC236}">
                <a16:creationId xmlns:a16="http://schemas.microsoft.com/office/drawing/2014/main" id="{73B465C9-95A8-44BC-BF54-B0DA0A0B7842}"/>
              </a:ext>
            </a:extLst>
          </p:cNvPr>
          <p:cNvSpPr>
            <a:spLocks xmlns:a="http://schemas.openxmlformats.org/drawingml/2006/main" noGrp="1"/>
          </p:cNvSpPr>
          <p:nvPr/>
        </p:nvSpPr>
        <p:spPr>
          <a:xfrm xmlns:a="http://schemas.openxmlformats.org/drawingml/2006/main" rot="0">
            <a:off x="8003870" y="2733675"/>
            <a:ext cx="1338067"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63" name="e3-D-cil">
            <a:extLst xmlns:a="http://schemas.openxmlformats.org/drawingml/2006/main">
              <a:ext uri="{FF2B5EF4-FFF2-40B4-BE49-F238E27FC236}">
                <a16:creationId xmlns:a16="http://schemas.microsoft.com/office/drawing/2014/main" id="{1A5869FF-41C1-422A-A794-092B0A6280D9}"/>
              </a:ext>
            </a:extLst>
          </p:cNvPr>
          <p:cNvSpPr>
            <a:spLocks xmlns:a="http://schemas.openxmlformats.org/drawingml/2006/main" noGrp="1"/>
          </p:cNvSpPr>
          <p:nvPr/>
        </p:nvSpPr>
        <p:spPr>
          <a:xfrm xmlns:a="http://schemas.openxmlformats.org/drawingml/2006/main" rot="0">
            <a:off x="8003870" y="26717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64" name="e3-D-cih">
            <a:extLst xmlns:a="http://schemas.openxmlformats.org/drawingml/2006/main">
              <a:ext uri="{FF2B5EF4-FFF2-40B4-BE49-F238E27FC236}">
                <a16:creationId xmlns:a16="http://schemas.microsoft.com/office/drawing/2014/main" id="{1F5E9329-D532-413B-A85B-07183F1FC08A}"/>
              </a:ext>
            </a:extLst>
          </p:cNvPr>
          <p:cNvSpPr>
            <a:spLocks xmlns:a="http://schemas.openxmlformats.org/drawingml/2006/main" noGrp="1"/>
          </p:cNvSpPr>
          <p:nvPr/>
        </p:nvSpPr>
        <p:spPr>
          <a:xfrm xmlns:a="http://schemas.openxmlformats.org/drawingml/2006/main" rot="0">
            <a:off x="9341938" y="26717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65" name="e3-D-mark">
            <a:extLst xmlns:a="http://schemas.openxmlformats.org/drawingml/2006/main">
              <a:ext uri="{FF2B5EF4-FFF2-40B4-BE49-F238E27FC236}">
                <a16:creationId xmlns:a16="http://schemas.microsoft.com/office/drawing/2014/main" id="{DB503674-3005-4944-8E1D-22D8DDBC45D2}"/>
              </a:ext>
            </a:extLst>
          </p:cNvPr>
          <p:cNvSpPr>
            <a:spLocks xmlns:a="http://schemas.openxmlformats.org/drawingml/2006/main" noGrp="1"/>
          </p:cNvSpPr>
          <p:nvPr/>
        </p:nvSpPr>
        <p:spPr>
          <a:xfrm xmlns:a="http://schemas.openxmlformats.org/drawingml/2006/main" rot="0">
            <a:off x="8588594" y="26431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66" name="e4-label">
            <a:extLst xmlns:a="http://schemas.openxmlformats.org/drawingml/2006/main">
              <a:ext uri="{FF2B5EF4-FFF2-40B4-BE49-F238E27FC236}">
                <a16:creationId xmlns:a16="http://schemas.microsoft.com/office/drawing/2014/main" id="{0C29C5F5-E6D8-4D05-9C00-D9626FEDE885}"/>
              </a:ext>
            </a:extLst>
          </p:cNvPr>
          <p:cNvSpPr>
            <a:spLocks xmlns:a="http://schemas.openxmlformats.org/drawingml/2006/main" noGrp="1"/>
          </p:cNvSpPr>
          <p:nvPr/>
        </p:nvSpPr>
        <p:spPr>
          <a:xfrm xmlns:a="http://schemas.openxmlformats.org/drawingml/2006/main">
            <a:off x="381000" y="2819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a:t>
            </a:r>
            <a:r>
              <a:rPr sz="2250" b="0" i="1">
                <a:solidFill>
                  <a:srgbClr val="1E2E38"/>
                </a:solidFill>
                <a:latin typeface="Times New Roman"/>
                <a:ea typeface="Times New Roman"/>
                <a:cs typeface="Times New Roman"/>
              </a:rPr>
              <a:t>TRI</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J</a:t>
            </a:r>
          </a:p>
        </p:txBody>
      </p:sp>
      <p:sp>
        <p:nvSpPr>
          <p:cNvPr id="67" name="e4-S-bar">
            <a:extLst xmlns:a="http://schemas.openxmlformats.org/drawingml/2006/main">
              <a:ext uri="{FF2B5EF4-FFF2-40B4-BE49-F238E27FC236}">
                <a16:creationId xmlns:a16="http://schemas.microsoft.com/office/drawing/2014/main" id="{736ECFF1-C2DF-49FA-A42A-E8CDCC8B3A86}"/>
              </a:ext>
            </a:extLst>
          </p:cNvPr>
          <p:cNvSpPr>
            <a:spLocks xmlns:a="http://schemas.openxmlformats.org/drawingml/2006/main" noGrp="1"/>
          </p:cNvSpPr>
          <p:nvPr/>
        </p:nvSpPr>
        <p:spPr>
          <a:xfrm xmlns:a="http://schemas.openxmlformats.org/drawingml/2006/main">
            <a:off x="5900487" y="2843213"/>
            <a:ext cx="1105343"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68" name="e4-S-ci">
            <a:extLst xmlns:a="http://schemas.openxmlformats.org/drawingml/2006/main">
              <a:ext uri="{FF2B5EF4-FFF2-40B4-BE49-F238E27FC236}">
                <a16:creationId xmlns:a16="http://schemas.microsoft.com/office/drawing/2014/main" id="{BE059735-53BA-4B48-A7E0-00354554CA94}"/>
              </a:ext>
            </a:extLst>
          </p:cNvPr>
          <p:cNvSpPr>
            <a:spLocks xmlns:a="http://schemas.openxmlformats.org/drawingml/2006/main" noGrp="1"/>
          </p:cNvSpPr>
          <p:nvPr/>
        </p:nvSpPr>
        <p:spPr>
          <a:xfrm xmlns:a="http://schemas.openxmlformats.org/drawingml/2006/main" rot="0">
            <a:off x="6353736" y="2905125"/>
            <a:ext cx="1301469"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69" name="e4-S-cil">
            <a:extLst xmlns:a="http://schemas.openxmlformats.org/drawingml/2006/main">
              <a:ext uri="{FF2B5EF4-FFF2-40B4-BE49-F238E27FC236}">
                <a16:creationId xmlns:a16="http://schemas.microsoft.com/office/drawing/2014/main" id="{0D852E50-FC01-4938-9A2F-52C98AEE6D61}"/>
              </a:ext>
            </a:extLst>
          </p:cNvPr>
          <p:cNvSpPr>
            <a:spLocks xmlns:a="http://schemas.openxmlformats.org/drawingml/2006/main" noGrp="1"/>
          </p:cNvSpPr>
          <p:nvPr/>
        </p:nvSpPr>
        <p:spPr>
          <a:xfrm xmlns:a="http://schemas.openxmlformats.org/drawingml/2006/main" rot="0">
            <a:off x="6353736" y="28432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70" name="e4-S-cih">
            <a:extLst xmlns:a="http://schemas.openxmlformats.org/drawingml/2006/main">
              <a:ext uri="{FF2B5EF4-FFF2-40B4-BE49-F238E27FC236}">
                <a16:creationId xmlns:a16="http://schemas.microsoft.com/office/drawing/2014/main" id="{A86D69F3-B7CE-4BA1-8D0A-33DA8C286319}"/>
              </a:ext>
            </a:extLst>
          </p:cNvPr>
          <p:cNvSpPr>
            <a:spLocks xmlns:a="http://schemas.openxmlformats.org/drawingml/2006/main" noGrp="1"/>
          </p:cNvSpPr>
          <p:nvPr/>
        </p:nvSpPr>
        <p:spPr>
          <a:xfrm xmlns:a="http://schemas.openxmlformats.org/drawingml/2006/main" rot="0">
            <a:off x="7655205" y="28432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71" name="e4-S-mark">
            <a:extLst xmlns:a="http://schemas.openxmlformats.org/drawingml/2006/main">
              <a:ext uri="{FF2B5EF4-FFF2-40B4-BE49-F238E27FC236}">
                <a16:creationId xmlns:a16="http://schemas.microsoft.com/office/drawing/2014/main" id="{12F89E91-9211-4131-9A2A-EC6E237DBD47}"/>
              </a:ext>
            </a:extLst>
          </p:cNvPr>
          <p:cNvSpPr>
            <a:spLocks xmlns:a="http://schemas.openxmlformats.org/drawingml/2006/main" noGrp="1"/>
          </p:cNvSpPr>
          <p:nvPr/>
        </p:nvSpPr>
        <p:spPr>
          <a:xfrm xmlns:a="http://schemas.openxmlformats.org/drawingml/2006/main" rot="0">
            <a:off x="7005830" y="28146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72" name="e4-D-bar">
            <a:extLst xmlns:a="http://schemas.openxmlformats.org/drawingml/2006/main">
              <a:ext uri="{FF2B5EF4-FFF2-40B4-BE49-F238E27FC236}">
                <a16:creationId xmlns:a16="http://schemas.microsoft.com/office/drawing/2014/main" id="{FE72441E-EE05-4A56-AB81-017A175401D3}"/>
              </a:ext>
            </a:extLst>
          </p:cNvPr>
          <p:cNvSpPr>
            <a:spLocks xmlns:a="http://schemas.openxmlformats.org/drawingml/2006/main" noGrp="1"/>
          </p:cNvSpPr>
          <p:nvPr/>
        </p:nvSpPr>
        <p:spPr>
          <a:xfrm xmlns:a="http://schemas.openxmlformats.org/drawingml/2006/main">
            <a:off x="5900487" y="3014663"/>
            <a:ext cx="1402513"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73" name="e4-D-ci">
            <a:extLst xmlns:a="http://schemas.openxmlformats.org/drawingml/2006/main">
              <a:ext uri="{FF2B5EF4-FFF2-40B4-BE49-F238E27FC236}">
                <a16:creationId xmlns:a16="http://schemas.microsoft.com/office/drawing/2014/main" id="{0FC003F7-5324-48C1-9D3D-E62A9076A2E7}"/>
              </a:ext>
            </a:extLst>
          </p:cNvPr>
          <p:cNvSpPr>
            <a:spLocks xmlns:a="http://schemas.openxmlformats.org/drawingml/2006/main" noGrp="1"/>
          </p:cNvSpPr>
          <p:nvPr/>
        </p:nvSpPr>
        <p:spPr>
          <a:xfrm xmlns:a="http://schemas.openxmlformats.org/drawingml/2006/main" rot="0">
            <a:off x="6381650" y="3076575"/>
            <a:ext cx="1721498"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74" name="e4-D-cil">
            <a:extLst xmlns:a="http://schemas.openxmlformats.org/drawingml/2006/main">
              <a:ext uri="{FF2B5EF4-FFF2-40B4-BE49-F238E27FC236}">
                <a16:creationId xmlns:a16="http://schemas.microsoft.com/office/drawing/2014/main" id="{5B5B43D8-0A01-42BC-88A4-D3B48E470BBE}"/>
              </a:ext>
            </a:extLst>
          </p:cNvPr>
          <p:cNvSpPr>
            <a:spLocks xmlns:a="http://schemas.openxmlformats.org/drawingml/2006/main" noGrp="1"/>
          </p:cNvSpPr>
          <p:nvPr/>
        </p:nvSpPr>
        <p:spPr>
          <a:xfrm xmlns:a="http://schemas.openxmlformats.org/drawingml/2006/main" rot="0">
            <a:off x="6381650" y="30146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75" name="e4-D-cih">
            <a:extLst xmlns:a="http://schemas.openxmlformats.org/drawingml/2006/main">
              <a:ext uri="{FF2B5EF4-FFF2-40B4-BE49-F238E27FC236}">
                <a16:creationId xmlns:a16="http://schemas.microsoft.com/office/drawing/2014/main" id="{2E094CA3-CB4B-42D9-B9AC-F2736B5740CB}"/>
              </a:ext>
            </a:extLst>
          </p:cNvPr>
          <p:cNvSpPr>
            <a:spLocks xmlns:a="http://schemas.openxmlformats.org/drawingml/2006/main" noGrp="1"/>
          </p:cNvSpPr>
          <p:nvPr/>
        </p:nvSpPr>
        <p:spPr>
          <a:xfrm xmlns:a="http://schemas.openxmlformats.org/drawingml/2006/main" rot="0">
            <a:off x="8103148" y="30146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76" name="e4-D-mark">
            <a:extLst xmlns:a="http://schemas.openxmlformats.org/drawingml/2006/main">
              <a:ext uri="{FF2B5EF4-FFF2-40B4-BE49-F238E27FC236}">
                <a16:creationId xmlns:a16="http://schemas.microsoft.com/office/drawing/2014/main" id="{FABFEE97-32AB-4E30-AD1C-83108D755DAF}"/>
              </a:ext>
            </a:extLst>
          </p:cNvPr>
          <p:cNvSpPr>
            <a:spLocks xmlns:a="http://schemas.openxmlformats.org/drawingml/2006/main" noGrp="1"/>
          </p:cNvSpPr>
          <p:nvPr/>
        </p:nvSpPr>
        <p:spPr>
          <a:xfrm xmlns:a="http://schemas.openxmlformats.org/drawingml/2006/main" rot="0">
            <a:off x="7303000" y="29860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77" name="e5-label">
            <a:extLst xmlns:a="http://schemas.openxmlformats.org/drawingml/2006/main">
              <a:ext uri="{FF2B5EF4-FFF2-40B4-BE49-F238E27FC236}">
                <a16:creationId xmlns:a16="http://schemas.microsoft.com/office/drawing/2014/main" id="{18A4C203-D4A7-47ED-A599-77251E0CE025}"/>
              </a:ext>
            </a:extLst>
          </p:cNvPr>
          <p:cNvSpPr>
            <a:spLocks xmlns:a="http://schemas.openxmlformats.org/drawingml/2006/main" noGrp="1"/>
          </p:cNvSpPr>
          <p:nvPr/>
        </p:nvSpPr>
        <p:spPr>
          <a:xfrm xmlns:a="http://schemas.openxmlformats.org/drawingml/2006/main">
            <a:off x="381000" y="3162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a:t>
            </a:r>
            <a:r>
              <a:rPr sz="2250" b="0" i="1">
                <a:solidFill>
                  <a:srgbClr val="1E2E38"/>
                </a:solidFill>
                <a:latin typeface="Times New Roman"/>
                <a:ea typeface="Times New Roman"/>
                <a:cs typeface="Times New Roman"/>
              </a:rPr>
              <a:t>TRI</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L</a:t>
            </a:r>
          </a:p>
        </p:txBody>
      </p:sp>
      <p:sp>
        <p:nvSpPr>
          <p:cNvPr id="78" name="e5-S-bar">
            <a:extLst xmlns:a="http://schemas.openxmlformats.org/drawingml/2006/main">
              <a:ext uri="{FF2B5EF4-FFF2-40B4-BE49-F238E27FC236}">
                <a16:creationId xmlns:a16="http://schemas.microsoft.com/office/drawing/2014/main" id="{3E493BA1-1088-4F76-BEC8-F88D74E29A6B}"/>
              </a:ext>
            </a:extLst>
          </p:cNvPr>
          <p:cNvSpPr>
            <a:spLocks xmlns:a="http://schemas.openxmlformats.org/drawingml/2006/main" noGrp="1"/>
          </p:cNvSpPr>
          <p:nvPr/>
        </p:nvSpPr>
        <p:spPr>
          <a:xfrm xmlns:a="http://schemas.openxmlformats.org/drawingml/2006/main">
            <a:off x="5900487" y="3186113"/>
            <a:ext cx="1070017"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79" name="e5-S-ci">
            <a:extLst xmlns:a="http://schemas.openxmlformats.org/drawingml/2006/main">
              <a:ext uri="{FF2B5EF4-FFF2-40B4-BE49-F238E27FC236}">
                <a16:creationId xmlns:a16="http://schemas.microsoft.com/office/drawing/2014/main" id="{05C3D355-61B7-403F-9B86-80A3ACC9065B}"/>
              </a:ext>
            </a:extLst>
          </p:cNvPr>
          <p:cNvSpPr>
            <a:spLocks xmlns:a="http://schemas.openxmlformats.org/drawingml/2006/main" noGrp="1"/>
          </p:cNvSpPr>
          <p:nvPr/>
        </p:nvSpPr>
        <p:spPr>
          <a:xfrm xmlns:a="http://schemas.openxmlformats.org/drawingml/2006/main" rot="0">
            <a:off x="6317242" y="3248025"/>
            <a:ext cx="1359133"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80" name="e5-S-cil">
            <a:extLst xmlns:a="http://schemas.openxmlformats.org/drawingml/2006/main">
              <a:ext uri="{FF2B5EF4-FFF2-40B4-BE49-F238E27FC236}">
                <a16:creationId xmlns:a16="http://schemas.microsoft.com/office/drawing/2014/main" id="{72F49EA8-9BEA-4592-8393-B21A66FF7942}"/>
              </a:ext>
            </a:extLst>
          </p:cNvPr>
          <p:cNvSpPr>
            <a:spLocks xmlns:a="http://schemas.openxmlformats.org/drawingml/2006/main" noGrp="1"/>
          </p:cNvSpPr>
          <p:nvPr/>
        </p:nvSpPr>
        <p:spPr>
          <a:xfrm xmlns:a="http://schemas.openxmlformats.org/drawingml/2006/main" rot="0">
            <a:off x="6317242" y="31861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81" name="e5-S-cih">
            <a:extLst xmlns:a="http://schemas.openxmlformats.org/drawingml/2006/main">
              <a:ext uri="{FF2B5EF4-FFF2-40B4-BE49-F238E27FC236}">
                <a16:creationId xmlns:a16="http://schemas.microsoft.com/office/drawing/2014/main" id="{FEF63C60-23C8-4000-8A82-FF7AB19137C3}"/>
              </a:ext>
            </a:extLst>
          </p:cNvPr>
          <p:cNvSpPr>
            <a:spLocks xmlns:a="http://schemas.openxmlformats.org/drawingml/2006/main" noGrp="1"/>
          </p:cNvSpPr>
          <p:nvPr/>
        </p:nvSpPr>
        <p:spPr>
          <a:xfrm xmlns:a="http://schemas.openxmlformats.org/drawingml/2006/main" rot="0">
            <a:off x="7676375" y="31861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82" name="e5-S-mark">
            <a:extLst xmlns:a="http://schemas.openxmlformats.org/drawingml/2006/main">
              <a:ext uri="{FF2B5EF4-FFF2-40B4-BE49-F238E27FC236}">
                <a16:creationId xmlns:a16="http://schemas.microsoft.com/office/drawing/2014/main" id="{57F834F6-D552-453E-9631-797DC06408D1}"/>
              </a:ext>
            </a:extLst>
          </p:cNvPr>
          <p:cNvSpPr>
            <a:spLocks xmlns:a="http://schemas.openxmlformats.org/drawingml/2006/main" noGrp="1"/>
          </p:cNvSpPr>
          <p:nvPr/>
        </p:nvSpPr>
        <p:spPr>
          <a:xfrm xmlns:a="http://schemas.openxmlformats.org/drawingml/2006/main" rot="0">
            <a:off x="6970504" y="31575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83" name="e5-D-bar">
            <a:extLst xmlns:a="http://schemas.openxmlformats.org/drawingml/2006/main">
              <a:ext uri="{FF2B5EF4-FFF2-40B4-BE49-F238E27FC236}">
                <a16:creationId xmlns:a16="http://schemas.microsoft.com/office/drawing/2014/main" id="{D0446B35-101E-41CB-97AB-A2171BA99C35}"/>
              </a:ext>
            </a:extLst>
          </p:cNvPr>
          <p:cNvSpPr>
            <a:spLocks xmlns:a="http://schemas.openxmlformats.org/drawingml/2006/main" noGrp="1"/>
          </p:cNvSpPr>
          <p:nvPr/>
        </p:nvSpPr>
        <p:spPr>
          <a:xfrm xmlns:a="http://schemas.openxmlformats.org/drawingml/2006/main">
            <a:off x="5900487" y="3357563"/>
            <a:ext cx="1845242"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84" name="e5-D-ci">
            <a:extLst xmlns:a="http://schemas.openxmlformats.org/drawingml/2006/main">
              <a:ext uri="{FF2B5EF4-FFF2-40B4-BE49-F238E27FC236}">
                <a16:creationId xmlns:a16="http://schemas.microsoft.com/office/drawing/2014/main" id="{6062EE14-BB63-4237-87AE-76D726DEE624}"/>
              </a:ext>
            </a:extLst>
          </p:cNvPr>
          <p:cNvSpPr>
            <a:spLocks xmlns:a="http://schemas.openxmlformats.org/drawingml/2006/main" noGrp="1"/>
          </p:cNvSpPr>
          <p:nvPr/>
        </p:nvSpPr>
        <p:spPr>
          <a:xfrm xmlns:a="http://schemas.openxmlformats.org/drawingml/2006/main" rot="0">
            <a:off x="6788557" y="3419475"/>
            <a:ext cx="1839029"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85" name="e5-D-cil">
            <a:extLst xmlns:a="http://schemas.openxmlformats.org/drawingml/2006/main">
              <a:ext uri="{FF2B5EF4-FFF2-40B4-BE49-F238E27FC236}">
                <a16:creationId xmlns:a16="http://schemas.microsoft.com/office/drawing/2014/main" id="{A8486269-AB41-42D2-B700-7E7F44A9546F}"/>
              </a:ext>
            </a:extLst>
          </p:cNvPr>
          <p:cNvSpPr>
            <a:spLocks xmlns:a="http://schemas.openxmlformats.org/drawingml/2006/main" noGrp="1"/>
          </p:cNvSpPr>
          <p:nvPr/>
        </p:nvSpPr>
        <p:spPr>
          <a:xfrm xmlns:a="http://schemas.openxmlformats.org/drawingml/2006/main" rot="0">
            <a:off x="6788557" y="33575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86" name="e5-D-cih">
            <a:extLst xmlns:a="http://schemas.openxmlformats.org/drawingml/2006/main">
              <a:ext uri="{FF2B5EF4-FFF2-40B4-BE49-F238E27FC236}">
                <a16:creationId xmlns:a16="http://schemas.microsoft.com/office/drawing/2014/main" id="{E0A53650-2951-4D1B-88F6-DC04CC6715A2}"/>
              </a:ext>
            </a:extLst>
          </p:cNvPr>
          <p:cNvSpPr>
            <a:spLocks xmlns:a="http://schemas.openxmlformats.org/drawingml/2006/main" noGrp="1"/>
          </p:cNvSpPr>
          <p:nvPr/>
        </p:nvSpPr>
        <p:spPr>
          <a:xfrm xmlns:a="http://schemas.openxmlformats.org/drawingml/2006/main" rot="0">
            <a:off x="8627586" y="33575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87" name="e5-D-mark">
            <a:extLst xmlns:a="http://schemas.openxmlformats.org/drawingml/2006/main">
              <a:ext uri="{FF2B5EF4-FFF2-40B4-BE49-F238E27FC236}">
                <a16:creationId xmlns:a16="http://schemas.microsoft.com/office/drawing/2014/main" id="{A04347EC-A489-4D80-85E6-EA51AD546288}"/>
              </a:ext>
            </a:extLst>
          </p:cNvPr>
          <p:cNvSpPr>
            <a:spLocks xmlns:a="http://schemas.openxmlformats.org/drawingml/2006/main" noGrp="1"/>
          </p:cNvSpPr>
          <p:nvPr/>
        </p:nvSpPr>
        <p:spPr>
          <a:xfrm xmlns:a="http://schemas.openxmlformats.org/drawingml/2006/main" rot="0">
            <a:off x="7745728" y="33289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88" name="e6-label">
            <a:extLst xmlns:a="http://schemas.openxmlformats.org/drawingml/2006/main">
              <a:ext uri="{FF2B5EF4-FFF2-40B4-BE49-F238E27FC236}">
                <a16:creationId xmlns:a16="http://schemas.microsoft.com/office/drawing/2014/main" id="{0F456033-8B42-420A-ACB6-5CC5C02492A6}"/>
              </a:ext>
            </a:extLst>
          </p:cNvPr>
          <p:cNvSpPr>
            <a:spLocks xmlns:a="http://schemas.openxmlformats.org/drawingml/2006/main" noGrp="1"/>
          </p:cNvSpPr>
          <p:nvPr/>
        </p:nvSpPr>
        <p:spPr>
          <a:xfrm xmlns:a="http://schemas.openxmlformats.org/drawingml/2006/main">
            <a:off x="381000" y="3505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a:t>
            </a:r>
            <a:r>
              <a:rPr sz="2250" b="0" i="1">
                <a:solidFill>
                  <a:srgbClr val="1E2E38"/>
                </a:solidFill>
                <a:latin typeface="Times New Roman"/>
                <a:ea typeface="Times New Roman"/>
                <a:cs typeface="Times New Roman"/>
              </a:rPr>
              <a:t>BAL</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J</a:t>
            </a:r>
          </a:p>
        </p:txBody>
      </p:sp>
      <p:sp>
        <p:nvSpPr>
          <p:cNvPr id="89" name="e6-S-bar">
            <a:extLst xmlns:a="http://schemas.openxmlformats.org/drawingml/2006/main">
              <a:ext uri="{FF2B5EF4-FFF2-40B4-BE49-F238E27FC236}">
                <a16:creationId xmlns:a16="http://schemas.microsoft.com/office/drawing/2014/main" id="{0111432D-5423-4821-80A3-DA7E8C875477}"/>
              </a:ext>
            </a:extLst>
          </p:cNvPr>
          <p:cNvSpPr>
            <a:spLocks xmlns:a="http://schemas.openxmlformats.org/drawingml/2006/main" noGrp="1"/>
          </p:cNvSpPr>
          <p:nvPr/>
        </p:nvSpPr>
        <p:spPr>
          <a:xfrm xmlns:a="http://schemas.openxmlformats.org/drawingml/2006/main">
            <a:off x="5900487" y="3529013"/>
            <a:ext cx="693035"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90" name="e6-S-ci">
            <a:extLst xmlns:a="http://schemas.openxmlformats.org/drawingml/2006/main">
              <a:ext uri="{FF2B5EF4-FFF2-40B4-BE49-F238E27FC236}">
                <a16:creationId xmlns:a16="http://schemas.microsoft.com/office/drawing/2014/main" id="{2F4544D8-2D15-49FA-AC33-4DB5B0D4C8D9}"/>
              </a:ext>
            </a:extLst>
          </p:cNvPr>
          <p:cNvSpPr>
            <a:spLocks xmlns:a="http://schemas.openxmlformats.org/drawingml/2006/main" noGrp="1"/>
          </p:cNvSpPr>
          <p:nvPr/>
        </p:nvSpPr>
        <p:spPr>
          <a:xfrm xmlns:a="http://schemas.openxmlformats.org/drawingml/2006/main" rot="0">
            <a:off x="6026245" y="3590925"/>
            <a:ext cx="1157910"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91" name="e6-S-cil">
            <a:extLst xmlns:a="http://schemas.openxmlformats.org/drawingml/2006/main">
              <a:ext uri="{FF2B5EF4-FFF2-40B4-BE49-F238E27FC236}">
                <a16:creationId xmlns:a16="http://schemas.microsoft.com/office/drawing/2014/main" id="{4FC5F979-2920-4D44-A9BC-A45C178E5F19}"/>
              </a:ext>
            </a:extLst>
          </p:cNvPr>
          <p:cNvSpPr>
            <a:spLocks xmlns:a="http://schemas.openxmlformats.org/drawingml/2006/main" noGrp="1"/>
          </p:cNvSpPr>
          <p:nvPr/>
        </p:nvSpPr>
        <p:spPr>
          <a:xfrm xmlns:a="http://schemas.openxmlformats.org/drawingml/2006/main" rot="0">
            <a:off x="6026245" y="35290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92" name="e6-S-cih">
            <a:extLst xmlns:a="http://schemas.openxmlformats.org/drawingml/2006/main">
              <a:ext uri="{FF2B5EF4-FFF2-40B4-BE49-F238E27FC236}">
                <a16:creationId xmlns:a16="http://schemas.microsoft.com/office/drawing/2014/main" id="{BF8425C1-2977-42A7-9F76-1F5973521743}"/>
              </a:ext>
            </a:extLst>
          </p:cNvPr>
          <p:cNvSpPr>
            <a:spLocks xmlns:a="http://schemas.openxmlformats.org/drawingml/2006/main" noGrp="1"/>
          </p:cNvSpPr>
          <p:nvPr/>
        </p:nvSpPr>
        <p:spPr>
          <a:xfrm xmlns:a="http://schemas.openxmlformats.org/drawingml/2006/main" rot="0">
            <a:off x="7184154" y="35290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93" name="e6-S-mark">
            <a:extLst xmlns:a="http://schemas.openxmlformats.org/drawingml/2006/main">
              <a:ext uri="{FF2B5EF4-FFF2-40B4-BE49-F238E27FC236}">
                <a16:creationId xmlns:a16="http://schemas.microsoft.com/office/drawing/2014/main" id="{2C52C6A1-6E48-4BD8-875F-44F6B6AAC0CA}"/>
              </a:ext>
            </a:extLst>
          </p:cNvPr>
          <p:cNvSpPr>
            <a:spLocks xmlns:a="http://schemas.openxmlformats.org/drawingml/2006/main" noGrp="1"/>
          </p:cNvSpPr>
          <p:nvPr/>
        </p:nvSpPr>
        <p:spPr>
          <a:xfrm xmlns:a="http://schemas.openxmlformats.org/drawingml/2006/main" rot="0">
            <a:off x="6593522" y="35004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94" name="e6-D-bar">
            <a:extLst xmlns:a="http://schemas.openxmlformats.org/drawingml/2006/main">
              <a:ext uri="{FF2B5EF4-FFF2-40B4-BE49-F238E27FC236}">
                <a16:creationId xmlns:a16="http://schemas.microsoft.com/office/drawing/2014/main" id="{EFF69D79-59AC-41C5-BA08-7F75AED1D409}"/>
              </a:ext>
            </a:extLst>
          </p:cNvPr>
          <p:cNvSpPr>
            <a:spLocks xmlns:a="http://schemas.openxmlformats.org/drawingml/2006/main" noGrp="1"/>
          </p:cNvSpPr>
          <p:nvPr/>
        </p:nvSpPr>
        <p:spPr>
          <a:xfrm xmlns:a="http://schemas.openxmlformats.org/drawingml/2006/main">
            <a:off x="5900487" y="3700463"/>
            <a:ext cx="298039"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95" name="e6-D-ci">
            <a:extLst xmlns:a="http://schemas.openxmlformats.org/drawingml/2006/main">
              <a:ext uri="{FF2B5EF4-FFF2-40B4-BE49-F238E27FC236}">
                <a16:creationId xmlns:a16="http://schemas.microsoft.com/office/drawing/2014/main" id="{ABA416E2-34F8-4584-8110-56AD8134861D}"/>
              </a:ext>
            </a:extLst>
          </p:cNvPr>
          <p:cNvSpPr>
            <a:spLocks xmlns:a="http://schemas.openxmlformats.org/drawingml/2006/main" noGrp="1"/>
          </p:cNvSpPr>
          <p:nvPr/>
        </p:nvSpPr>
        <p:spPr>
          <a:xfrm xmlns:a="http://schemas.openxmlformats.org/drawingml/2006/main" rot="0">
            <a:off x="5163457" y="3762375"/>
            <a:ext cx="1829463"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96" name="e6-D-cil">
            <a:extLst xmlns:a="http://schemas.openxmlformats.org/drawingml/2006/main">
              <a:ext uri="{FF2B5EF4-FFF2-40B4-BE49-F238E27FC236}">
                <a16:creationId xmlns:a16="http://schemas.microsoft.com/office/drawing/2014/main" id="{CA3A7510-4F23-475A-8F03-72A996C1CFBE}"/>
              </a:ext>
            </a:extLst>
          </p:cNvPr>
          <p:cNvSpPr>
            <a:spLocks xmlns:a="http://schemas.openxmlformats.org/drawingml/2006/main" noGrp="1"/>
          </p:cNvSpPr>
          <p:nvPr/>
        </p:nvSpPr>
        <p:spPr>
          <a:xfrm xmlns:a="http://schemas.openxmlformats.org/drawingml/2006/main" rot="0">
            <a:off x="5163457" y="37004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97" name="e6-D-cih">
            <a:extLst xmlns:a="http://schemas.openxmlformats.org/drawingml/2006/main">
              <a:ext uri="{FF2B5EF4-FFF2-40B4-BE49-F238E27FC236}">
                <a16:creationId xmlns:a16="http://schemas.microsoft.com/office/drawing/2014/main" id="{E4CFE477-60FB-4317-8939-D40E2666492A}"/>
              </a:ext>
            </a:extLst>
          </p:cNvPr>
          <p:cNvSpPr>
            <a:spLocks xmlns:a="http://schemas.openxmlformats.org/drawingml/2006/main" noGrp="1"/>
          </p:cNvSpPr>
          <p:nvPr/>
        </p:nvSpPr>
        <p:spPr>
          <a:xfrm xmlns:a="http://schemas.openxmlformats.org/drawingml/2006/main" rot="0">
            <a:off x="6992920" y="37004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98" name="e6-D-mark">
            <a:extLst xmlns:a="http://schemas.openxmlformats.org/drawingml/2006/main">
              <a:ext uri="{FF2B5EF4-FFF2-40B4-BE49-F238E27FC236}">
                <a16:creationId xmlns:a16="http://schemas.microsoft.com/office/drawing/2014/main" id="{78E81B99-F406-4A45-9E88-B57BEC009A42}"/>
              </a:ext>
            </a:extLst>
          </p:cNvPr>
          <p:cNvSpPr>
            <a:spLocks xmlns:a="http://schemas.openxmlformats.org/drawingml/2006/main" noGrp="1"/>
          </p:cNvSpPr>
          <p:nvPr/>
        </p:nvSpPr>
        <p:spPr>
          <a:xfrm xmlns:a="http://schemas.openxmlformats.org/drawingml/2006/main" rot="0">
            <a:off x="6198526" y="36718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99" name="e7-label">
            <a:extLst xmlns:a="http://schemas.openxmlformats.org/drawingml/2006/main">
              <a:ext uri="{FF2B5EF4-FFF2-40B4-BE49-F238E27FC236}">
                <a16:creationId xmlns:a16="http://schemas.microsoft.com/office/drawing/2014/main" id="{1D48A8AD-01AF-4967-8E48-5DA5485A8B7B}"/>
              </a:ext>
            </a:extLst>
          </p:cNvPr>
          <p:cNvSpPr>
            <a:spLocks xmlns:a="http://schemas.openxmlformats.org/drawingml/2006/main" noGrp="1"/>
          </p:cNvSpPr>
          <p:nvPr/>
        </p:nvSpPr>
        <p:spPr>
          <a:xfrm xmlns:a="http://schemas.openxmlformats.org/drawingml/2006/main">
            <a:off x="381000" y="3848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a:t>
            </a:r>
            <a:r>
              <a:rPr sz="2250" b="0" i="1">
                <a:solidFill>
                  <a:srgbClr val="1E2E38"/>
                </a:solidFill>
                <a:latin typeface="Times New Roman"/>
                <a:ea typeface="Times New Roman"/>
                <a:cs typeface="Times New Roman"/>
              </a:rPr>
              <a:t>BAL</a:t>
            </a:r>
            <a:r>
              <a:rPr sz="2250" b="0" i="0">
                <a:solidFill>
                  <a:srgbClr val="1E2E38"/>
                </a:solidFill>
                <a:latin typeface="Times New Roman"/>
                <a:ea typeface="Times New Roman"/>
                <a:cs typeface="Times New Roman"/>
              </a:rPr>
              <a:t> </a:t>
            </a:r>
            <a:r>
              <a:rPr sz="2250" b="0" i="1">
                <a:solidFill>
                  <a:srgbClr val="1E2E38"/>
                </a:solidFill>
                <a:latin typeface="Times New Roman"/>
                <a:ea typeface="Times New Roman"/>
                <a:cs typeface="Times New Roman"/>
              </a:rPr>
              <a:t>L</a:t>
            </a:r>
          </a:p>
        </p:txBody>
      </p:sp>
      <p:sp>
        <p:nvSpPr>
          <p:cNvPr id="100" name="e7-S-bar">
            <a:extLst xmlns:a="http://schemas.openxmlformats.org/drawingml/2006/main">
              <a:ext uri="{FF2B5EF4-FFF2-40B4-BE49-F238E27FC236}">
                <a16:creationId xmlns:a16="http://schemas.microsoft.com/office/drawing/2014/main" id="{1210B869-D3E0-488F-8887-108FAD1DF06D}"/>
              </a:ext>
            </a:extLst>
          </p:cNvPr>
          <p:cNvSpPr>
            <a:spLocks xmlns:a="http://schemas.openxmlformats.org/drawingml/2006/main" noGrp="1"/>
          </p:cNvSpPr>
          <p:nvPr/>
        </p:nvSpPr>
        <p:spPr>
          <a:xfrm xmlns:a="http://schemas.openxmlformats.org/drawingml/2006/main">
            <a:off x="5900487" y="3871913"/>
            <a:ext cx="608043" cy="12382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01" name="e7-S-ci">
            <a:extLst xmlns:a="http://schemas.openxmlformats.org/drawingml/2006/main">
              <a:ext uri="{FF2B5EF4-FFF2-40B4-BE49-F238E27FC236}">
                <a16:creationId xmlns:a16="http://schemas.microsoft.com/office/drawing/2014/main" id="{345B6FC8-15C1-4A3D-9DE2-435F2CF1924C}"/>
              </a:ext>
            </a:extLst>
          </p:cNvPr>
          <p:cNvSpPr>
            <a:spLocks xmlns:a="http://schemas.openxmlformats.org/drawingml/2006/main" noGrp="1"/>
          </p:cNvSpPr>
          <p:nvPr/>
        </p:nvSpPr>
        <p:spPr>
          <a:xfrm xmlns:a="http://schemas.openxmlformats.org/drawingml/2006/main" rot="0">
            <a:off x="5941121" y="3933825"/>
            <a:ext cx="1207014"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02" name="e7-S-cil">
            <a:extLst xmlns:a="http://schemas.openxmlformats.org/drawingml/2006/main">
              <a:ext uri="{FF2B5EF4-FFF2-40B4-BE49-F238E27FC236}">
                <a16:creationId xmlns:a16="http://schemas.microsoft.com/office/drawing/2014/main" id="{267A7D1B-2C4D-4702-AE2F-2AFA5D65233B}"/>
              </a:ext>
            </a:extLst>
          </p:cNvPr>
          <p:cNvSpPr>
            <a:spLocks xmlns:a="http://schemas.openxmlformats.org/drawingml/2006/main" noGrp="1"/>
          </p:cNvSpPr>
          <p:nvPr/>
        </p:nvSpPr>
        <p:spPr>
          <a:xfrm xmlns:a="http://schemas.openxmlformats.org/drawingml/2006/main" rot="0">
            <a:off x="5941121" y="38719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03" name="e7-S-cih">
            <a:extLst xmlns:a="http://schemas.openxmlformats.org/drawingml/2006/main">
              <a:ext uri="{FF2B5EF4-FFF2-40B4-BE49-F238E27FC236}">
                <a16:creationId xmlns:a16="http://schemas.microsoft.com/office/drawing/2014/main" id="{0457CAC5-42EB-4FBD-8D5B-3290E340AFD1}"/>
              </a:ext>
            </a:extLst>
          </p:cNvPr>
          <p:cNvSpPr>
            <a:spLocks xmlns:a="http://schemas.openxmlformats.org/drawingml/2006/main" noGrp="1"/>
          </p:cNvSpPr>
          <p:nvPr/>
        </p:nvSpPr>
        <p:spPr>
          <a:xfrm xmlns:a="http://schemas.openxmlformats.org/drawingml/2006/main" rot="0">
            <a:off x="7148135" y="3871913"/>
            <a:ext cx="0" cy="123825"/>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04" name="e7-S-mark">
            <a:extLst xmlns:a="http://schemas.openxmlformats.org/drawingml/2006/main">
              <a:ext uri="{FF2B5EF4-FFF2-40B4-BE49-F238E27FC236}">
                <a16:creationId xmlns:a16="http://schemas.microsoft.com/office/drawing/2014/main" id="{431850C2-AEA4-4546-99ED-F7192081704D}"/>
              </a:ext>
            </a:extLst>
          </p:cNvPr>
          <p:cNvSpPr>
            <a:spLocks xmlns:a="http://schemas.openxmlformats.org/drawingml/2006/main" noGrp="1"/>
          </p:cNvSpPr>
          <p:nvPr/>
        </p:nvSpPr>
        <p:spPr>
          <a:xfrm xmlns:a="http://schemas.openxmlformats.org/drawingml/2006/main" rot="0">
            <a:off x="6508530" y="3843338"/>
            <a:ext cx="0" cy="180975"/>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105" name="e7-D-bar">
            <a:extLst xmlns:a="http://schemas.openxmlformats.org/drawingml/2006/main">
              <a:ext uri="{FF2B5EF4-FFF2-40B4-BE49-F238E27FC236}">
                <a16:creationId xmlns:a16="http://schemas.microsoft.com/office/drawing/2014/main" id="{E5C1566E-16A9-4B9C-8DD1-ACAA0D0D0FF1}"/>
              </a:ext>
            </a:extLst>
          </p:cNvPr>
          <p:cNvSpPr>
            <a:spLocks xmlns:a="http://schemas.openxmlformats.org/drawingml/2006/main" noGrp="1"/>
          </p:cNvSpPr>
          <p:nvPr/>
        </p:nvSpPr>
        <p:spPr>
          <a:xfrm xmlns:a="http://schemas.openxmlformats.org/drawingml/2006/main">
            <a:off x="5900487" y="4043363"/>
            <a:ext cx="654838" cy="123825"/>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106" name="e7-D-ci">
            <a:extLst xmlns:a="http://schemas.openxmlformats.org/drawingml/2006/main">
              <a:ext uri="{FF2B5EF4-FFF2-40B4-BE49-F238E27FC236}">
                <a16:creationId xmlns:a16="http://schemas.microsoft.com/office/drawing/2014/main" id="{1465252E-8221-4CC7-B982-161A93F2CCF3}"/>
              </a:ext>
            </a:extLst>
          </p:cNvPr>
          <p:cNvSpPr>
            <a:spLocks xmlns:a="http://schemas.openxmlformats.org/drawingml/2006/main" noGrp="1"/>
          </p:cNvSpPr>
          <p:nvPr/>
        </p:nvSpPr>
        <p:spPr>
          <a:xfrm xmlns:a="http://schemas.openxmlformats.org/drawingml/2006/main" rot="0">
            <a:off x="5547905" y="4105275"/>
            <a:ext cx="1797006"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07" name="e7-D-cil">
            <a:extLst xmlns:a="http://schemas.openxmlformats.org/drawingml/2006/main">
              <a:ext uri="{FF2B5EF4-FFF2-40B4-BE49-F238E27FC236}">
                <a16:creationId xmlns:a16="http://schemas.microsoft.com/office/drawing/2014/main" id="{F04C97B9-97D1-4C1E-8201-2965A0B0531E}"/>
              </a:ext>
            </a:extLst>
          </p:cNvPr>
          <p:cNvSpPr>
            <a:spLocks xmlns:a="http://schemas.openxmlformats.org/drawingml/2006/main" noGrp="1"/>
          </p:cNvSpPr>
          <p:nvPr/>
        </p:nvSpPr>
        <p:spPr>
          <a:xfrm xmlns:a="http://schemas.openxmlformats.org/drawingml/2006/main" rot="0">
            <a:off x="5547905" y="40433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08" name="e7-D-cih">
            <a:extLst xmlns:a="http://schemas.openxmlformats.org/drawingml/2006/main">
              <a:ext uri="{FF2B5EF4-FFF2-40B4-BE49-F238E27FC236}">
                <a16:creationId xmlns:a16="http://schemas.microsoft.com/office/drawing/2014/main" id="{1D630818-9EBC-4BE6-BAB7-21F8012C2293}"/>
              </a:ext>
            </a:extLst>
          </p:cNvPr>
          <p:cNvSpPr>
            <a:spLocks xmlns:a="http://schemas.openxmlformats.org/drawingml/2006/main" noGrp="1"/>
          </p:cNvSpPr>
          <p:nvPr/>
        </p:nvSpPr>
        <p:spPr>
          <a:xfrm xmlns:a="http://schemas.openxmlformats.org/drawingml/2006/main" rot="0">
            <a:off x="7344911" y="4043363"/>
            <a:ext cx="0" cy="123825"/>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09" name="e7-D-mark">
            <a:extLst xmlns:a="http://schemas.openxmlformats.org/drawingml/2006/main">
              <a:ext uri="{FF2B5EF4-FFF2-40B4-BE49-F238E27FC236}">
                <a16:creationId xmlns:a16="http://schemas.microsoft.com/office/drawing/2014/main" id="{A3FEA72E-428E-4DDA-A148-112237EE7DA2}"/>
              </a:ext>
            </a:extLst>
          </p:cNvPr>
          <p:cNvSpPr>
            <a:spLocks xmlns:a="http://schemas.openxmlformats.org/drawingml/2006/main" noGrp="1"/>
          </p:cNvSpPr>
          <p:nvPr/>
        </p:nvSpPr>
        <p:spPr>
          <a:xfrm xmlns:a="http://schemas.openxmlformats.org/drawingml/2006/main" rot="0">
            <a:off x="6555324" y="4014788"/>
            <a:ext cx="0" cy="180975"/>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110" name="band-b">
            <a:extLst xmlns:a="http://schemas.openxmlformats.org/drawingml/2006/main">
              <a:ext uri="{FF2B5EF4-FFF2-40B4-BE49-F238E27FC236}">
                <a16:creationId xmlns:a16="http://schemas.microsoft.com/office/drawing/2014/main" id="{0B22F068-2FF7-41A7-9B27-789C6064F566}"/>
              </a:ext>
            </a:extLst>
          </p:cNvPr>
          <p:cNvSpPr>
            <a:spLocks xmlns:a="http://schemas.openxmlformats.org/drawingml/2006/main" noGrp="1"/>
          </p:cNvSpPr>
          <p:nvPr/>
        </p:nvSpPr>
        <p:spPr>
          <a:xfrm xmlns:a="http://schemas.openxmlformats.org/drawingml/2006/main">
            <a:off x="152400" y="4381500"/>
            <a:ext cx="11887200" cy="415290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111" name="sec-b-chip">
            <a:extLst xmlns:a="http://schemas.openxmlformats.org/drawingml/2006/main">
              <a:ext uri="{FF2B5EF4-FFF2-40B4-BE49-F238E27FC236}">
                <a16:creationId xmlns:a16="http://schemas.microsoft.com/office/drawing/2014/main" id="{6E2C1484-C039-42B4-AB40-233C5C4B9E95}"/>
              </a:ext>
            </a:extLst>
          </p:cNvPr>
          <p:cNvSpPr>
            <a:spLocks xmlns:a="http://schemas.openxmlformats.org/drawingml/2006/main" noGrp="1"/>
          </p:cNvSpPr>
          <p:nvPr/>
        </p:nvSpPr>
        <p:spPr>
          <a:xfrm xmlns:a="http://schemas.openxmlformats.org/drawingml/2006/main">
            <a:off x="304800" y="44577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112" name="sec-b-chip-text">
            <a:extLst xmlns:a="http://schemas.openxmlformats.org/drawingml/2006/main">
              <a:ext uri="{FF2B5EF4-FFF2-40B4-BE49-F238E27FC236}">
                <a16:creationId xmlns:a16="http://schemas.microsoft.com/office/drawing/2014/main" id="{B9578955-BB4F-4C87-9A07-11D7BCCF6FBD}"/>
              </a:ext>
            </a:extLst>
          </p:cNvPr>
          <p:cNvSpPr>
            <a:spLocks xmlns:a="http://schemas.openxmlformats.org/drawingml/2006/main" noGrp="1"/>
          </p:cNvSpPr>
          <p:nvPr/>
        </p:nvSpPr>
        <p:spPr>
          <a:xfrm xmlns:a="http://schemas.openxmlformats.org/drawingml/2006/main">
            <a:off x="323850" y="44577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113" name="sec-b">
            <a:extLst xmlns:a="http://schemas.openxmlformats.org/drawingml/2006/main">
              <a:ext uri="{FF2B5EF4-FFF2-40B4-BE49-F238E27FC236}">
                <a16:creationId xmlns:a16="http://schemas.microsoft.com/office/drawing/2014/main" id="{AB000AE6-1F67-4010-BFCC-78CA021C00AE}"/>
              </a:ext>
            </a:extLst>
          </p:cNvPr>
          <p:cNvSpPr>
            <a:spLocks xmlns:a="http://schemas.openxmlformats.org/drawingml/2006/main" noGrp="1"/>
          </p:cNvSpPr>
          <p:nvPr/>
        </p:nvSpPr>
        <p:spPr>
          <a:xfrm xmlns:a="http://schemas.openxmlformats.org/drawingml/2006/main">
            <a:off x="838200" y="4419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Direct interaction</a:t>
            </a:r>
          </a:p>
        </p:txBody>
      </p:sp>
      <p:sp>
        <p:nvSpPr>
          <p:cNvPr id="114" name="sec-b-sub">
            <a:extLst xmlns:a="http://schemas.openxmlformats.org/drawingml/2006/main">
              <a:ext uri="{FF2B5EF4-FFF2-40B4-BE49-F238E27FC236}">
                <a16:creationId xmlns:a16="http://schemas.microsoft.com/office/drawing/2014/main" id="{8C26F815-F5CE-4D3D-B456-8E9845238602}"/>
              </a:ext>
            </a:extLst>
          </p:cNvPr>
          <p:cNvSpPr>
            <a:spLocks xmlns:a="http://schemas.openxmlformats.org/drawingml/2006/main" noGrp="1"/>
          </p:cNvSpPr>
          <p:nvPr/>
        </p:nvSpPr>
        <p:spPr>
          <a:xfrm xmlns:a="http://schemas.openxmlformats.org/drawingml/2006/main">
            <a:off x="838200" y="47815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I = E_L − E_J · </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and </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pre-specified; E1, E2, E3 added later and exploratory · MVTec/VisA rows appear once interaction_generalization.csv exists (TODO)</a:t>
            </a:r>
          </a:p>
        </p:txBody>
      </p:sp>
      <p:sp>
        <p:nvSpPr>
          <p:cNvPr id="115" name="i-tick--0.005">
            <a:extLst xmlns:a="http://schemas.openxmlformats.org/drawingml/2006/main">
              <a:ext uri="{FF2B5EF4-FFF2-40B4-BE49-F238E27FC236}">
                <a16:creationId xmlns:a16="http://schemas.microsoft.com/office/drawing/2014/main" id="{9771B129-CA18-408B-8EF2-0322303362E0}"/>
              </a:ext>
            </a:extLst>
          </p:cNvPr>
          <p:cNvSpPr>
            <a:spLocks xmlns:a="http://schemas.openxmlformats.org/drawingml/2006/main" noGrp="1"/>
          </p:cNvSpPr>
          <p:nvPr/>
        </p:nvSpPr>
        <p:spPr>
          <a:xfrm xmlns:a="http://schemas.openxmlformats.org/drawingml/2006/main" rot="0">
            <a:off x="5153025"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16" name="i-lab--0.005">
            <a:extLst xmlns:a="http://schemas.openxmlformats.org/drawingml/2006/main">
              <a:ext uri="{FF2B5EF4-FFF2-40B4-BE49-F238E27FC236}">
                <a16:creationId xmlns:a16="http://schemas.microsoft.com/office/drawing/2014/main" id="{040DAFDF-6734-4A0F-9E48-DE0B866A4E74}"/>
              </a:ext>
            </a:extLst>
          </p:cNvPr>
          <p:cNvSpPr>
            <a:spLocks xmlns:a="http://schemas.openxmlformats.org/drawingml/2006/main" noGrp="1"/>
          </p:cNvSpPr>
          <p:nvPr/>
        </p:nvSpPr>
        <p:spPr>
          <a:xfrm xmlns:a="http://schemas.openxmlformats.org/drawingml/2006/main">
            <a:off x="4657725"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-0.005</a:t>
            </a:r>
          </a:p>
        </p:txBody>
      </p:sp>
      <p:sp>
        <p:nvSpPr>
          <p:cNvPr id="117" name="i-tick-0.000">
            <a:extLst xmlns:a="http://schemas.openxmlformats.org/drawingml/2006/main">
              <a:ext uri="{FF2B5EF4-FFF2-40B4-BE49-F238E27FC236}">
                <a16:creationId xmlns:a16="http://schemas.microsoft.com/office/drawing/2014/main" id="{0C5F934F-120B-4148-BA65-24348CEE35F8}"/>
              </a:ext>
            </a:extLst>
          </p:cNvPr>
          <p:cNvSpPr>
            <a:spLocks xmlns:a="http://schemas.openxmlformats.org/drawingml/2006/main" noGrp="1"/>
          </p:cNvSpPr>
          <p:nvPr/>
        </p:nvSpPr>
        <p:spPr>
          <a:xfrm xmlns:a="http://schemas.openxmlformats.org/drawingml/2006/main" rot="0">
            <a:off x="6280150"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18" name="i-lab-0.000">
            <a:extLst xmlns:a="http://schemas.openxmlformats.org/drawingml/2006/main">
              <a:ext uri="{FF2B5EF4-FFF2-40B4-BE49-F238E27FC236}">
                <a16:creationId xmlns:a16="http://schemas.microsoft.com/office/drawing/2014/main" id="{E9C2F410-711D-42B0-B5FF-AF34EC324476}"/>
              </a:ext>
            </a:extLst>
          </p:cNvPr>
          <p:cNvSpPr>
            <a:spLocks xmlns:a="http://schemas.openxmlformats.org/drawingml/2006/main" noGrp="1"/>
          </p:cNvSpPr>
          <p:nvPr/>
        </p:nvSpPr>
        <p:spPr>
          <a:xfrm xmlns:a="http://schemas.openxmlformats.org/drawingml/2006/main">
            <a:off x="5784850"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a:t>
            </a:r>
          </a:p>
        </p:txBody>
      </p:sp>
      <p:sp>
        <p:nvSpPr>
          <p:cNvPr id="119" name="i-tick-0.005">
            <a:extLst xmlns:a="http://schemas.openxmlformats.org/drawingml/2006/main">
              <a:ext uri="{FF2B5EF4-FFF2-40B4-BE49-F238E27FC236}">
                <a16:creationId xmlns:a16="http://schemas.microsoft.com/office/drawing/2014/main" id="{F69B817D-DDD1-4DF3-8A29-AD1B3CB56C20}"/>
              </a:ext>
            </a:extLst>
          </p:cNvPr>
          <p:cNvSpPr>
            <a:spLocks xmlns:a="http://schemas.openxmlformats.org/drawingml/2006/main" noGrp="1"/>
          </p:cNvSpPr>
          <p:nvPr/>
        </p:nvSpPr>
        <p:spPr>
          <a:xfrm xmlns:a="http://schemas.openxmlformats.org/drawingml/2006/main" rot="0">
            <a:off x="7407275"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20" name="i-lab-0.005">
            <a:extLst xmlns:a="http://schemas.openxmlformats.org/drawingml/2006/main">
              <a:ext uri="{FF2B5EF4-FFF2-40B4-BE49-F238E27FC236}">
                <a16:creationId xmlns:a16="http://schemas.microsoft.com/office/drawing/2014/main" id="{5C1F363D-1838-4006-A572-51F692DD2CC0}"/>
              </a:ext>
            </a:extLst>
          </p:cNvPr>
          <p:cNvSpPr>
            <a:spLocks xmlns:a="http://schemas.openxmlformats.org/drawingml/2006/main" noGrp="1"/>
          </p:cNvSpPr>
          <p:nvPr/>
        </p:nvSpPr>
        <p:spPr>
          <a:xfrm xmlns:a="http://schemas.openxmlformats.org/drawingml/2006/main">
            <a:off x="6911975"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+0.005</a:t>
            </a:r>
          </a:p>
        </p:txBody>
      </p:sp>
      <p:sp>
        <p:nvSpPr>
          <p:cNvPr id="121" name="i-tick-0.010">
            <a:extLst xmlns:a="http://schemas.openxmlformats.org/drawingml/2006/main">
              <a:ext uri="{FF2B5EF4-FFF2-40B4-BE49-F238E27FC236}">
                <a16:creationId xmlns:a16="http://schemas.microsoft.com/office/drawing/2014/main" id="{D899E504-0053-4B0D-B6E1-AC83BD7AF176}"/>
              </a:ext>
            </a:extLst>
          </p:cNvPr>
          <p:cNvSpPr>
            <a:spLocks xmlns:a="http://schemas.openxmlformats.org/drawingml/2006/main" noGrp="1"/>
          </p:cNvSpPr>
          <p:nvPr/>
        </p:nvSpPr>
        <p:spPr>
          <a:xfrm xmlns:a="http://schemas.openxmlformats.org/drawingml/2006/main" rot="0">
            <a:off x="8534400"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22" name="i-lab-0.010">
            <a:extLst xmlns:a="http://schemas.openxmlformats.org/drawingml/2006/main">
              <a:ext uri="{FF2B5EF4-FFF2-40B4-BE49-F238E27FC236}">
                <a16:creationId xmlns:a16="http://schemas.microsoft.com/office/drawing/2014/main" id="{DFC0B274-D266-4555-A1D1-D37C7B7A5BD7}"/>
              </a:ext>
            </a:extLst>
          </p:cNvPr>
          <p:cNvSpPr>
            <a:spLocks xmlns:a="http://schemas.openxmlformats.org/drawingml/2006/main" noGrp="1"/>
          </p:cNvSpPr>
          <p:nvPr/>
        </p:nvSpPr>
        <p:spPr>
          <a:xfrm xmlns:a="http://schemas.openxmlformats.org/drawingml/2006/main">
            <a:off x="8039100"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+0.010</a:t>
            </a:r>
          </a:p>
        </p:txBody>
      </p:sp>
      <p:sp>
        <p:nvSpPr>
          <p:cNvPr id="123" name="i-tick-0.015">
            <a:extLst xmlns:a="http://schemas.openxmlformats.org/drawingml/2006/main">
              <a:ext uri="{FF2B5EF4-FFF2-40B4-BE49-F238E27FC236}">
                <a16:creationId xmlns:a16="http://schemas.microsoft.com/office/drawing/2014/main" id="{D83905E3-BE64-42A9-A133-401C56BCAB3B}"/>
              </a:ext>
            </a:extLst>
          </p:cNvPr>
          <p:cNvSpPr>
            <a:spLocks xmlns:a="http://schemas.openxmlformats.org/drawingml/2006/main" noGrp="1"/>
          </p:cNvSpPr>
          <p:nvPr/>
        </p:nvSpPr>
        <p:spPr>
          <a:xfrm xmlns:a="http://schemas.openxmlformats.org/drawingml/2006/main" rot="0">
            <a:off x="9661525"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24" name="i-lab-0.015">
            <a:extLst xmlns:a="http://schemas.openxmlformats.org/drawingml/2006/main">
              <a:ext uri="{FF2B5EF4-FFF2-40B4-BE49-F238E27FC236}">
                <a16:creationId xmlns:a16="http://schemas.microsoft.com/office/drawing/2014/main" id="{D529AAA5-4AEE-42AA-A5FE-7A175EC5A6C6}"/>
              </a:ext>
            </a:extLst>
          </p:cNvPr>
          <p:cNvSpPr>
            <a:spLocks xmlns:a="http://schemas.openxmlformats.org/drawingml/2006/main" noGrp="1"/>
          </p:cNvSpPr>
          <p:nvPr/>
        </p:nvSpPr>
        <p:spPr>
          <a:xfrm xmlns:a="http://schemas.openxmlformats.org/drawingml/2006/main">
            <a:off x="9166225"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+0.015</a:t>
            </a:r>
          </a:p>
        </p:txBody>
      </p:sp>
      <p:sp>
        <p:nvSpPr>
          <p:cNvPr id="125" name="i-tick-0.020">
            <a:extLst xmlns:a="http://schemas.openxmlformats.org/drawingml/2006/main">
              <a:ext uri="{FF2B5EF4-FFF2-40B4-BE49-F238E27FC236}">
                <a16:creationId xmlns:a16="http://schemas.microsoft.com/office/drawing/2014/main" id="{B8694484-1B5D-46BD-A20A-A738076C39A1}"/>
              </a:ext>
            </a:extLst>
          </p:cNvPr>
          <p:cNvSpPr>
            <a:spLocks xmlns:a="http://schemas.openxmlformats.org/drawingml/2006/main" noGrp="1"/>
          </p:cNvSpPr>
          <p:nvPr/>
        </p:nvSpPr>
        <p:spPr>
          <a:xfrm xmlns:a="http://schemas.openxmlformats.org/drawingml/2006/main" rot="0">
            <a:off x="10788650" y="447675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126" name="i-lab-0.020">
            <a:extLst xmlns:a="http://schemas.openxmlformats.org/drawingml/2006/main">
              <a:ext uri="{FF2B5EF4-FFF2-40B4-BE49-F238E27FC236}">
                <a16:creationId xmlns:a16="http://schemas.microsoft.com/office/drawing/2014/main" id="{19650579-85A7-4BA9-A8B2-ABCA293E7C86}"/>
              </a:ext>
            </a:extLst>
          </p:cNvPr>
          <p:cNvSpPr>
            <a:spLocks xmlns:a="http://schemas.openxmlformats.org/drawingml/2006/main" noGrp="1"/>
          </p:cNvSpPr>
          <p:nvPr/>
        </p:nvSpPr>
        <p:spPr>
          <a:xfrm xmlns:a="http://schemas.openxmlformats.org/drawingml/2006/main">
            <a:off x="10293350" y="4495800"/>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+0.020</a:t>
            </a:r>
          </a:p>
        </p:txBody>
      </p:sp>
      <p:sp>
        <p:nvSpPr>
          <p:cNvPr id="127" name="i-key-S">
            <a:extLst xmlns:a="http://schemas.openxmlformats.org/drawingml/2006/main">
              <a:ext uri="{FF2B5EF4-FFF2-40B4-BE49-F238E27FC236}">
                <a16:creationId xmlns:a16="http://schemas.microsoft.com/office/drawing/2014/main" id="{0525B1AE-4652-414D-8855-96310B185712}"/>
              </a:ext>
            </a:extLst>
          </p:cNvPr>
          <p:cNvSpPr>
            <a:spLocks xmlns:a="http://schemas.openxmlformats.org/drawingml/2006/main" noGrp="1"/>
          </p:cNvSpPr>
          <p:nvPr/>
        </p:nvSpPr>
        <p:spPr>
          <a:xfrm xmlns:a="http://schemas.openxmlformats.org/drawingml/2006/main">
            <a:off x="6724650" y="5486400"/>
            <a:ext cx="190500" cy="171450"/>
          </a:xfrm>
          <a:prstGeom xmlns:a="http://schemas.openxmlformats.org/drawingml/2006/main" prst="roundRect">
            <a:avLst>
              <a:gd name="adj" fmla="val 22222"/>
            </a:avLst>
          </a:prstGeom>
          <a:solidFill xmlns:a="http://schemas.openxmlformats.org/drawingml/2006/main">
            <a:srgbClr val="CFE3F2"/>
          </a:solidFill>
          <a:ln xmlns:a="http://schemas.openxmlformats.org/drawingml/2006/main" w="15240">
            <a:solidFill>
              <a:srgbClr val="2E6F9E"/>
            </a:solidFill>
            <a:prstDash val="solid"/>
          </a:ln>
        </p:spPr>
      </p:sp>
      <p:sp>
        <p:nvSpPr>
          <p:cNvPr id="128" name="i-key-lab-S">
            <a:extLst xmlns:a="http://schemas.openxmlformats.org/drawingml/2006/main">
              <a:ext uri="{FF2B5EF4-FFF2-40B4-BE49-F238E27FC236}">
                <a16:creationId xmlns:a16="http://schemas.microsoft.com/office/drawing/2014/main" id="{C18E9C40-0C5C-469F-AA1C-115323F5E639}"/>
              </a:ext>
            </a:extLst>
          </p:cNvPr>
          <p:cNvSpPr>
            <a:spLocks xmlns:a="http://schemas.openxmlformats.org/drawingml/2006/main" noGrp="1"/>
          </p:cNvSpPr>
          <p:nvPr/>
        </p:nvSpPr>
        <p:spPr>
          <a:xfrm xmlns:a="http://schemas.openxmlformats.org/drawingml/2006/main">
            <a:off x="6972300" y="54292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S</a:t>
            </a:r>
          </a:p>
        </p:txBody>
      </p:sp>
      <p:sp>
        <p:nvSpPr>
          <p:cNvPr id="129" name="i-key-D">
            <a:extLst xmlns:a="http://schemas.openxmlformats.org/drawingml/2006/main">
              <a:ext uri="{FF2B5EF4-FFF2-40B4-BE49-F238E27FC236}">
                <a16:creationId xmlns:a16="http://schemas.microsoft.com/office/drawing/2014/main" id="{94390EC1-5746-43F8-B0B9-0D46B99DAB63}"/>
              </a:ext>
            </a:extLst>
          </p:cNvPr>
          <p:cNvSpPr>
            <a:spLocks xmlns:a="http://schemas.openxmlformats.org/drawingml/2006/main" noGrp="1"/>
          </p:cNvSpPr>
          <p:nvPr/>
        </p:nvSpPr>
        <p:spPr>
          <a:xfrm xmlns:a="http://schemas.openxmlformats.org/drawingml/2006/main">
            <a:off x="7639050" y="5486400"/>
            <a:ext cx="190500" cy="171450"/>
          </a:xfrm>
          <a:prstGeom xmlns:a="http://schemas.openxmlformats.org/drawingml/2006/main" prst="roundRect">
            <a:avLst>
              <a:gd name="adj" fmla="val 22222"/>
            </a:avLst>
          </a:prstGeom>
          <a:solidFill xmlns:a="http://schemas.openxmlformats.org/drawingml/2006/main">
            <a:srgbClr val="D6EADD"/>
          </a:solidFill>
          <a:ln xmlns:a="http://schemas.openxmlformats.org/drawingml/2006/main" w="15240">
            <a:solidFill>
              <a:srgbClr val="3F7C5E"/>
            </a:solidFill>
            <a:prstDash val="solid"/>
          </a:ln>
        </p:spPr>
      </p:sp>
      <p:sp>
        <p:nvSpPr>
          <p:cNvPr id="130" name="i-key-lab-D">
            <a:extLst xmlns:a="http://schemas.openxmlformats.org/drawingml/2006/main">
              <a:ext uri="{FF2B5EF4-FFF2-40B4-BE49-F238E27FC236}">
                <a16:creationId xmlns:a16="http://schemas.microsoft.com/office/drawing/2014/main" id="{FA5C34F9-B878-4E5E-984A-D87A72D2425B}"/>
              </a:ext>
            </a:extLst>
          </p:cNvPr>
          <p:cNvSpPr>
            <a:spLocks xmlns:a="http://schemas.openxmlformats.org/drawingml/2006/main" noGrp="1"/>
          </p:cNvSpPr>
          <p:nvPr/>
        </p:nvSpPr>
        <p:spPr>
          <a:xfrm xmlns:a="http://schemas.openxmlformats.org/drawingml/2006/main">
            <a:off x="7886700" y="54292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1">
                <a:solidFill>
                  <a:srgbClr val="1E2E38"/>
                </a:solidFill>
                <a:latin typeface="Times New Roman"/>
                <a:ea typeface="Times New Roman"/>
                <a:cs typeface="Times New Roman"/>
              </a:rPr>
              <a:t>D</a:t>
            </a:r>
          </a:p>
        </p:txBody>
      </p:sp>
      <p:sp>
        <p:nvSpPr>
          <p:cNvPr id="131" name="i-key-E1">
            <a:extLst xmlns:a="http://schemas.openxmlformats.org/drawingml/2006/main">
              <a:ext uri="{FF2B5EF4-FFF2-40B4-BE49-F238E27FC236}">
                <a16:creationId xmlns:a16="http://schemas.microsoft.com/office/drawing/2014/main" id="{595206D8-F967-47DA-B2EA-794BD7A6B932}"/>
              </a:ext>
            </a:extLst>
          </p:cNvPr>
          <p:cNvSpPr>
            <a:spLocks xmlns:a="http://schemas.openxmlformats.org/drawingml/2006/main" noGrp="1"/>
          </p:cNvSpPr>
          <p:nvPr/>
        </p:nvSpPr>
        <p:spPr>
          <a:xfrm xmlns:a="http://schemas.openxmlformats.org/drawingml/2006/main">
            <a:off x="8553450" y="5486400"/>
            <a:ext cx="190500" cy="171450"/>
          </a:xfrm>
          <a:prstGeom xmlns:a="http://schemas.openxmlformats.org/drawingml/2006/main" prst="roundRect">
            <a:avLst>
              <a:gd name="adj" fmla="val 22222"/>
            </a:avLst>
          </a:prstGeom>
          <a:solidFill xmlns:a="http://schemas.openxmlformats.org/drawingml/2006/main">
            <a:srgbClr val="E7E2F3"/>
          </a:solidFill>
          <a:ln xmlns:a="http://schemas.openxmlformats.org/drawingml/2006/main" w="15240">
            <a:solidFill>
              <a:srgbClr val="6E4E9E"/>
            </a:solidFill>
            <a:prstDash val="solid"/>
          </a:ln>
        </p:spPr>
      </p:sp>
      <p:sp>
        <p:nvSpPr>
          <p:cNvPr id="132" name="i-key-lab-E1">
            <a:extLst xmlns:a="http://schemas.openxmlformats.org/drawingml/2006/main">
              <a:ext uri="{FF2B5EF4-FFF2-40B4-BE49-F238E27FC236}">
                <a16:creationId xmlns:a16="http://schemas.microsoft.com/office/drawing/2014/main" id="{01028CB4-813E-4B68-A6E2-C04816356F47}"/>
              </a:ext>
            </a:extLst>
          </p:cNvPr>
          <p:cNvSpPr>
            <a:spLocks xmlns:a="http://schemas.openxmlformats.org/drawingml/2006/main" noGrp="1"/>
          </p:cNvSpPr>
          <p:nvPr/>
        </p:nvSpPr>
        <p:spPr>
          <a:xfrm xmlns:a="http://schemas.openxmlformats.org/drawingml/2006/main">
            <a:off x="8801100" y="54292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E1</a:t>
            </a:r>
          </a:p>
        </p:txBody>
      </p:sp>
      <p:sp>
        <p:nvSpPr>
          <p:cNvPr id="133" name="i-key-E2">
            <a:extLst xmlns:a="http://schemas.openxmlformats.org/drawingml/2006/main">
              <a:ext uri="{FF2B5EF4-FFF2-40B4-BE49-F238E27FC236}">
                <a16:creationId xmlns:a16="http://schemas.microsoft.com/office/drawing/2014/main" id="{BA90B5ED-2CC0-4AD0-A83E-943635179C36}"/>
              </a:ext>
            </a:extLst>
          </p:cNvPr>
          <p:cNvSpPr>
            <a:spLocks xmlns:a="http://schemas.openxmlformats.org/drawingml/2006/main" noGrp="1"/>
          </p:cNvSpPr>
          <p:nvPr/>
        </p:nvSpPr>
        <p:spPr>
          <a:xfrm xmlns:a="http://schemas.openxmlformats.org/drawingml/2006/main">
            <a:off x="9467850" y="5486400"/>
            <a:ext cx="190500" cy="171450"/>
          </a:xfrm>
          <a:prstGeom xmlns:a="http://schemas.openxmlformats.org/drawingml/2006/main" prst="roundRect">
            <a:avLst>
              <a:gd name="adj" fmla="val 22222"/>
            </a:avLst>
          </a:prstGeom>
          <a:solidFill xmlns:a="http://schemas.openxmlformats.org/drawingml/2006/main">
            <a:srgbClr val="FBE7C4"/>
          </a:solidFill>
          <a:ln xmlns:a="http://schemas.openxmlformats.org/drawingml/2006/main" w="15240">
            <a:solidFill>
              <a:srgbClr val="B27C20"/>
            </a:solidFill>
            <a:prstDash val="solid"/>
          </a:ln>
        </p:spPr>
      </p:sp>
      <p:sp>
        <p:nvSpPr>
          <p:cNvPr id="134" name="i-key-lab-E2">
            <a:extLst xmlns:a="http://schemas.openxmlformats.org/drawingml/2006/main">
              <a:ext uri="{FF2B5EF4-FFF2-40B4-BE49-F238E27FC236}">
                <a16:creationId xmlns:a16="http://schemas.microsoft.com/office/drawing/2014/main" id="{A4F973C1-E652-4ECF-B2D0-163DA3C75274}"/>
              </a:ext>
            </a:extLst>
          </p:cNvPr>
          <p:cNvSpPr>
            <a:spLocks xmlns:a="http://schemas.openxmlformats.org/drawingml/2006/main" noGrp="1"/>
          </p:cNvSpPr>
          <p:nvPr/>
        </p:nvSpPr>
        <p:spPr>
          <a:xfrm xmlns:a="http://schemas.openxmlformats.org/drawingml/2006/main">
            <a:off x="9715500" y="54292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E2</a:t>
            </a:r>
          </a:p>
        </p:txBody>
      </p:sp>
      <p:sp>
        <p:nvSpPr>
          <p:cNvPr id="135" name="i-key-E3">
            <a:extLst xmlns:a="http://schemas.openxmlformats.org/drawingml/2006/main">
              <a:ext uri="{FF2B5EF4-FFF2-40B4-BE49-F238E27FC236}">
                <a16:creationId xmlns:a16="http://schemas.microsoft.com/office/drawing/2014/main" id="{0ADFB1DE-6F30-4126-8C11-2092296694B3}"/>
              </a:ext>
            </a:extLst>
          </p:cNvPr>
          <p:cNvSpPr>
            <a:spLocks xmlns:a="http://schemas.openxmlformats.org/drawingml/2006/main" noGrp="1"/>
          </p:cNvSpPr>
          <p:nvPr/>
        </p:nvSpPr>
        <p:spPr>
          <a:xfrm xmlns:a="http://schemas.openxmlformats.org/drawingml/2006/main">
            <a:off x="10382250" y="5486400"/>
            <a:ext cx="190500" cy="171450"/>
          </a:xfrm>
          <a:prstGeom xmlns:a="http://schemas.openxmlformats.org/drawingml/2006/main" prst="roundRect">
            <a:avLst>
              <a:gd name="adj" fmla="val 22222"/>
            </a:avLst>
          </a:prstGeom>
          <a:solidFill xmlns:a="http://schemas.openxmlformats.org/drawingml/2006/main">
            <a:srgbClr val="F2E2E0"/>
          </a:solidFill>
          <a:ln xmlns:a="http://schemas.openxmlformats.org/drawingml/2006/main" w="15240">
            <a:solidFill>
              <a:srgbClr val="B23A2C"/>
            </a:solidFill>
            <a:prstDash val="solid"/>
          </a:ln>
        </p:spPr>
      </p:sp>
      <p:sp>
        <p:nvSpPr>
          <p:cNvPr id="136" name="i-key-lab-E3">
            <a:extLst xmlns:a="http://schemas.openxmlformats.org/drawingml/2006/main">
              <a:ext uri="{FF2B5EF4-FFF2-40B4-BE49-F238E27FC236}">
                <a16:creationId xmlns:a16="http://schemas.microsoft.com/office/drawing/2014/main" id="{4DA2DFF9-071A-4453-B3B8-789F57DC97B4}"/>
              </a:ext>
            </a:extLst>
          </p:cNvPr>
          <p:cNvSpPr>
            <a:spLocks xmlns:a="http://schemas.openxmlformats.org/drawingml/2006/main" noGrp="1"/>
          </p:cNvSpPr>
          <p:nvPr/>
        </p:nvSpPr>
        <p:spPr>
          <a:xfrm xmlns:a="http://schemas.openxmlformats.org/drawingml/2006/main">
            <a:off x="10629900" y="542925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E3</a:t>
            </a:r>
          </a:p>
        </p:txBody>
      </p:sp>
      <p:sp>
        <p:nvSpPr>
          <p:cNvPr id="137" name="i-zero">
            <a:extLst xmlns:a="http://schemas.openxmlformats.org/drawingml/2006/main">
              <a:ext uri="{FF2B5EF4-FFF2-40B4-BE49-F238E27FC236}">
                <a16:creationId xmlns:a16="http://schemas.microsoft.com/office/drawing/2014/main" id="{ADAF72EB-021C-4A77-AE2A-D355133895B2}"/>
              </a:ext>
            </a:extLst>
          </p:cNvPr>
          <p:cNvSpPr>
            <a:spLocks xmlns:a="http://schemas.openxmlformats.org/drawingml/2006/main" noGrp="1"/>
          </p:cNvSpPr>
          <p:nvPr/>
        </p:nvSpPr>
        <p:spPr>
          <a:xfrm xmlns:a="http://schemas.openxmlformats.org/drawingml/2006/main" rot="0">
            <a:off x="6280150" y="5753100"/>
            <a:ext cx="0" cy="2743200"/>
          </a:xfrm>
          <a:prstGeom xmlns:a="http://schemas.openxmlformats.org/drawingml/2006/main" prst="line">
            <a:avLst/>
          </a:prstGeom>
          <a:noFill xmlns:a="http://schemas.openxmlformats.org/drawingml/2006/main"/>
          <a:ln xmlns:a="http://schemas.openxmlformats.org/drawingml/2006/main" w="15240">
            <a:solidFill>
              <a:srgbClr val="1E2E38"/>
            </a:solidFill>
            <a:prstDash val="solid"/>
          </a:ln>
        </p:spPr>
      </p:sp>
      <p:sp>
        <p:nvSpPr>
          <p:cNvPr id="138" name="i-scale">
            <a:extLst xmlns:a="http://schemas.openxmlformats.org/drawingml/2006/main">
              <a:ext uri="{FF2B5EF4-FFF2-40B4-BE49-F238E27FC236}">
                <a16:creationId xmlns:a16="http://schemas.microsoft.com/office/drawing/2014/main" id="{542C0934-3399-4858-8E2A-7BECB7B46734}"/>
              </a:ext>
            </a:extLst>
          </p:cNvPr>
          <p:cNvSpPr>
            <a:spLocks xmlns:a="http://schemas.openxmlformats.org/drawingml/2006/main" noGrp="1"/>
          </p:cNvSpPr>
          <p:nvPr/>
        </p:nvSpPr>
        <p:spPr>
          <a:xfrm xmlns:a="http://schemas.openxmlformats.org/drawingml/2006/main" rot="0">
            <a:off x="7407275" y="5753100"/>
            <a:ext cx="0" cy="274320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39" name="i0-label">
            <a:extLst xmlns:a="http://schemas.openxmlformats.org/drawingml/2006/main">
              <a:ext uri="{FF2B5EF4-FFF2-40B4-BE49-F238E27FC236}">
                <a16:creationId xmlns:a16="http://schemas.microsoft.com/office/drawing/2014/main" id="{9B753F41-A0CF-492A-9A2E-0280003521F3}"/>
              </a:ext>
            </a:extLst>
          </p:cNvPr>
          <p:cNvSpPr>
            <a:spLocks xmlns:a="http://schemas.openxmlformats.org/drawingml/2006/main" noGrp="1"/>
          </p:cNvSpPr>
          <p:nvPr/>
        </p:nvSpPr>
        <p:spPr>
          <a:xfrm xmlns:a="http://schemas.openxmlformats.org/drawingml/2006/main">
            <a:off x="381000" y="5753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 </a:t>
            </a:r>
            <a:r>
              <a:rPr sz="2250" b="0" i="1">
                <a:solidFill>
                  <a:srgbClr val="1E2E38"/>
                </a:solidFill>
                <a:latin typeface="Times New Roman"/>
                <a:ea typeface="Times New Roman"/>
                <a:cs typeface="Times New Roman"/>
              </a:rPr>
              <a:t>TRI</a:t>
            </a:r>
          </a:p>
        </p:txBody>
      </p:sp>
      <p:sp>
        <p:nvSpPr>
          <p:cNvPr id="140" name="i0-S-bar">
            <a:extLst xmlns:a="http://schemas.openxmlformats.org/drawingml/2006/main">
              <a:ext uri="{FF2B5EF4-FFF2-40B4-BE49-F238E27FC236}">
                <a16:creationId xmlns:a16="http://schemas.microsoft.com/office/drawing/2014/main" id="{35F54005-EC78-446A-B513-9367FB8F8826}"/>
              </a:ext>
            </a:extLst>
          </p:cNvPr>
          <p:cNvSpPr>
            <a:spLocks xmlns:a="http://schemas.openxmlformats.org/drawingml/2006/main" noGrp="1"/>
          </p:cNvSpPr>
          <p:nvPr/>
        </p:nvSpPr>
        <p:spPr>
          <a:xfrm xmlns:a="http://schemas.openxmlformats.org/drawingml/2006/main">
            <a:off x="6280150" y="5758815"/>
            <a:ext cx="1566428" cy="57150"/>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41" name="i0-S-ci">
            <a:extLst xmlns:a="http://schemas.openxmlformats.org/drawingml/2006/main">
              <a:ext uri="{FF2B5EF4-FFF2-40B4-BE49-F238E27FC236}">
                <a16:creationId xmlns:a16="http://schemas.microsoft.com/office/drawing/2014/main" id="{72964991-2CA3-418D-AFCB-E133C9D88C8B}"/>
              </a:ext>
            </a:extLst>
          </p:cNvPr>
          <p:cNvSpPr>
            <a:spLocks xmlns:a="http://schemas.openxmlformats.org/drawingml/2006/main" noGrp="1"/>
          </p:cNvSpPr>
          <p:nvPr/>
        </p:nvSpPr>
        <p:spPr>
          <a:xfrm xmlns:a="http://schemas.openxmlformats.org/drawingml/2006/main" rot="0">
            <a:off x="6902272" y="5787390"/>
            <a:ext cx="1775746"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42" name="i0-S-cil">
            <a:extLst xmlns:a="http://schemas.openxmlformats.org/drawingml/2006/main">
              <a:ext uri="{FF2B5EF4-FFF2-40B4-BE49-F238E27FC236}">
                <a16:creationId xmlns:a16="http://schemas.microsoft.com/office/drawing/2014/main" id="{04076390-471B-427E-9B60-BB69521066E7}"/>
              </a:ext>
            </a:extLst>
          </p:cNvPr>
          <p:cNvSpPr>
            <a:spLocks xmlns:a="http://schemas.openxmlformats.org/drawingml/2006/main" noGrp="1"/>
          </p:cNvSpPr>
          <p:nvPr/>
        </p:nvSpPr>
        <p:spPr>
          <a:xfrm xmlns:a="http://schemas.openxmlformats.org/drawingml/2006/main" rot="0">
            <a:off x="6902272" y="57588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43" name="i0-S-cih">
            <a:extLst xmlns:a="http://schemas.openxmlformats.org/drawingml/2006/main">
              <a:ext uri="{FF2B5EF4-FFF2-40B4-BE49-F238E27FC236}">
                <a16:creationId xmlns:a16="http://schemas.microsoft.com/office/drawing/2014/main" id="{E102C8A1-77DE-4AD5-875E-3C9530887978}"/>
              </a:ext>
            </a:extLst>
          </p:cNvPr>
          <p:cNvSpPr>
            <a:spLocks xmlns:a="http://schemas.openxmlformats.org/drawingml/2006/main" noGrp="1"/>
          </p:cNvSpPr>
          <p:nvPr/>
        </p:nvSpPr>
        <p:spPr>
          <a:xfrm xmlns:a="http://schemas.openxmlformats.org/drawingml/2006/main" rot="0">
            <a:off x="8678019" y="57588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44" name="i0-S-mark">
            <a:extLst xmlns:a="http://schemas.openxmlformats.org/drawingml/2006/main">
              <a:ext uri="{FF2B5EF4-FFF2-40B4-BE49-F238E27FC236}">
                <a16:creationId xmlns:a16="http://schemas.microsoft.com/office/drawing/2014/main" id="{E1BDD70E-EA12-4EF7-B7B7-FCD5646436B1}"/>
              </a:ext>
            </a:extLst>
          </p:cNvPr>
          <p:cNvSpPr>
            <a:spLocks xmlns:a="http://schemas.openxmlformats.org/drawingml/2006/main" noGrp="1"/>
          </p:cNvSpPr>
          <p:nvPr/>
        </p:nvSpPr>
        <p:spPr>
          <a:xfrm xmlns:a="http://schemas.openxmlformats.org/drawingml/2006/main" rot="0">
            <a:off x="7846578" y="5730240"/>
            <a:ext cx="0" cy="114300"/>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145" name="i0-D-bar">
            <a:extLst xmlns:a="http://schemas.openxmlformats.org/drawingml/2006/main">
              <a:ext uri="{FF2B5EF4-FFF2-40B4-BE49-F238E27FC236}">
                <a16:creationId xmlns:a16="http://schemas.microsoft.com/office/drawing/2014/main" id="{B93FD187-BF35-49ED-B3B6-EDA1242F7F01}"/>
              </a:ext>
            </a:extLst>
          </p:cNvPr>
          <p:cNvSpPr>
            <a:spLocks xmlns:a="http://schemas.openxmlformats.org/drawingml/2006/main" noGrp="1"/>
          </p:cNvSpPr>
          <p:nvPr/>
        </p:nvSpPr>
        <p:spPr>
          <a:xfrm xmlns:a="http://schemas.openxmlformats.org/drawingml/2006/main">
            <a:off x="6280150" y="5827395"/>
            <a:ext cx="2300344" cy="57150"/>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146" name="i0-D-ci">
            <a:extLst xmlns:a="http://schemas.openxmlformats.org/drawingml/2006/main">
              <a:ext uri="{FF2B5EF4-FFF2-40B4-BE49-F238E27FC236}">
                <a16:creationId xmlns:a16="http://schemas.microsoft.com/office/drawing/2014/main" id="{66E4F219-1B64-4FCA-9295-21DE7D480D0D}"/>
              </a:ext>
            </a:extLst>
          </p:cNvPr>
          <p:cNvSpPr>
            <a:spLocks xmlns:a="http://schemas.openxmlformats.org/drawingml/2006/main" noGrp="1"/>
          </p:cNvSpPr>
          <p:nvPr/>
        </p:nvSpPr>
        <p:spPr>
          <a:xfrm xmlns:a="http://schemas.openxmlformats.org/drawingml/2006/main" rot="0">
            <a:off x="7636159" y="5855970"/>
            <a:ext cx="1961710"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47" name="i0-D-cil">
            <a:extLst xmlns:a="http://schemas.openxmlformats.org/drawingml/2006/main">
              <a:ext uri="{FF2B5EF4-FFF2-40B4-BE49-F238E27FC236}">
                <a16:creationId xmlns:a16="http://schemas.microsoft.com/office/drawing/2014/main" id="{39663BBD-D552-452B-ABEA-E08A0C40CDEE}"/>
              </a:ext>
            </a:extLst>
          </p:cNvPr>
          <p:cNvSpPr>
            <a:spLocks xmlns:a="http://schemas.openxmlformats.org/drawingml/2006/main" noGrp="1"/>
          </p:cNvSpPr>
          <p:nvPr/>
        </p:nvSpPr>
        <p:spPr>
          <a:xfrm xmlns:a="http://schemas.openxmlformats.org/drawingml/2006/main" rot="0">
            <a:off x="7636159" y="58273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48" name="i0-D-cih">
            <a:extLst xmlns:a="http://schemas.openxmlformats.org/drawingml/2006/main">
              <a:ext uri="{FF2B5EF4-FFF2-40B4-BE49-F238E27FC236}">
                <a16:creationId xmlns:a16="http://schemas.microsoft.com/office/drawing/2014/main" id="{6FF0EA87-604F-4A6D-BE8D-2E4C07F1400D}"/>
              </a:ext>
            </a:extLst>
          </p:cNvPr>
          <p:cNvSpPr>
            <a:spLocks xmlns:a="http://schemas.openxmlformats.org/drawingml/2006/main" noGrp="1"/>
          </p:cNvSpPr>
          <p:nvPr/>
        </p:nvSpPr>
        <p:spPr>
          <a:xfrm xmlns:a="http://schemas.openxmlformats.org/drawingml/2006/main" rot="0">
            <a:off x="9597870" y="58273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49" name="i0-D-mark">
            <a:extLst xmlns:a="http://schemas.openxmlformats.org/drawingml/2006/main">
              <a:ext uri="{FF2B5EF4-FFF2-40B4-BE49-F238E27FC236}">
                <a16:creationId xmlns:a16="http://schemas.microsoft.com/office/drawing/2014/main" id="{08F1AC51-A615-4080-829C-9430DA3FB136}"/>
              </a:ext>
            </a:extLst>
          </p:cNvPr>
          <p:cNvSpPr>
            <a:spLocks xmlns:a="http://schemas.openxmlformats.org/drawingml/2006/main" noGrp="1"/>
          </p:cNvSpPr>
          <p:nvPr/>
        </p:nvSpPr>
        <p:spPr>
          <a:xfrm xmlns:a="http://schemas.openxmlformats.org/drawingml/2006/main" rot="0">
            <a:off x="8580494" y="5798820"/>
            <a:ext cx="0" cy="114300"/>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150" name="i0-E1-bar">
            <a:extLst xmlns:a="http://schemas.openxmlformats.org/drawingml/2006/main">
              <a:ext uri="{FF2B5EF4-FFF2-40B4-BE49-F238E27FC236}">
                <a16:creationId xmlns:a16="http://schemas.microsoft.com/office/drawing/2014/main" id="{47099A36-44C7-47A1-BE4F-49231C50BE88}"/>
              </a:ext>
            </a:extLst>
          </p:cNvPr>
          <p:cNvSpPr>
            <a:spLocks xmlns:a="http://schemas.openxmlformats.org/drawingml/2006/main" noGrp="1"/>
          </p:cNvSpPr>
          <p:nvPr/>
        </p:nvSpPr>
        <p:spPr>
          <a:xfrm xmlns:a="http://schemas.openxmlformats.org/drawingml/2006/main">
            <a:off x="6280150" y="5895975"/>
            <a:ext cx="2243547" cy="57150"/>
          </a:xfrm>
          <a:prstGeom xmlns:a="http://schemas.openxmlformats.org/drawingml/2006/main" prst="rect">
            <a:avLst/>
          </a:prstGeom>
          <a:solidFill xmlns:a="http://schemas.openxmlformats.org/drawingml/2006/main">
            <a:srgbClr val="E7E2F3"/>
          </a:solidFill>
          <a:ln xmlns:a="http://schemas.openxmlformats.org/drawingml/2006/main" w="0">
            <a:noFill/>
            <a:prstDash val="solid"/>
          </a:ln>
        </p:spPr>
      </p:sp>
      <p:sp>
        <p:nvSpPr>
          <p:cNvPr id="151" name="i0-E1-ci">
            <a:extLst xmlns:a="http://schemas.openxmlformats.org/drawingml/2006/main">
              <a:ext uri="{FF2B5EF4-FFF2-40B4-BE49-F238E27FC236}">
                <a16:creationId xmlns:a16="http://schemas.microsoft.com/office/drawing/2014/main" id="{5073A728-05D5-42C1-B343-05A750FECAA3}"/>
              </a:ext>
            </a:extLst>
          </p:cNvPr>
          <p:cNvSpPr>
            <a:spLocks xmlns:a="http://schemas.openxmlformats.org/drawingml/2006/main" noGrp="1"/>
          </p:cNvSpPr>
          <p:nvPr/>
        </p:nvSpPr>
        <p:spPr>
          <a:xfrm xmlns:a="http://schemas.openxmlformats.org/drawingml/2006/main" rot="0">
            <a:off x="7697016" y="5924550"/>
            <a:ext cx="1719610"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52" name="i0-E1-cil">
            <a:extLst xmlns:a="http://schemas.openxmlformats.org/drawingml/2006/main">
              <a:ext uri="{FF2B5EF4-FFF2-40B4-BE49-F238E27FC236}">
                <a16:creationId xmlns:a16="http://schemas.microsoft.com/office/drawing/2014/main" id="{29367B83-59DA-4DC4-851F-2B1B3EFF6D3A}"/>
              </a:ext>
            </a:extLst>
          </p:cNvPr>
          <p:cNvSpPr>
            <a:spLocks xmlns:a="http://schemas.openxmlformats.org/drawingml/2006/main" noGrp="1"/>
          </p:cNvSpPr>
          <p:nvPr/>
        </p:nvSpPr>
        <p:spPr>
          <a:xfrm xmlns:a="http://schemas.openxmlformats.org/drawingml/2006/main" rot="0">
            <a:off x="7697016" y="58959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53" name="i0-E1-cih">
            <a:extLst xmlns:a="http://schemas.openxmlformats.org/drawingml/2006/main">
              <a:ext uri="{FF2B5EF4-FFF2-40B4-BE49-F238E27FC236}">
                <a16:creationId xmlns:a16="http://schemas.microsoft.com/office/drawing/2014/main" id="{E83013FB-BC38-40CD-A55D-B20F5ED4717C}"/>
              </a:ext>
            </a:extLst>
          </p:cNvPr>
          <p:cNvSpPr>
            <a:spLocks xmlns:a="http://schemas.openxmlformats.org/drawingml/2006/main" noGrp="1"/>
          </p:cNvSpPr>
          <p:nvPr/>
        </p:nvSpPr>
        <p:spPr>
          <a:xfrm xmlns:a="http://schemas.openxmlformats.org/drawingml/2006/main" rot="0">
            <a:off x="9416626" y="58959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54" name="i0-E1-mark">
            <a:extLst xmlns:a="http://schemas.openxmlformats.org/drawingml/2006/main">
              <a:ext uri="{FF2B5EF4-FFF2-40B4-BE49-F238E27FC236}">
                <a16:creationId xmlns:a16="http://schemas.microsoft.com/office/drawing/2014/main" id="{F9931F68-C98C-4E6F-8BC7-11F172D9DEE2}"/>
              </a:ext>
            </a:extLst>
          </p:cNvPr>
          <p:cNvSpPr>
            <a:spLocks xmlns:a="http://schemas.openxmlformats.org/drawingml/2006/main" noGrp="1"/>
          </p:cNvSpPr>
          <p:nvPr/>
        </p:nvSpPr>
        <p:spPr>
          <a:xfrm xmlns:a="http://schemas.openxmlformats.org/drawingml/2006/main" rot="0">
            <a:off x="8523697" y="5867400"/>
            <a:ext cx="0" cy="114300"/>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155" name="i0-E2-bar">
            <a:extLst xmlns:a="http://schemas.openxmlformats.org/drawingml/2006/main">
              <a:ext uri="{FF2B5EF4-FFF2-40B4-BE49-F238E27FC236}">
                <a16:creationId xmlns:a16="http://schemas.microsoft.com/office/drawing/2014/main" id="{7FE0C6D1-3392-4BED-B18E-85077505D315}"/>
              </a:ext>
            </a:extLst>
          </p:cNvPr>
          <p:cNvSpPr>
            <a:spLocks xmlns:a="http://schemas.openxmlformats.org/drawingml/2006/main" noGrp="1"/>
          </p:cNvSpPr>
          <p:nvPr/>
        </p:nvSpPr>
        <p:spPr>
          <a:xfrm xmlns:a="http://schemas.openxmlformats.org/drawingml/2006/main">
            <a:off x="6194395" y="5964555"/>
            <a:ext cx="85755" cy="57150"/>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156" name="i0-E2-ci">
            <a:extLst xmlns:a="http://schemas.openxmlformats.org/drawingml/2006/main">
              <a:ext uri="{FF2B5EF4-FFF2-40B4-BE49-F238E27FC236}">
                <a16:creationId xmlns:a16="http://schemas.microsoft.com/office/drawing/2014/main" id="{6C52BCBA-8F9A-4D3F-8332-49EEB3E35B1A}"/>
              </a:ext>
            </a:extLst>
          </p:cNvPr>
          <p:cNvSpPr>
            <a:spLocks xmlns:a="http://schemas.openxmlformats.org/drawingml/2006/main" noGrp="1"/>
          </p:cNvSpPr>
          <p:nvPr/>
        </p:nvSpPr>
        <p:spPr>
          <a:xfrm xmlns:a="http://schemas.openxmlformats.org/drawingml/2006/main" rot="0">
            <a:off x="5810899" y="5993130"/>
            <a:ext cx="736205" cy="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57" name="i0-E2-cil">
            <a:extLst xmlns:a="http://schemas.openxmlformats.org/drawingml/2006/main">
              <a:ext uri="{FF2B5EF4-FFF2-40B4-BE49-F238E27FC236}">
                <a16:creationId xmlns:a16="http://schemas.microsoft.com/office/drawing/2014/main" id="{1D791993-A7E9-497F-AF2C-13BCC4C5A9C4}"/>
              </a:ext>
            </a:extLst>
          </p:cNvPr>
          <p:cNvSpPr>
            <a:spLocks xmlns:a="http://schemas.openxmlformats.org/drawingml/2006/main" noGrp="1"/>
          </p:cNvSpPr>
          <p:nvPr/>
        </p:nvSpPr>
        <p:spPr>
          <a:xfrm xmlns:a="http://schemas.openxmlformats.org/drawingml/2006/main" rot="0">
            <a:off x="5810899" y="59645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58" name="i0-E2-cih">
            <a:extLst xmlns:a="http://schemas.openxmlformats.org/drawingml/2006/main">
              <a:ext uri="{FF2B5EF4-FFF2-40B4-BE49-F238E27FC236}">
                <a16:creationId xmlns:a16="http://schemas.microsoft.com/office/drawing/2014/main" id="{5F1D86E4-9461-4C41-88FB-C830FE26C143}"/>
              </a:ext>
            </a:extLst>
          </p:cNvPr>
          <p:cNvSpPr>
            <a:spLocks xmlns:a="http://schemas.openxmlformats.org/drawingml/2006/main" noGrp="1"/>
          </p:cNvSpPr>
          <p:nvPr/>
        </p:nvSpPr>
        <p:spPr>
          <a:xfrm xmlns:a="http://schemas.openxmlformats.org/drawingml/2006/main" rot="0">
            <a:off x="6547103" y="59645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59" name="i0-E2-mark">
            <a:extLst xmlns:a="http://schemas.openxmlformats.org/drawingml/2006/main">
              <a:ext uri="{FF2B5EF4-FFF2-40B4-BE49-F238E27FC236}">
                <a16:creationId xmlns:a16="http://schemas.microsoft.com/office/drawing/2014/main" id="{A40013A5-9378-4505-B3B4-697688AC89E9}"/>
              </a:ext>
            </a:extLst>
          </p:cNvPr>
          <p:cNvSpPr>
            <a:spLocks xmlns:a="http://schemas.openxmlformats.org/drawingml/2006/main" noGrp="1"/>
          </p:cNvSpPr>
          <p:nvPr/>
        </p:nvSpPr>
        <p:spPr>
          <a:xfrm xmlns:a="http://schemas.openxmlformats.org/drawingml/2006/main" rot="0">
            <a:off x="6194395" y="5935980"/>
            <a:ext cx="0" cy="114300"/>
          </a:xfrm>
          <a:prstGeom xmlns:a="http://schemas.openxmlformats.org/drawingml/2006/main" prst="line">
            <a:avLst/>
          </a:prstGeom>
          <a:noFill xmlns:a="http://schemas.openxmlformats.org/drawingml/2006/main"/>
          <a:ln xmlns:a="http://schemas.openxmlformats.org/drawingml/2006/main" w="24765">
            <a:solidFill>
              <a:srgbClr val="B27C20"/>
            </a:solidFill>
            <a:prstDash val="solid"/>
          </a:ln>
        </p:spPr>
      </p:sp>
      <p:sp>
        <p:nvSpPr>
          <p:cNvPr id="160" name="i0-E3-bar">
            <a:extLst xmlns:a="http://schemas.openxmlformats.org/drawingml/2006/main">
              <a:ext uri="{FF2B5EF4-FFF2-40B4-BE49-F238E27FC236}">
                <a16:creationId xmlns:a16="http://schemas.microsoft.com/office/drawing/2014/main" id="{457AE8F0-2F6D-4AC8-86BE-1C1DC6F7AB74}"/>
              </a:ext>
            </a:extLst>
          </p:cNvPr>
          <p:cNvSpPr>
            <a:spLocks xmlns:a="http://schemas.openxmlformats.org/drawingml/2006/main" noGrp="1"/>
          </p:cNvSpPr>
          <p:nvPr/>
        </p:nvSpPr>
        <p:spPr>
          <a:xfrm xmlns:a="http://schemas.openxmlformats.org/drawingml/2006/main">
            <a:off x="6280150" y="6033135"/>
            <a:ext cx="3148717" cy="57150"/>
          </a:xfrm>
          <a:prstGeom xmlns:a="http://schemas.openxmlformats.org/drawingml/2006/main" prst="rect">
            <a:avLst/>
          </a:prstGeom>
          <a:solidFill xmlns:a="http://schemas.openxmlformats.org/drawingml/2006/main">
            <a:srgbClr val="F2E2E0"/>
          </a:solidFill>
          <a:ln xmlns:a="http://schemas.openxmlformats.org/drawingml/2006/main" w="0">
            <a:noFill/>
            <a:prstDash val="solid"/>
          </a:ln>
        </p:spPr>
      </p:sp>
      <p:sp>
        <p:nvSpPr>
          <p:cNvPr id="161" name="i0-E3-ci">
            <a:extLst xmlns:a="http://schemas.openxmlformats.org/drawingml/2006/main">
              <a:ext uri="{FF2B5EF4-FFF2-40B4-BE49-F238E27FC236}">
                <a16:creationId xmlns:a16="http://schemas.microsoft.com/office/drawing/2014/main" id="{170F02C3-1DEF-45B3-8ECC-F297B0D6E451}"/>
              </a:ext>
            </a:extLst>
          </p:cNvPr>
          <p:cNvSpPr>
            <a:spLocks xmlns:a="http://schemas.openxmlformats.org/drawingml/2006/main" noGrp="1"/>
          </p:cNvSpPr>
          <p:nvPr/>
        </p:nvSpPr>
        <p:spPr>
          <a:xfrm xmlns:a="http://schemas.openxmlformats.org/drawingml/2006/main" rot="0">
            <a:off x="8303704" y="6061710"/>
            <a:ext cx="2396386" cy="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62" name="i0-E3-cil">
            <a:extLst xmlns:a="http://schemas.openxmlformats.org/drawingml/2006/main">
              <a:ext uri="{FF2B5EF4-FFF2-40B4-BE49-F238E27FC236}">
                <a16:creationId xmlns:a16="http://schemas.microsoft.com/office/drawing/2014/main" id="{00FA6F2F-FC4C-4E69-8836-B63D7229FD58}"/>
              </a:ext>
            </a:extLst>
          </p:cNvPr>
          <p:cNvSpPr>
            <a:spLocks xmlns:a="http://schemas.openxmlformats.org/drawingml/2006/main" noGrp="1"/>
          </p:cNvSpPr>
          <p:nvPr/>
        </p:nvSpPr>
        <p:spPr>
          <a:xfrm xmlns:a="http://schemas.openxmlformats.org/drawingml/2006/main" rot="0">
            <a:off x="8303704" y="60331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63" name="i0-E3-cih">
            <a:extLst xmlns:a="http://schemas.openxmlformats.org/drawingml/2006/main">
              <a:ext uri="{FF2B5EF4-FFF2-40B4-BE49-F238E27FC236}">
                <a16:creationId xmlns:a16="http://schemas.microsoft.com/office/drawing/2014/main" id="{DC87DF51-D4B4-4F2B-B572-3E8D9044BFB4}"/>
              </a:ext>
            </a:extLst>
          </p:cNvPr>
          <p:cNvSpPr>
            <a:spLocks xmlns:a="http://schemas.openxmlformats.org/drawingml/2006/main" noGrp="1"/>
          </p:cNvSpPr>
          <p:nvPr/>
        </p:nvSpPr>
        <p:spPr>
          <a:xfrm xmlns:a="http://schemas.openxmlformats.org/drawingml/2006/main" rot="0">
            <a:off x="10700090" y="60331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64" name="i0-E3-mark">
            <a:extLst xmlns:a="http://schemas.openxmlformats.org/drawingml/2006/main">
              <a:ext uri="{FF2B5EF4-FFF2-40B4-BE49-F238E27FC236}">
                <a16:creationId xmlns:a16="http://schemas.microsoft.com/office/drawing/2014/main" id="{5280B080-8B8C-4777-A4FD-C16E7AF5FE20}"/>
              </a:ext>
            </a:extLst>
          </p:cNvPr>
          <p:cNvSpPr>
            <a:spLocks xmlns:a="http://schemas.openxmlformats.org/drawingml/2006/main" noGrp="1"/>
          </p:cNvSpPr>
          <p:nvPr/>
        </p:nvSpPr>
        <p:spPr>
          <a:xfrm xmlns:a="http://schemas.openxmlformats.org/drawingml/2006/main" rot="0">
            <a:off x="9428867" y="6004560"/>
            <a:ext cx="0" cy="114300"/>
          </a:xfrm>
          <a:prstGeom xmlns:a="http://schemas.openxmlformats.org/drawingml/2006/main" prst="line">
            <a:avLst/>
          </a:prstGeom>
          <a:noFill xmlns:a="http://schemas.openxmlformats.org/drawingml/2006/main"/>
          <a:ln xmlns:a="http://schemas.openxmlformats.org/drawingml/2006/main" w="24765">
            <a:solidFill>
              <a:srgbClr val="B23A2C"/>
            </a:solidFill>
            <a:prstDash val="solid"/>
          </a:ln>
        </p:spPr>
      </p:sp>
      <p:sp>
        <p:nvSpPr>
          <p:cNvPr id="165" name="i1-label">
            <a:extLst xmlns:a="http://schemas.openxmlformats.org/drawingml/2006/main">
              <a:ext uri="{FF2B5EF4-FFF2-40B4-BE49-F238E27FC236}">
                <a16:creationId xmlns:a16="http://schemas.microsoft.com/office/drawing/2014/main" id="{1C6D4DBE-F1A7-40ED-BE61-FDA1C64B97BB}"/>
              </a:ext>
            </a:extLst>
          </p:cNvPr>
          <p:cNvSpPr>
            <a:spLocks xmlns:a="http://schemas.openxmlformats.org/drawingml/2006/main" noGrp="1"/>
          </p:cNvSpPr>
          <p:nvPr/>
        </p:nvSpPr>
        <p:spPr>
          <a:xfrm xmlns:a="http://schemas.openxmlformats.org/drawingml/2006/main">
            <a:off x="381000" y="60960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 </a:t>
            </a:r>
            <a:r>
              <a:rPr sz="2250" b="0" i="1">
                <a:solidFill>
                  <a:srgbClr val="1E2E38"/>
                </a:solidFill>
                <a:latin typeface="Times New Roman"/>
                <a:ea typeface="Times New Roman"/>
                <a:cs typeface="Times New Roman"/>
              </a:rPr>
              <a:t>BAL</a:t>
            </a:r>
          </a:p>
        </p:txBody>
      </p:sp>
      <p:sp>
        <p:nvSpPr>
          <p:cNvPr id="166" name="i1-S-bar">
            <a:extLst xmlns:a="http://schemas.openxmlformats.org/drawingml/2006/main">
              <a:ext uri="{FF2B5EF4-FFF2-40B4-BE49-F238E27FC236}">
                <a16:creationId xmlns:a16="http://schemas.microsoft.com/office/drawing/2014/main" id="{0B16A4A4-E092-4B7A-AB59-781AD6C06167}"/>
              </a:ext>
            </a:extLst>
          </p:cNvPr>
          <p:cNvSpPr>
            <a:spLocks xmlns:a="http://schemas.openxmlformats.org/drawingml/2006/main" noGrp="1"/>
          </p:cNvSpPr>
          <p:nvPr/>
        </p:nvSpPr>
        <p:spPr>
          <a:xfrm xmlns:a="http://schemas.openxmlformats.org/drawingml/2006/main">
            <a:off x="6280150" y="6101715"/>
            <a:ext cx="1232974" cy="57150"/>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67" name="i1-S-ci">
            <a:extLst xmlns:a="http://schemas.openxmlformats.org/drawingml/2006/main">
              <a:ext uri="{FF2B5EF4-FFF2-40B4-BE49-F238E27FC236}">
                <a16:creationId xmlns:a16="http://schemas.microsoft.com/office/drawing/2014/main" id="{CAFB3C08-7C70-4225-9B22-35723C9A61A2}"/>
              </a:ext>
            </a:extLst>
          </p:cNvPr>
          <p:cNvSpPr>
            <a:spLocks xmlns:a="http://schemas.openxmlformats.org/drawingml/2006/main" noGrp="1"/>
          </p:cNvSpPr>
          <p:nvPr/>
        </p:nvSpPr>
        <p:spPr>
          <a:xfrm xmlns:a="http://schemas.openxmlformats.org/drawingml/2006/main" rot="0">
            <a:off x="6684821" y="6130290"/>
            <a:ext cx="1540853"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68" name="i1-S-cil">
            <a:extLst xmlns:a="http://schemas.openxmlformats.org/drawingml/2006/main">
              <a:ext uri="{FF2B5EF4-FFF2-40B4-BE49-F238E27FC236}">
                <a16:creationId xmlns:a16="http://schemas.microsoft.com/office/drawing/2014/main" id="{1C2AEBA4-476A-45D2-B6BC-ACB0B7CB0B27}"/>
              </a:ext>
            </a:extLst>
          </p:cNvPr>
          <p:cNvSpPr>
            <a:spLocks xmlns:a="http://schemas.openxmlformats.org/drawingml/2006/main" noGrp="1"/>
          </p:cNvSpPr>
          <p:nvPr/>
        </p:nvSpPr>
        <p:spPr>
          <a:xfrm xmlns:a="http://schemas.openxmlformats.org/drawingml/2006/main" rot="0">
            <a:off x="6684821" y="61017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69" name="i1-S-cih">
            <a:extLst xmlns:a="http://schemas.openxmlformats.org/drawingml/2006/main">
              <a:ext uri="{FF2B5EF4-FFF2-40B4-BE49-F238E27FC236}">
                <a16:creationId xmlns:a16="http://schemas.microsoft.com/office/drawing/2014/main" id="{9CA8D99E-AB19-4413-A194-B49B30559B0E}"/>
              </a:ext>
            </a:extLst>
          </p:cNvPr>
          <p:cNvSpPr>
            <a:spLocks xmlns:a="http://schemas.openxmlformats.org/drawingml/2006/main" noGrp="1"/>
          </p:cNvSpPr>
          <p:nvPr/>
        </p:nvSpPr>
        <p:spPr>
          <a:xfrm xmlns:a="http://schemas.openxmlformats.org/drawingml/2006/main" rot="0">
            <a:off x="8225675" y="61017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70" name="i1-S-mark">
            <a:extLst xmlns:a="http://schemas.openxmlformats.org/drawingml/2006/main">
              <a:ext uri="{FF2B5EF4-FFF2-40B4-BE49-F238E27FC236}">
                <a16:creationId xmlns:a16="http://schemas.microsoft.com/office/drawing/2014/main" id="{5AAA5E46-CE5A-42A3-B1CE-02466FD9A45D}"/>
              </a:ext>
            </a:extLst>
          </p:cNvPr>
          <p:cNvSpPr>
            <a:spLocks xmlns:a="http://schemas.openxmlformats.org/drawingml/2006/main" noGrp="1"/>
          </p:cNvSpPr>
          <p:nvPr/>
        </p:nvSpPr>
        <p:spPr>
          <a:xfrm xmlns:a="http://schemas.openxmlformats.org/drawingml/2006/main" rot="0">
            <a:off x="7513124" y="6073140"/>
            <a:ext cx="0" cy="114300"/>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171" name="i1-D-bar">
            <a:extLst xmlns:a="http://schemas.openxmlformats.org/drawingml/2006/main">
              <a:ext uri="{FF2B5EF4-FFF2-40B4-BE49-F238E27FC236}">
                <a16:creationId xmlns:a16="http://schemas.microsoft.com/office/drawing/2014/main" id="{76D43F89-4D11-4654-94F1-A6AD1E035C1D}"/>
              </a:ext>
            </a:extLst>
          </p:cNvPr>
          <p:cNvSpPr>
            <a:spLocks xmlns:a="http://schemas.openxmlformats.org/drawingml/2006/main" noGrp="1"/>
          </p:cNvSpPr>
          <p:nvPr/>
        </p:nvSpPr>
        <p:spPr>
          <a:xfrm xmlns:a="http://schemas.openxmlformats.org/drawingml/2006/main">
            <a:off x="6280150" y="6170295"/>
            <a:ext cx="1546091" cy="57150"/>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172" name="i1-D-ci">
            <a:extLst xmlns:a="http://schemas.openxmlformats.org/drawingml/2006/main">
              <a:ext uri="{FF2B5EF4-FFF2-40B4-BE49-F238E27FC236}">
                <a16:creationId xmlns:a16="http://schemas.microsoft.com/office/drawing/2014/main" id="{CA947FB5-3812-4F87-B58C-64E1CA1BFEE6}"/>
              </a:ext>
            </a:extLst>
          </p:cNvPr>
          <p:cNvSpPr>
            <a:spLocks xmlns:a="http://schemas.openxmlformats.org/drawingml/2006/main" noGrp="1"/>
          </p:cNvSpPr>
          <p:nvPr/>
        </p:nvSpPr>
        <p:spPr>
          <a:xfrm xmlns:a="http://schemas.openxmlformats.org/drawingml/2006/main" rot="0">
            <a:off x="6908526" y="6198870"/>
            <a:ext cx="2117795"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73" name="i1-D-cil">
            <a:extLst xmlns:a="http://schemas.openxmlformats.org/drawingml/2006/main">
              <a:ext uri="{FF2B5EF4-FFF2-40B4-BE49-F238E27FC236}">
                <a16:creationId xmlns:a16="http://schemas.microsoft.com/office/drawing/2014/main" id="{0C4F8BEB-A543-4432-9A4A-C5FCDC97385A}"/>
              </a:ext>
            </a:extLst>
          </p:cNvPr>
          <p:cNvSpPr>
            <a:spLocks xmlns:a="http://schemas.openxmlformats.org/drawingml/2006/main" noGrp="1"/>
          </p:cNvSpPr>
          <p:nvPr/>
        </p:nvSpPr>
        <p:spPr>
          <a:xfrm xmlns:a="http://schemas.openxmlformats.org/drawingml/2006/main" rot="0">
            <a:off x="6908526" y="61702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74" name="i1-D-cih">
            <a:extLst xmlns:a="http://schemas.openxmlformats.org/drawingml/2006/main">
              <a:ext uri="{FF2B5EF4-FFF2-40B4-BE49-F238E27FC236}">
                <a16:creationId xmlns:a16="http://schemas.microsoft.com/office/drawing/2014/main" id="{7D8E7F6A-9E96-40EA-BA14-3A0C87A37A3C}"/>
              </a:ext>
            </a:extLst>
          </p:cNvPr>
          <p:cNvSpPr>
            <a:spLocks xmlns:a="http://schemas.openxmlformats.org/drawingml/2006/main" noGrp="1"/>
          </p:cNvSpPr>
          <p:nvPr/>
        </p:nvSpPr>
        <p:spPr>
          <a:xfrm xmlns:a="http://schemas.openxmlformats.org/drawingml/2006/main" rot="0">
            <a:off x="9026321" y="61702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75" name="i1-D-mark">
            <a:extLst xmlns:a="http://schemas.openxmlformats.org/drawingml/2006/main">
              <a:ext uri="{FF2B5EF4-FFF2-40B4-BE49-F238E27FC236}">
                <a16:creationId xmlns:a16="http://schemas.microsoft.com/office/drawing/2014/main" id="{0A8D7167-7CD9-4D34-940F-855E9AB03244}"/>
              </a:ext>
            </a:extLst>
          </p:cNvPr>
          <p:cNvSpPr>
            <a:spLocks xmlns:a="http://schemas.openxmlformats.org/drawingml/2006/main" noGrp="1"/>
          </p:cNvSpPr>
          <p:nvPr/>
        </p:nvSpPr>
        <p:spPr>
          <a:xfrm xmlns:a="http://schemas.openxmlformats.org/drawingml/2006/main" rot="0">
            <a:off x="7826241" y="6141720"/>
            <a:ext cx="0" cy="114300"/>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176" name="i1-E1-bar">
            <a:extLst xmlns:a="http://schemas.openxmlformats.org/drawingml/2006/main">
              <a:ext uri="{FF2B5EF4-FFF2-40B4-BE49-F238E27FC236}">
                <a16:creationId xmlns:a16="http://schemas.microsoft.com/office/drawing/2014/main" id="{4F209BA1-1A84-4542-B82A-FFCED2226AE5}"/>
              </a:ext>
            </a:extLst>
          </p:cNvPr>
          <p:cNvSpPr>
            <a:spLocks xmlns:a="http://schemas.openxmlformats.org/drawingml/2006/main" noGrp="1"/>
          </p:cNvSpPr>
          <p:nvPr/>
        </p:nvSpPr>
        <p:spPr>
          <a:xfrm xmlns:a="http://schemas.openxmlformats.org/drawingml/2006/main">
            <a:off x="6280150" y="6238875"/>
            <a:ext cx="1683827" cy="57150"/>
          </a:xfrm>
          <a:prstGeom xmlns:a="http://schemas.openxmlformats.org/drawingml/2006/main" prst="rect">
            <a:avLst/>
          </a:prstGeom>
          <a:solidFill xmlns:a="http://schemas.openxmlformats.org/drawingml/2006/main">
            <a:srgbClr val="E7E2F3"/>
          </a:solidFill>
          <a:ln xmlns:a="http://schemas.openxmlformats.org/drawingml/2006/main" w="0">
            <a:noFill/>
            <a:prstDash val="solid"/>
          </a:ln>
        </p:spPr>
      </p:sp>
      <p:sp>
        <p:nvSpPr>
          <p:cNvPr id="177" name="i1-E1-ci">
            <a:extLst xmlns:a="http://schemas.openxmlformats.org/drawingml/2006/main">
              <a:ext uri="{FF2B5EF4-FFF2-40B4-BE49-F238E27FC236}">
                <a16:creationId xmlns:a16="http://schemas.microsoft.com/office/drawing/2014/main" id="{CD2966E4-DC52-4854-89DA-371C5F3425DC}"/>
              </a:ext>
            </a:extLst>
          </p:cNvPr>
          <p:cNvSpPr>
            <a:spLocks xmlns:a="http://schemas.openxmlformats.org/drawingml/2006/main" noGrp="1"/>
          </p:cNvSpPr>
          <p:nvPr/>
        </p:nvSpPr>
        <p:spPr>
          <a:xfrm xmlns:a="http://schemas.openxmlformats.org/drawingml/2006/main" rot="0">
            <a:off x="7076894" y="6267450"/>
            <a:ext cx="1853836"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78" name="i1-E1-cil">
            <a:extLst xmlns:a="http://schemas.openxmlformats.org/drawingml/2006/main">
              <a:ext uri="{FF2B5EF4-FFF2-40B4-BE49-F238E27FC236}">
                <a16:creationId xmlns:a16="http://schemas.microsoft.com/office/drawing/2014/main" id="{4E3D11CB-9211-411C-9CE2-02D1A2DCFB04}"/>
              </a:ext>
            </a:extLst>
          </p:cNvPr>
          <p:cNvSpPr>
            <a:spLocks xmlns:a="http://schemas.openxmlformats.org/drawingml/2006/main" noGrp="1"/>
          </p:cNvSpPr>
          <p:nvPr/>
        </p:nvSpPr>
        <p:spPr>
          <a:xfrm xmlns:a="http://schemas.openxmlformats.org/drawingml/2006/main" rot="0">
            <a:off x="7076894" y="62388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79" name="i1-E1-cih">
            <a:extLst xmlns:a="http://schemas.openxmlformats.org/drawingml/2006/main">
              <a:ext uri="{FF2B5EF4-FFF2-40B4-BE49-F238E27FC236}">
                <a16:creationId xmlns:a16="http://schemas.microsoft.com/office/drawing/2014/main" id="{15A1305A-3C10-4A54-AFE6-8AA3293E3A13}"/>
              </a:ext>
            </a:extLst>
          </p:cNvPr>
          <p:cNvSpPr>
            <a:spLocks xmlns:a="http://schemas.openxmlformats.org/drawingml/2006/main" noGrp="1"/>
          </p:cNvSpPr>
          <p:nvPr/>
        </p:nvSpPr>
        <p:spPr>
          <a:xfrm xmlns:a="http://schemas.openxmlformats.org/drawingml/2006/main" rot="0">
            <a:off x="8930731" y="62388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80" name="i1-E1-mark">
            <a:extLst xmlns:a="http://schemas.openxmlformats.org/drawingml/2006/main">
              <a:ext uri="{FF2B5EF4-FFF2-40B4-BE49-F238E27FC236}">
                <a16:creationId xmlns:a16="http://schemas.microsoft.com/office/drawing/2014/main" id="{D12AB71F-F269-497C-B6D8-2FB93AB6DBC6}"/>
              </a:ext>
            </a:extLst>
          </p:cNvPr>
          <p:cNvSpPr>
            <a:spLocks xmlns:a="http://schemas.openxmlformats.org/drawingml/2006/main" noGrp="1"/>
          </p:cNvSpPr>
          <p:nvPr/>
        </p:nvSpPr>
        <p:spPr>
          <a:xfrm xmlns:a="http://schemas.openxmlformats.org/drawingml/2006/main" rot="0">
            <a:off x="7963977" y="6210300"/>
            <a:ext cx="0" cy="114300"/>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181" name="i1-E2-bar">
            <a:extLst xmlns:a="http://schemas.openxmlformats.org/drawingml/2006/main">
              <a:ext uri="{FF2B5EF4-FFF2-40B4-BE49-F238E27FC236}">
                <a16:creationId xmlns:a16="http://schemas.microsoft.com/office/drawing/2014/main" id="{7016377E-4915-4A21-80E6-D7C3856FF2A7}"/>
              </a:ext>
            </a:extLst>
          </p:cNvPr>
          <p:cNvSpPr>
            <a:spLocks xmlns:a="http://schemas.openxmlformats.org/drawingml/2006/main" noGrp="1"/>
          </p:cNvSpPr>
          <p:nvPr/>
        </p:nvSpPr>
        <p:spPr>
          <a:xfrm xmlns:a="http://schemas.openxmlformats.org/drawingml/2006/main">
            <a:off x="6280150" y="6307455"/>
            <a:ext cx="81703" cy="57150"/>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182" name="i1-E2-ci">
            <a:extLst xmlns:a="http://schemas.openxmlformats.org/drawingml/2006/main">
              <a:ext uri="{FF2B5EF4-FFF2-40B4-BE49-F238E27FC236}">
                <a16:creationId xmlns:a16="http://schemas.microsoft.com/office/drawing/2014/main" id="{964D5542-A11D-4DFA-BBBA-AFC521EE5A67}"/>
              </a:ext>
            </a:extLst>
          </p:cNvPr>
          <p:cNvSpPr>
            <a:spLocks xmlns:a="http://schemas.openxmlformats.org/drawingml/2006/main" noGrp="1"/>
          </p:cNvSpPr>
          <p:nvPr/>
        </p:nvSpPr>
        <p:spPr>
          <a:xfrm xmlns:a="http://schemas.openxmlformats.org/drawingml/2006/main" rot="0">
            <a:off x="5875009" y="6336030"/>
            <a:ext cx="1123275" cy="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83" name="i1-E2-cil">
            <a:extLst xmlns:a="http://schemas.openxmlformats.org/drawingml/2006/main">
              <a:ext uri="{FF2B5EF4-FFF2-40B4-BE49-F238E27FC236}">
                <a16:creationId xmlns:a16="http://schemas.microsoft.com/office/drawing/2014/main" id="{D7075CD2-F010-4814-AC28-436D79880C72}"/>
              </a:ext>
            </a:extLst>
          </p:cNvPr>
          <p:cNvSpPr>
            <a:spLocks xmlns:a="http://schemas.openxmlformats.org/drawingml/2006/main" noGrp="1"/>
          </p:cNvSpPr>
          <p:nvPr/>
        </p:nvSpPr>
        <p:spPr>
          <a:xfrm xmlns:a="http://schemas.openxmlformats.org/drawingml/2006/main" rot="0">
            <a:off x="5875009" y="63074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84" name="i1-E2-cih">
            <a:extLst xmlns:a="http://schemas.openxmlformats.org/drawingml/2006/main">
              <a:ext uri="{FF2B5EF4-FFF2-40B4-BE49-F238E27FC236}">
                <a16:creationId xmlns:a16="http://schemas.microsoft.com/office/drawing/2014/main" id="{4F91C4CB-770F-4EF4-85C7-425A073EECE2}"/>
              </a:ext>
            </a:extLst>
          </p:cNvPr>
          <p:cNvSpPr>
            <a:spLocks xmlns:a="http://schemas.openxmlformats.org/drawingml/2006/main" noGrp="1"/>
          </p:cNvSpPr>
          <p:nvPr/>
        </p:nvSpPr>
        <p:spPr>
          <a:xfrm xmlns:a="http://schemas.openxmlformats.org/drawingml/2006/main" rot="0">
            <a:off x="6998284" y="63074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185" name="i1-E2-mark">
            <a:extLst xmlns:a="http://schemas.openxmlformats.org/drawingml/2006/main">
              <a:ext uri="{FF2B5EF4-FFF2-40B4-BE49-F238E27FC236}">
                <a16:creationId xmlns:a16="http://schemas.microsoft.com/office/drawing/2014/main" id="{3F8E74E5-E5B3-42E9-810E-7736AC5B1F81}"/>
              </a:ext>
            </a:extLst>
          </p:cNvPr>
          <p:cNvSpPr>
            <a:spLocks xmlns:a="http://schemas.openxmlformats.org/drawingml/2006/main" noGrp="1"/>
          </p:cNvSpPr>
          <p:nvPr/>
        </p:nvSpPr>
        <p:spPr>
          <a:xfrm xmlns:a="http://schemas.openxmlformats.org/drawingml/2006/main" rot="0">
            <a:off x="6361853" y="6278880"/>
            <a:ext cx="0" cy="114300"/>
          </a:xfrm>
          <a:prstGeom xmlns:a="http://schemas.openxmlformats.org/drawingml/2006/main" prst="line">
            <a:avLst/>
          </a:prstGeom>
          <a:noFill xmlns:a="http://schemas.openxmlformats.org/drawingml/2006/main"/>
          <a:ln xmlns:a="http://schemas.openxmlformats.org/drawingml/2006/main" w="24765">
            <a:solidFill>
              <a:srgbClr val="B27C20"/>
            </a:solidFill>
            <a:prstDash val="solid"/>
          </a:ln>
        </p:spPr>
      </p:sp>
      <p:sp>
        <p:nvSpPr>
          <p:cNvPr id="186" name="i1-E3-bar">
            <a:extLst xmlns:a="http://schemas.openxmlformats.org/drawingml/2006/main">
              <a:ext uri="{FF2B5EF4-FFF2-40B4-BE49-F238E27FC236}">
                <a16:creationId xmlns:a16="http://schemas.microsoft.com/office/drawing/2014/main" id="{D717D4B0-74D7-4204-9B31-537BBB0253CC}"/>
              </a:ext>
            </a:extLst>
          </p:cNvPr>
          <p:cNvSpPr>
            <a:spLocks xmlns:a="http://schemas.openxmlformats.org/drawingml/2006/main" noGrp="1"/>
          </p:cNvSpPr>
          <p:nvPr/>
        </p:nvSpPr>
        <p:spPr>
          <a:xfrm xmlns:a="http://schemas.openxmlformats.org/drawingml/2006/main">
            <a:off x="6280150" y="6376035"/>
            <a:ext cx="2116377" cy="57150"/>
          </a:xfrm>
          <a:prstGeom xmlns:a="http://schemas.openxmlformats.org/drawingml/2006/main" prst="rect">
            <a:avLst/>
          </a:prstGeom>
          <a:solidFill xmlns:a="http://schemas.openxmlformats.org/drawingml/2006/main">
            <a:srgbClr val="F2E2E0"/>
          </a:solidFill>
          <a:ln xmlns:a="http://schemas.openxmlformats.org/drawingml/2006/main" w="0">
            <a:noFill/>
            <a:prstDash val="solid"/>
          </a:ln>
        </p:spPr>
      </p:sp>
      <p:sp>
        <p:nvSpPr>
          <p:cNvPr id="187" name="i1-E3-ci">
            <a:extLst xmlns:a="http://schemas.openxmlformats.org/drawingml/2006/main">
              <a:ext uri="{FF2B5EF4-FFF2-40B4-BE49-F238E27FC236}">
                <a16:creationId xmlns:a16="http://schemas.microsoft.com/office/drawing/2014/main" id="{D6CCB1D6-3C8C-4622-BE08-CDBA03ED7DFB}"/>
              </a:ext>
            </a:extLst>
          </p:cNvPr>
          <p:cNvSpPr>
            <a:spLocks xmlns:a="http://schemas.openxmlformats.org/drawingml/2006/main" noGrp="1"/>
          </p:cNvSpPr>
          <p:nvPr/>
        </p:nvSpPr>
        <p:spPr>
          <a:xfrm xmlns:a="http://schemas.openxmlformats.org/drawingml/2006/main" rot="0">
            <a:off x="7351845" y="6404610"/>
            <a:ext cx="2093374" cy="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88" name="i1-E3-cil">
            <a:extLst xmlns:a="http://schemas.openxmlformats.org/drawingml/2006/main">
              <a:ext uri="{FF2B5EF4-FFF2-40B4-BE49-F238E27FC236}">
                <a16:creationId xmlns:a16="http://schemas.microsoft.com/office/drawing/2014/main" id="{30655455-5A22-4652-AA89-B1F96ACE32BD}"/>
              </a:ext>
            </a:extLst>
          </p:cNvPr>
          <p:cNvSpPr>
            <a:spLocks xmlns:a="http://schemas.openxmlformats.org/drawingml/2006/main" noGrp="1"/>
          </p:cNvSpPr>
          <p:nvPr/>
        </p:nvSpPr>
        <p:spPr>
          <a:xfrm xmlns:a="http://schemas.openxmlformats.org/drawingml/2006/main" rot="0">
            <a:off x="7351845" y="63760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89" name="i1-E3-cih">
            <a:extLst xmlns:a="http://schemas.openxmlformats.org/drawingml/2006/main">
              <a:ext uri="{FF2B5EF4-FFF2-40B4-BE49-F238E27FC236}">
                <a16:creationId xmlns:a16="http://schemas.microsoft.com/office/drawing/2014/main" id="{0BF106DC-61A7-4648-B91E-7B9D89E4E949}"/>
              </a:ext>
            </a:extLst>
          </p:cNvPr>
          <p:cNvSpPr>
            <a:spLocks xmlns:a="http://schemas.openxmlformats.org/drawingml/2006/main" noGrp="1"/>
          </p:cNvSpPr>
          <p:nvPr/>
        </p:nvSpPr>
        <p:spPr>
          <a:xfrm xmlns:a="http://schemas.openxmlformats.org/drawingml/2006/main" rot="0">
            <a:off x="9445220" y="63760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190" name="i1-E3-mark">
            <a:extLst xmlns:a="http://schemas.openxmlformats.org/drawingml/2006/main">
              <a:ext uri="{FF2B5EF4-FFF2-40B4-BE49-F238E27FC236}">
                <a16:creationId xmlns:a16="http://schemas.microsoft.com/office/drawing/2014/main" id="{A06F8AF5-3E67-4354-A4DA-DB6983991F14}"/>
              </a:ext>
            </a:extLst>
          </p:cNvPr>
          <p:cNvSpPr>
            <a:spLocks xmlns:a="http://schemas.openxmlformats.org/drawingml/2006/main" noGrp="1"/>
          </p:cNvSpPr>
          <p:nvPr/>
        </p:nvSpPr>
        <p:spPr>
          <a:xfrm xmlns:a="http://schemas.openxmlformats.org/drawingml/2006/main" rot="0">
            <a:off x="8396527" y="6347460"/>
            <a:ext cx="0" cy="114300"/>
          </a:xfrm>
          <a:prstGeom xmlns:a="http://schemas.openxmlformats.org/drawingml/2006/main" prst="line">
            <a:avLst/>
          </a:prstGeom>
          <a:noFill xmlns:a="http://schemas.openxmlformats.org/drawingml/2006/main"/>
          <a:ln xmlns:a="http://schemas.openxmlformats.org/drawingml/2006/main" w="24765">
            <a:solidFill>
              <a:srgbClr val="B23A2C"/>
            </a:solidFill>
            <a:prstDash val="solid"/>
          </a:ln>
        </p:spPr>
      </p:sp>
      <p:sp>
        <p:nvSpPr>
          <p:cNvPr id="191" name="i2-label">
            <a:extLst xmlns:a="http://schemas.openxmlformats.org/drawingml/2006/main">
              <a:ext uri="{FF2B5EF4-FFF2-40B4-BE49-F238E27FC236}">
                <a16:creationId xmlns:a16="http://schemas.microsoft.com/office/drawing/2014/main" id="{00627780-E47F-4462-9DBF-7935B622542A}"/>
              </a:ext>
            </a:extLst>
          </p:cNvPr>
          <p:cNvSpPr>
            <a:spLocks xmlns:a="http://schemas.openxmlformats.org/drawingml/2006/main" noGrp="1"/>
          </p:cNvSpPr>
          <p:nvPr/>
        </p:nvSpPr>
        <p:spPr>
          <a:xfrm xmlns:a="http://schemas.openxmlformats.org/drawingml/2006/main">
            <a:off x="381000" y="6438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 </a:t>
            </a:r>
            <a:r>
              <a:rPr sz="2250" b="0" i="1">
                <a:solidFill>
                  <a:srgbClr val="1E2E38"/>
                </a:solidFill>
                <a:latin typeface="Times New Roman"/>
                <a:ea typeface="Times New Roman"/>
                <a:cs typeface="Times New Roman"/>
              </a:rPr>
              <a:t>TRI</a:t>
            </a:r>
          </a:p>
        </p:txBody>
      </p:sp>
      <p:sp>
        <p:nvSpPr>
          <p:cNvPr id="192" name="i2-S-bar">
            <a:extLst xmlns:a="http://schemas.openxmlformats.org/drawingml/2006/main">
              <a:ext uri="{FF2B5EF4-FFF2-40B4-BE49-F238E27FC236}">
                <a16:creationId xmlns:a16="http://schemas.microsoft.com/office/drawing/2014/main" id="{06FFD403-69D7-4A20-88F7-5DAB4869AEBF}"/>
              </a:ext>
            </a:extLst>
          </p:cNvPr>
          <p:cNvSpPr>
            <a:spLocks xmlns:a="http://schemas.openxmlformats.org/drawingml/2006/main" noGrp="1"/>
          </p:cNvSpPr>
          <p:nvPr/>
        </p:nvSpPr>
        <p:spPr>
          <a:xfrm xmlns:a="http://schemas.openxmlformats.org/drawingml/2006/main">
            <a:off x="6280150" y="6444615"/>
            <a:ext cx="64688" cy="57150"/>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93" name="i2-S-ci">
            <a:extLst xmlns:a="http://schemas.openxmlformats.org/drawingml/2006/main">
              <a:ext uri="{FF2B5EF4-FFF2-40B4-BE49-F238E27FC236}">
                <a16:creationId xmlns:a16="http://schemas.microsoft.com/office/drawing/2014/main" id="{005C69FE-0FB7-43C0-9FF8-454E1F04B8DF}"/>
              </a:ext>
            </a:extLst>
          </p:cNvPr>
          <p:cNvSpPr>
            <a:spLocks xmlns:a="http://schemas.openxmlformats.org/drawingml/2006/main" noGrp="1"/>
          </p:cNvSpPr>
          <p:nvPr/>
        </p:nvSpPr>
        <p:spPr>
          <a:xfrm xmlns:a="http://schemas.openxmlformats.org/drawingml/2006/main" rot="0">
            <a:off x="5928497" y="6473190"/>
            <a:ext cx="890720"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94" name="i2-S-cil">
            <a:extLst xmlns:a="http://schemas.openxmlformats.org/drawingml/2006/main">
              <a:ext uri="{FF2B5EF4-FFF2-40B4-BE49-F238E27FC236}">
                <a16:creationId xmlns:a16="http://schemas.microsoft.com/office/drawing/2014/main" id="{DA1E720A-A124-4E01-B9EB-224B96832670}"/>
              </a:ext>
            </a:extLst>
          </p:cNvPr>
          <p:cNvSpPr>
            <a:spLocks xmlns:a="http://schemas.openxmlformats.org/drawingml/2006/main" noGrp="1"/>
          </p:cNvSpPr>
          <p:nvPr/>
        </p:nvSpPr>
        <p:spPr>
          <a:xfrm xmlns:a="http://schemas.openxmlformats.org/drawingml/2006/main" rot="0">
            <a:off x="5928497" y="64446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95" name="i2-S-cih">
            <a:extLst xmlns:a="http://schemas.openxmlformats.org/drawingml/2006/main">
              <a:ext uri="{FF2B5EF4-FFF2-40B4-BE49-F238E27FC236}">
                <a16:creationId xmlns:a16="http://schemas.microsoft.com/office/drawing/2014/main" id="{0CD13AEA-CA21-451A-9F56-36DC14F203FA}"/>
              </a:ext>
            </a:extLst>
          </p:cNvPr>
          <p:cNvSpPr>
            <a:spLocks xmlns:a="http://schemas.openxmlformats.org/drawingml/2006/main" noGrp="1"/>
          </p:cNvSpPr>
          <p:nvPr/>
        </p:nvSpPr>
        <p:spPr>
          <a:xfrm xmlns:a="http://schemas.openxmlformats.org/drawingml/2006/main" rot="0">
            <a:off x="6819217" y="64446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196" name="i2-S-mark">
            <a:extLst xmlns:a="http://schemas.openxmlformats.org/drawingml/2006/main">
              <a:ext uri="{FF2B5EF4-FFF2-40B4-BE49-F238E27FC236}">
                <a16:creationId xmlns:a16="http://schemas.microsoft.com/office/drawing/2014/main" id="{8B39122C-1316-44D7-A87C-00D0D7C34629}"/>
              </a:ext>
            </a:extLst>
          </p:cNvPr>
          <p:cNvSpPr>
            <a:spLocks xmlns:a="http://schemas.openxmlformats.org/drawingml/2006/main" noGrp="1"/>
          </p:cNvSpPr>
          <p:nvPr/>
        </p:nvSpPr>
        <p:spPr>
          <a:xfrm xmlns:a="http://schemas.openxmlformats.org/drawingml/2006/main" rot="0">
            <a:off x="6344838" y="6416040"/>
            <a:ext cx="0" cy="114300"/>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197" name="i2-D-bar">
            <a:extLst xmlns:a="http://schemas.openxmlformats.org/drawingml/2006/main">
              <a:ext uri="{FF2B5EF4-FFF2-40B4-BE49-F238E27FC236}">
                <a16:creationId xmlns:a16="http://schemas.microsoft.com/office/drawing/2014/main" id="{1E8BF372-6F6F-402B-8236-6E29A4C37070}"/>
              </a:ext>
            </a:extLst>
          </p:cNvPr>
          <p:cNvSpPr>
            <a:spLocks xmlns:a="http://schemas.openxmlformats.org/drawingml/2006/main" noGrp="1"/>
          </p:cNvSpPr>
          <p:nvPr/>
        </p:nvSpPr>
        <p:spPr>
          <a:xfrm xmlns:a="http://schemas.openxmlformats.org/drawingml/2006/main">
            <a:off x="6280150" y="6513195"/>
            <a:ext cx="1423475" cy="57150"/>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198" name="i2-D-ci">
            <a:extLst xmlns:a="http://schemas.openxmlformats.org/drawingml/2006/main">
              <a:ext uri="{FF2B5EF4-FFF2-40B4-BE49-F238E27FC236}">
                <a16:creationId xmlns:a16="http://schemas.microsoft.com/office/drawing/2014/main" id="{19B25867-CD5F-443F-9E15-AE5153C620D3}"/>
              </a:ext>
            </a:extLst>
          </p:cNvPr>
          <p:cNvSpPr>
            <a:spLocks xmlns:a="http://schemas.openxmlformats.org/drawingml/2006/main" noGrp="1"/>
          </p:cNvSpPr>
          <p:nvPr/>
        </p:nvSpPr>
        <p:spPr>
          <a:xfrm xmlns:a="http://schemas.openxmlformats.org/drawingml/2006/main" rot="0">
            <a:off x="7121785" y="6541770"/>
            <a:ext cx="1226529"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199" name="i2-D-cil">
            <a:extLst xmlns:a="http://schemas.openxmlformats.org/drawingml/2006/main">
              <a:ext uri="{FF2B5EF4-FFF2-40B4-BE49-F238E27FC236}">
                <a16:creationId xmlns:a16="http://schemas.microsoft.com/office/drawing/2014/main" id="{C15C6889-AB40-4863-93F4-4F2D6306CDB1}"/>
              </a:ext>
            </a:extLst>
          </p:cNvPr>
          <p:cNvSpPr>
            <a:spLocks xmlns:a="http://schemas.openxmlformats.org/drawingml/2006/main" noGrp="1"/>
          </p:cNvSpPr>
          <p:nvPr/>
        </p:nvSpPr>
        <p:spPr>
          <a:xfrm xmlns:a="http://schemas.openxmlformats.org/drawingml/2006/main" rot="0">
            <a:off x="7121785" y="65131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200" name="i2-D-cih">
            <a:extLst xmlns:a="http://schemas.openxmlformats.org/drawingml/2006/main">
              <a:ext uri="{FF2B5EF4-FFF2-40B4-BE49-F238E27FC236}">
                <a16:creationId xmlns:a16="http://schemas.microsoft.com/office/drawing/2014/main" id="{12B64141-181E-4848-BEB4-2E7EB4C035A9}"/>
              </a:ext>
            </a:extLst>
          </p:cNvPr>
          <p:cNvSpPr>
            <a:spLocks xmlns:a="http://schemas.openxmlformats.org/drawingml/2006/main" noGrp="1"/>
          </p:cNvSpPr>
          <p:nvPr/>
        </p:nvSpPr>
        <p:spPr>
          <a:xfrm xmlns:a="http://schemas.openxmlformats.org/drawingml/2006/main" rot="0">
            <a:off x="8348314" y="65131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201" name="i2-D-mark">
            <a:extLst xmlns:a="http://schemas.openxmlformats.org/drawingml/2006/main">
              <a:ext uri="{FF2B5EF4-FFF2-40B4-BE49-F238E27FC236}">
                <a16:creationId xmlns:a16="http://schemas.microsoft.com/office/drawing/2014/main" id="{63DA5C4A-0A31-45A7-A086-F37C72273322}"/>
              </a:ext>
            </a:extLst>
          </p:cNvPr>
          <p:cNvSpPr>
            <a:spLocks xmlns:a="http://schemas.openxmlformats.org/drawingml/2006/main" noGrp="1"/>
          </p:cNvSpPr>
          <p:nvPr/>
        </p:nvSpPr>
        <p:spPr>
          <a:xfrm xmlns:a="http://schemas.openxmlformats.org/drawingml/2006/main" rot="0">
            <a:off x="7703625" y="6484620"/>
            <a:ext cx="0" cy="114300"/>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202" name="i2-E1-bar">
            <a:extLst xmlns:a="http://schemas.openxmlformats.org/drawingml/2006/main">
              <a:ext uri="{FF2B5EF4-FFF2-40B4-BE49-F238E27FC236}">
                <a16:creationId xmlns:a16="http://schemas.microsoft.com/office/drawing/2014/main" id="{FA5FCFE9-15C9-4A33-A512-26644EE04AEE}"/>
              </a:ext>
            </a:extLst>
          </p:cNvPr>
          <p:cNvSpPr>
            <a:spLocks xmlns:a="http://schemas.openxmlformats.org/drawingml/2006/main" noGrp="1"/>
          </p:cNvSpPr>
          <p:nvPr/>
        </p:nvSpPr>
        <p:spPr>
          <a:xfrm xmlns:a="http://schemas.openxmlformats.org/drawingml/2006/main">
            <a:off x="6280150" y="6581775"/>
            <a:ext cx="994413" cy="57150"/>
          </a:xfrm>
          <a:prstGeom xmlns:a="http://schemas.openxmlformats.org/drawingml/2006/main" prst="rect">
            <a:avLst/>
          </a:prstGeom>
          <a:solidFill xmlns:a="http://schemas.openxmlformats.org/drawingml/2006/main">
            <a:srgbClr val="E7E2F3"/>
          </a:solidFill>
          <a:ln xmlns:a="http://schemas.openxmlformats.org/drawingml/2006/main" w="0">
            <a:noFill/>
            <a:prstDash val="solid"/>
          </a:ln>
        </p:spPr>
      </p:sp>
      <p:sp>
        <p:nvSpPr>
          <p:cNvPr id="203" name="i2-E1-ci">
            <a:extLst xmlns:a="http://schemas.openxmlformats.org/drawingml/2006/main">
              <a:ext uri="{FF2B5EF4-FFF2-40B4-BE49-F238E27FC236}">
                <a16:creationId xmlns:a16="http://schemas.microsoft.com/office/drawing/2014/main" id="{02503D74-B52A-44EC-9BE1-355931E7DD1F}"/>
              </a:ext>
            </a:extLst>
          </p:cNvPr>
          <p:cNvSpPr>
            <a:spLocks xmlns:a="http://schemas.openxmlformats.org/drawingml/2006/main" noGrp="1"/>
          </p:cNvSpPr>
          <p:nvPr/>
        </p:nvSpPr>
        <p:spPr>
          <a:xfrm xmlns:a="http://schemas.openxmlformats.org/drawingml/2006/main" rot="0">
            <a:off x="6635303" y="6610350"/>
            <a:ext cx="1295422"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04" name="i2-E1-cil">
            <a:extLst xmlns:a="http://schemas.openxmlformats.org/drawingml/2006/main">
              <a:ext uri="{FF2B5EF4-FFF2-40B4-BE49-F238E27FC236}">
                <a16:creationId xmlns:a16="http://schemas.microsoft.com/office/drawing/2014/main" id="{C41ED252-7D07-4F0E-AEA3-65F048F62D24}"/>
              </a:ext>
            </a:extLst>
          </p:cNvPr>
          <p:cNvSpPr>
            <a:spLocks xmlns:a="http://schemas.openxmlformats.org/drawingml/2006/main" noGrp="1"/>
          </p:cNvSpPr>
          <p:nvPr/>
        </p:nvSpPr>
        <p:spPr>
          <a:xfrm xmlns:a="http://schemas.openxmlformats.org/drawingml/2006/main" rot="0">
            <a:off x="6635303" y="65817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05" name="i2-E1-cih">
            <a:extLst xmlns:a="http://schemas.openxmlformats.org/drawingml/2006/main">
              <a:ext uri="{FF2B5EF4-FFF2-40B4-BE49-F238E27FC236}">
                <a16:creationId xmlns:a16="http://schemas.microsoft.com/office/drawing/2014/main" id="{CED710CF-5479-4DD1-9E21-35C66DB9FCBC}"/>
              </a:ext>
            </a:extLst>
          </p:cNvPr>
          <p:cNvSpPr>
            <a:spLocks xmlns:a="http://schemas.openxmlformats.org/drawingml/2006/main" noGrp="1"/>
          </p:cNvSpPr>
          <p:nvPr/>
        </p:nvSpPr>
        <p:spPr>
          <a:xfrm xmlns:a="http://schemas.openxmlformats.org/drawingml/2006/main" rot="0">
            <a:off x="7930724" y="65817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06" name="i2-E1-mark">
            <a:extLst xmlns:a="http://schemas.openxmlformats.org/drawingml/2006/main">
              <a:ext uri="{FF2B5EF4-FFF2-40B4-BE49-F238E27FC236}">
                <a16:creationId xmlns:a16="http://schemas.microsoft.com/office/drawing/2014/main" id="{AA44A761-BE9E-48B5-9D5E-FA03E45AB0A0}"/>
              </a:ext>
            </a:extLst>
          </p:cNvPr>
          <p:cNvSpPr>
            <a:spLocks xmlns:a="http://schemas.openxmlformats.org/drawingml/2006/main" noGrp="1"/>
          </p:cNvSpPr>
          <p:nvPr/>
        </p:nvSpPr>
        <p:spPr>
          <a:xfrm xmlns:a="http://schemas.openxmlformats.org/drawingml/2006/main" rot="0">
            <a:off x="7274563" y="6553200"/>
            <a:ext cx="0" cy="114300"/>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207" name="i2-E2-bar">
            <a:extLst xmlns:a="http://schemas.openxmlformats.org/drawingml/2006/main">
              <a:ext uri="{FF2B5EF4-FFF2-40B4-BE49-F238E27FC236}">
                <a16:creationId xmlns:a16="http://schemas.microsoft.com/office/drawing/2014/main" id="{D43D1B96-C494-48D2-840C-67AA7588C57B}"/>
              </a:ext>
            </a:extLst>
          </p:cNvPr>
          <p:cNvSpPr>
            <a:spLocks xmlns:a="http://schemas.openxmlformats.org/drawingml/2006/main" noGrp="1"/>
          </p:cNvSpPr>
          <p:nvPr/>
        </p:nvSpPr>
        <p:spPr>
          <a:xfrm xmlns:a="http://schemas.openxmlformats.org/drawingml/2006/main">
            <a:off x="6280150" y="6650355"/>
            <a:ext cx="402321" cy="57150"/>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208" name="i2-E2-ci">
            <a:extLst xmlns:a="http://schemas.openxmlformats.org/drawingml/2006/main">
              <a:ext uri="{FF2B5EF4-FFF2-40B4-BE49-F238E27FC236}">
                <a16:creationId xmlns:a16="http://schemas.microsoft.com/office/drawing/2014/main" id="{F2484B04-F92E-4D3A-BDBC-512D1F0A0714}"/>
              </a:ext>
            </a:extLst>
          </p:cNvPr>
          <p:cNvSpPr>
            <a:spLocks xmlns:a="http://schemas.openxmlformats.org/drawingml/2006/main" noGrp="1"/>
          </p:cNvSpPr>
          <p:nvPr/>
        </p:nvSpPr>
        <p:spPr>
          <a:xfrm xmlns:a="http://schemas.openxmlformats.org/drawingml/2006/main" rot="0">
            <a:off x="6519484" y="6678930"/>
            <a:ext cx="383566" cy="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09" name="i2-E2-cil">
            <a:extLst xmlns:a="http://schemas.openxmlformats.org/drawingml/2006/main">
              <a:ext uri="{FF2B5EF4-FFF2-40B4-BE49-F238E27FC236}">
                <a16:creationId xmlns:a16="http://schemas.microsoft.com/office/drawing/2014/main" id="{70D588DF-7820-4EE7-8DC0-7BB298B54DA6}"/>
              </a:ext>
            </a:extLst>
          </p:cNvPr>
          <p:cNvSpPr>
            <a:spLocks xmlns:a="http://schemas.openxmlformats.org/drawingml/2006/main" noGrp="1"/>
          </p:cNvSpPr>
          <p:nvPr/>
        </p:nvSpPr>
        <p:spPr>
          <a:xfrm xmlns:a="http://schemas.openxmlformats.org/drawingml/2006/main" rot="0">
            <a:off x="6519484" y="66503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10" name="i2-E2-cih">
            <a:extLst xmlns:a="http://schemas.openxmlformats.org/drawingml/2006/main">
              <a:ext uri="{FF2B5EF4-FFF2-40B4-BE49-F238E27FC236}">
                <a16:creationId xmlns:a16="http://schemas.microsoft.com/office/drawing/2014/main" id="{9CDBC217-D05A-482B-BCCD-AF7272C24E85}"/>
              </a:ext>
            </a:extLst>
          </p:cNvPr>
          <p:cNvSpPr>
            <a:spLocks xmlns:a="http://schemas.openxmlformats.org/drawingml/2006/main" noGrp="1"/>
          </p:cNvSpPr>
          <p:nvPr/>
        </p:nvSpPr>
        <p:spPr>
          <a:xfrm xmlns:a="http://schemas.openxmlformats.org/drawingml/2006/main" rot="0">
            <a:off x="6903051" y="66503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11" name="i2-E2-mark">
            <a:extLst xmlns:a="http://schemas.openxmlformats.org/drawingml/2006/main">
              <a:ext uri="{FF2B5EF4-FFF2-40B4-BE49-F238E27FC236}">
                <a16:creationId xmlns:a16="http://schemas.microsoft.com/office/drawing/2014/main" id="{D6F8B1D7-F086-4078-89D2-7351258F699B}"/>
              </a:ext>
            </a:extLst>
          </p:cNvPr>
          <p:cNvSpPr>
            <a:spLocks xmlns:a="http://schemas.openxmlformats.org/drawingml/2006/main" noGrp="1"/>
          </p:cNvSpPr>
          <p:nvPr/>
        </p:nvSpPr>
        <p:spPr>
          <a:xfrm xmlns:a="http://schemas.openxmlformats.org/drawingml/2006/main" rot="0">
            <a:off x="6682471" y="6621780"/>
            <a:ext cx="0" cy="114300"/>
          </a:xfrm>
          <a:prstGeom xmlns:a="http://schemas.openxmlformats.org/drawingml/2006/main" prst="line">
            <a:avLst/>
          </a:prstGeom>
          <a:noFill xmlns:a="http://schemas.openxmlformats.org/drawingml/2006/main"/>
          <a:ln xmlns:a="http://schemas.openxmlformats.org/drawingml/2006/main" w="24765">
            <a:solidFill>
              <a:srgbClr val="B27C20"/>
            </a:solidFill>
            <a:prstDash val="solid"/>
          </a:ln>
        </p:spPr>
      </p:sp>
      <p:sp>
        <p:nvSpPr>
          <p:cNvPr id="212" name="i2-E3-bar">
            <a:extLst xmlns:a="http://schemas.openxmlformats.org/drawingml/2006/main">
              <a:ext uri="{FF2B5EF4-FFF2-40B4-BE49-F238E27FC236}">
                <a16:creationId xmlns:a16="http://schemas.microsoft.com/office/drawing/2014/main" id="{793D2A9F-2332-42D8-ACBA-005609CE7D92}"/>
              </a:ext>
            </a:extLst>
          </p:cNvPr>
          <p:cNvSpPr>
            <a:spLocks xmlns:a="http://schemas.openxmlformats.org/drawingml/2006/main" noGrp="1"/>
          </p:cNvSpPr>
          <p:nvPr/>
        </p:nvSpPr>
        <p:spPr>
          <a:xfrm xmlns:a="http://schemas.openxmlformats.org/drawingml/2006/main">
            <a:off x="6280150" y="6718935"/>
            <a:ext cx="671594" cy="57150"/>
          </a:xfrm>
          <a:prstGeom xmlns:a="http://schemas.openxmlformats.org/drawingml/2006/main" prst="rect">
            <a:avLst/>
          </a:prstGeom>
          <a:solidFill xmlns:a="http://schemas.openxmlformats.org/drawingml/2006/main">
            <a:srgbClr val="F2E2E0"/>
          </a:solidFill>
          <a:ln xmlns:a="http://schemas.openxmlformats.org/drawingml/2006/main" w="0">
            <a:noFill/>
            <a:prstDash val="solid"/>
          </a:ln>
        </p:spPr>
      </p:sp>
      <p:sp>
        <p:nvSpPr>
          <p:cNvPr id="213" name="i2-E3-ci">
            <a:extLst xmlns:a="http://schemas.openxmlformats.org/drawingml/2006/main">
              <a:ext uri="{FF2B5EF4-FFF2-40B4-BE49-F238E27FC236}">
                <a16:creationId xmlns:a16="http://schemas.microsoft.com/office/drawing/2014/main" id="{0EE98B7B-1387-4CDE-AB6B-92C235639C5B}"/>
              </a:ext>
            </a:extLst>
          </p:cNvPr>
          <p:cNvSpPr>
            <a:spLocks xmlns:a="http://schemas.openxmlformats.org/drawingml/2006/main" noGrp="1"/>
          </p:cNvSpPr>
          <p:nvPr/>
        </p:nvSpPr>
        <p:spPr>
          <a:xfrm xmlns:a="http://schemas.openxmlformats.org/drawingml/2006/main" rot="0">
            <a:off x="6541534" y="6747510"/>
            <a:ext cx="856524" cy="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14" name="i2-E3-cil">
            <a:extLst xmlns:a="http://schemas.openxmlformats.org/drawingml/2006/main">
              <a:ext uri="{FF2B5EF4-FFF2-40B4-BE49-F238E27FC236}">
                <a16:creationId xmlns:a16="http://schemas.microsoft.com/office/drawing/2014/main" id="{57B862ED-9D4E-45FE-893C-40D4B07DF375}"/>
              </a:ext>
            </a:extLst>
          </p:cNvPr>
          <p:cNvSpPr>
            <a:spLocks xmlns:a="http://schemas.openxmlformats.org/drawingml/2006/main" noGrp="1"/>
          </p:cNvSpPr>
          <p:nvPr/>
        </p:nvSpPr>
        <p:spPr>
          <a:xfrm xmlns:a="http://schemas.openxmlformats.org/drawingml/2006/main" rot="0">
            <a:off x="6541534" y="67189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15" name="i2-E3-cih">
            <a:extLst xmlns:a="http://schemas.openxmlformats.org/drawingml/2006/main">
              <a:ext uri="{FF2B5EF4-FFF2-40B4-BE49-F238E27FC236}">
                <a16:creationId xmlns:a16="http://schemas.microsoft.com/office/drawing/2014/main" id="{F6AAC0D1-8A28-420E-9D4D-E99B94B80E36}"/>
              </a:ext>
            </a:extLst>
          </p:cNvPr>
          <p:cNvSpPr>
            <a:spLocks xmlns:a="http://schemas.openxmlformats.org/drawingml/2006/main" noGrp="1"/>
          </p:cNvSpPr>
          <p:nvPr/>
        </p:nvSpPr>
        <p:spPr>
          <a:xfrm xmlns:a="http://schemas.openxmlformats.org/drawingml/2006/main" rot="0">
            <a:off x="7398058" y="67189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16" name="i2-E3-mark">
            <a:extLst xmlns:a="http://schemas.openxmlformats.org/drawingml/2006/main">
              <a:ext uri="{FF2B5EF4-FFF2-40B4-BE49-F238E27FC236}">
                <a16:creationId xmlns:a16="http://schemas.microsoft.com/office/drawing/2014/main" id="{7F5388E5-9FDA-4394-A223-CB9903AC365E}"/>
              </a:ext>
            </a:extLst>
          </p:cNvPr>
          <p:cNvSpPr>
            <a:spLocks xmlns:a="http://schemas.openxmlformats.org/drawingml/2006/main" noGrp="1"/>
          </p:cNvSpPr>
          <p:nvPr/>
        </p:nvSpPr>
        <p:spPr>
          <a:xfrm xmlns:a="http://schemas.openxmlformats.org/drawingml/2006/main" rot="0">
            <a:off x="6951744" y="6690360"/>
            <a:ext cx="0" cy="114300"/>
          </a:xfrm>
          <a:prstGeom xmlns:a="http://schemas.openxmlformats.org/drawingml/2006/main" prst="line">
            <a:avLst/>
          </a:prstGeom>
          <a:noFill xmlns:a="http://schemas.openxmlformats.org/drawingml/2006/main"/>
          <a:ln xmlns:a="http://schemas.openxmlformats.org/drawingml/2006/main" w="24765">
            <a:solidFill>
              <a:srgbClr val="B23A2C"/>
            </a:solidFill>
            <a:prstDash val="solid"/>
          </a:ln>
        </p:spPr>
      </p:sp>
      <p:sp>
        <p:nvSpPr>
          <p:cNvPr id="217" name="i3-label">
            <a:extLst xmlns:a="http://schemas.openxmlformats.org/drawingml/2006/main">
              <a:ext uri="{FF2B5EF4-FFF2-40B4-BE49-F238E27FC236}">
                <a16:creationId xmlns:a16="http://schemas.microsoft.com/office/drawing/2014/main" id="{74446D50-9108-4B65-907B-C5C906ADB5AB}"/>
              </a:ext>
            </a:extLst>
          </p:cNvPr>
          <p:cNvSpPr>
            <a:spLocks xmlns:a="http://schemas.openxmlformats.org/drawingml/2006/main" noGrp="1"/>
          </p:cNvSpPr>
          <p:nvPr/>
        </p:nvSpPr>
        <p:spPr>
          <a:xfrm xmlns:a="http://schemas.openxmlformats.org/drawingml/2006/main">
            <a:off x="381000" y="6781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 </a:t>
            </a:r>
            <a:r>
              <a:rPr sz="2250" b="0" i="1">
                <a:solidFill>
                  <a:srgbClr val="1E2E38"/>
                </a:solidFill>
                <a:latin typeface="Times New Roman"/>
                <a:ea typeface="Times New Roman"/>
                <a:cs typeface="Times New Roman"/>
              </a:rPr>
              <a:t>BAL</a:t>
            </a:r>
          </a:p>
        </p:txBody>
      </p:sp>
      <p:sp>
        <p:nvSpPr>
          <p:cNvPr id="218" name="i3-S-bar">
            <a:extLst xmlns:a="http://schemas.openxmlformats.org/drawingml/2006/main">
              <a:ext uri="{FF2B5EF4-FFF2-40B4-BE49-F238E27FC236}">
                <a16:creationId xmlns:a16="http://schemas.microsoft.com/office/drawing/2014/main" id="{ACAD7A5C-8551-4929-BECB-224D0D402F9B}"/>
              </a:ext>
            </a:extLst>
          </p:cNvPr>
          <p:cNvSpPr>
            <a:spLocks xmlns:a="http://schemas.openxmlformats.org/drawingml/2006/main" noGrp="1"/>
          </p:cNvSpPr>
          <p:nvPr/>
        </p:nvSpPr>
        <p:spPr>
          <a:xfrm xmlns:a="http://schemas.openxmlformats.org/drawingml/2006/main">
            <a:off x="6162717" y="6787515"/>
            <a:ext cx="117433" cy="57150"/>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219" name="i3-S-ci">
            <a:extLst xmlns:a="http://schemas.openxmlformats.org/drawingml/2006/main">
              <a:ext uri="{FF2B5EF4-FFF2-40B4-BE49-F238E27FC236}">
                <a16:creationId xmlns:a16="http://schemas.microsoft.com/office/drawing/2014/main" id="{39714BD5-AA78-4505-B1B8-FED9ED220E39}"/>
              </a:ext>
            </a:extLst>
          </p:cNvPr>
          <p:cNvSpPr>
            <a:spLocks xmlns:a="http://schemas.openxmlformats.org/drawingml/2006/main" noGrp="1"/>
          </p:cNvSpPr>
          <p:nvPr/>
        </p:nvSpPr>
        <p:spPr>
          <a:xfrm xmlns:a="http://schemas.openxmlformats.org/drawingml/2006/main" rot="0">
            <a:off x="5758645" y="6816090"/>
            <a:ext cx="869516" cy="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20" name="i3-S-cil">
            <a:extLst xmlns:a="http://schemas.openxmlformats.org/drawingml/2006/main">
              <a:ext uri="{FF2B5EF4-FFF2-40B4-BE49-F238E27FC236}">
                <a16:creationId xmlns:a16="http://schemas.microsoft.com/office/drawing/2014/main" id="{4252507A-D5A2-491E-B2EA-D7F16BDCE22E}"/>
              </a:ext>
            </a:extLst>
          </p:cNvPr>
          <p:cNvSpPr>
            <a:spLocks xmlns:a="http://schemas.openxmlformats.org/drawingml/2006/main" noGrp="1"/>
          </p:cNvSpPr>
          <p:nvPr/>
        </p:nvSpPr>
        <p:spPr>
          <a:xfrm xmlns:a="http://schemas.openxmlformats.org/drawingml/2006/main" rot="0">
            <a:off x="5758645" y="67875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21" name="i3-S-cih">
            <a:extLst xmlns:a="http://schemas.openxmlformats.org/drawingml/2006/main">
              <a:ext uri="{FF2B5EF4-FFF2-40B4-BE49-F238E27FC236}">
                <a16:creationId xmlns:a16="http://schemas.microsoft.com/office/drawing/2014/main" id="{736B7BB8-D2CA-4CC1-AA98-5E97211345AD}"/>
              </a:ext>
            </a:extLst>
          </p:cNvPr>
          <p:cNvSpPr>
            <a:spLocks xmlns:a="http://schemas.openxmlformats.org/drawingml/2006/main" noGrp="1"/>
          </p:cNvSpPr>
          <p:nvPr/>
        </p:nvSpPr>
        <p:spPr>
          <a:xfrm xmlns:a="http://schemas.openxmlformats.org/drawingml/2006/main" rot="0">
            <a:off x="6628161" y="6787515"/>
            <a:ext cx="0" cy="57150"/>
          </a:xfrm>
          <a:prstGeom xmlns:a="http://schemas.openxmlformats.org/drawingml/2006/main" prst="line">
            <a:avLst/>
          </a:prstGeom>
          <a:noFill xmlns:a="http://schemas.openxmlformats.org/drawingml/2006/main"/>
          <a:ln xmlns:a="http://schemas.openxmlformats.org/drawingml/2006/main" w="15240">
            <a:solidFill>
              <a:srgbClr val="2E6F9E"/>
            </a:solidFill>
            <a:prstDash val="solid"/>
          </a:ln>
        </p:spPr>
      </p:sp>
      <p:sp>
        <p:nvSpPr>
          <p:cNvPr id="222" name="i3-S-mark">
            <a:extLst xmlns:a="http://schemas.openxmlformats.org/drawingml/2006/main">
              <a:ext uri="{FF2B5EF4-FFF2-40B4-BE49-F238E27FC236}">
                <a16:creationId xmlns:a16="http://schemas.microsoft.com/office/drawing/2014/main" id="{9220C7F1-4F2C-4CE7-B7E7-FC3BC5D65408}"/>
              </a:ext>
            </a:extLst>
          </p:cNvPr>
          <p:cNvSpPr>
            <a:spLocks xmlns:a="http://schemas.openxmlformats.org/drawingml/2006/main" noGrp="1"/>
          </p:cNvSpPr>
          <p:nvPr/>
        </p:nvSpPr>
        <p:spPr>
          <a:xfrm xmlns:a="http://schemas.openxmlformats.org/drawingml/2006/main" rot="0">
            <a:off x="6162717" y="6758940"/>
            <a:ext cx="0" cy="114300"/>
          </a:xfrm>
          <a:prstGeom xmlns:a="http://schemas.openxmlformats.org/drawingml/2006/main" prst="line">
            <a:avLst/>
          </a:prstGeom>
          <a:noFill xmlns:a="http://schemas.openxmlformats.org/drawingml/2006/main"/>
          <a:ln xmlns:a="http://schemas.openxmlformats.org/drawingml/2006/main" w="24765">
            <a:solidFill>
              <a:srgbClr val="2E6F9E"/>
            </a:solidFill>
            <a:prstDash val="solid"/>
          </a:ln>
        </p:spPr>
      </p:sp>
      <p:sp>
        <p:nvSpPr>
          <p:cNvPr id="223" name="i3-D-bar">
            <a:extLst xmlns:a="http://schemas.openxmlformats.org/drawingml/2006/main">
              <a:ext uri="{FF2B5EF4-FFF2-40B4-BE49-F238E27FC236}">
                <a16:creationId xmlns:a16="http://schemas.microsoft.com/office/drawing/2014/main" id="{930172D0-D924-4E15-9020-0E770C2EB237}"/>
              </a:ext>
            </a:extLst>
          </p:cNvPr>
          <p:cNvSpPr>
            <a:spLocks xmlns:a="http://schemas.openxmlformats.org/drawingml/2006/main" noGrp="1"/>
          </p:cNvSpPr>
          <p:nvPr/>
        </p:nvSpPr>
        <p:spPr>
          <a:xfrm xmlns:a="http://schemas.openxmlformats.org/drawingml/2006/main">
            <a:off x="6280150" y="6856095"/>
            <a:ext cx="1180784" cy="57150"/>
          </a:xfrm>
          <a:prstGeom xmlns:a="http://schemas.openxmlformats.org/drawingml/2006/main" prst="rect">
            <a:avLst/>
          </a:prstGeom>
          <a:solidFill xmlns:a="http://schemas.openxmlformats.org/drawingml/2006/main">
            <a:srgbClr val="D6EADD"/>
          </a:solidFill>
          <a:ln xmlns:a="http://schemas.openxmlformats.org/drawingml/2006/main" w="0">
            <a:noFill/>
            <a:prstDash val="solid"/>
          </a:ln>
        </p:spPr>
      </p:sp>
      <p:sp>
        <p:nvSpPr>
          <p:cNvPr id="224" name="i3-D-ci">
            <a:extLst xmlns:a="http://schemas.openxmlformats.org/drawingml/2006/main">
              <a:ext uri="{FF2B5EF4-FFF2-40B4-BE49-F238E27FC236}">
                <a16:creationId xmlns:a16="http://schemas.microsoft.com/office/drawing/2014/main" id="{49AB266B-332D-45A1-BF1B-35E746D6D76C}"/>
              </a:ext>
            </a:extLst>
          </p:cNvPr>
          <p:cNvSpPr>
            <a:spLocks xmlns:a="http://schemas.openxmlformats.org/drawingml/2006/main" noGrp="1"/>
          </p:cNvSpPr>
          <p:nvPr/>
        </p:nvSpPr>
        <p:spPr>
          <a:xfrm xmlns:a="http://schemas.openxmlformats.org/drawingml/2006/main" rot="0">
            <a:off x="6818414" y="6884670"/>
            <a:ext cx="1451786" cy="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225" name="i3-D-cil">
            <a:extLst xmlns:a="http://schemas.openxmlformats.org/drawingml/2006/main">
              <a:ext uri="{FF2B5EF4-FFF2-40B4-BE49-F238E27FC236}">
                <a16:creationId xmlns:a16="http://schemas.microsoft.com/office/drawing/2014/main" id="{09418251-4176-45D5-B8A7-E61895D93867}"/>
              </a:ext>
            </a:extLst>
          </p:cNvPr>
          <p:cNvSpPr>
            <a:spLocks xmlns:a="http://schemas.openxmlformats.org/drawingml/2006/main" noGrp="1"/>
          </p:cNvSpPr>
          <p:nvPr/>
        </p:nvSpPr>
        <p:spPr>
          <a:xfrm xmlns:a="http://schemas.openxmlformats.org/drawingml/2006/main" rot="0">
            <a:off x="6818414" y="68560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226" name="i3-D-cih">
            <a:extLst xmlns:a="http://schemas.openxmlformats.org/drawingml/2006/main">
              <a:ext uri="{FF2B5EF4-FFF2-40B4-BE49-F238E27FC236}">
                <a16:creationId xmlns:a16="http://schemas.microsoft.com/office/drawing/2014/main" id="{6638D61A-839E-4955-BEFF-6CD939C86457}"/>
              </a:ext>
            </a:extLst>
          </p:cNvPr>
          <p:cNvSpPr>
            <a:spLocks xmlns:a="http://schemas.openxmlformats.org/drawingml/2006/main" noGrp="1"/>
          </p:cNvSpPr>
          <p:nvPr/>
        </p:nvSpPr>
        <p:spPr>
          <a:xfrm xmlns:a="http://schemas.openxmlformats.org/drawingml/2006/main" rot="0">
            <a:off x="8270200" y="6856095"/>
            <a:ext cx="0" cy="57150"/>
          </a:xfrm>
          <a:prstGeom xmlns:a="http://schemas.openxmlformats.org/drawingml/2006/main" prst="line">
            <a:avLst/>
          </a:prstGeom>
          <a:noFill xmlns:a="http://schemas.openxmlformats.org/drawingml/2006/main"/>
          <a:ln xmlns:a="http://schemas.openxmlformats.org/drawingml/2006/main" w="15240">
            <a:solidFill>
              <a:srgbClr val="3F7C5E"/>
            </a:solidFill>
            <a:prstDash val="solid"/>
          </a:ln>
        </p:spPr>
      </p:sp>
      <p:sp>
        <p:nvSpPr>
          <p:cNvPr id="227" name="i3-D-mark">
            <a:extLst xmlns:a="http://schemas.openxmlformats.org/drawingml/2006/main">
              <a:ext uri="{FF2B5EF4-FFF2-40B4-BE49-F238E27FC236}">
                <a16:creationId xmlns:a16="http://schemas.microsoft.com/office/drawing/2014/main" id="{493CEC74-7084-492B-96BE-396FFFF48571}"/>
              </a:ext>
            </a:extLst>
          </p:cNvPr>
          <p:cNvSpPr>
            <a:spLocks xmlns:a="http://schemas.openxmlformats.org/drawingml/2006/main" noGrp="1"/>
          </p:cNvSpPr>
          <p:nvPr/>
        </p:nvSpPr>
        <p:spPr>
          <a:xfrm xmlns:a="http://schemas.openxmlformats.org/drawingml/2006/main" rot="0">
            <a:off x="7460934" y="6827520"/>
            <a:ext cx="0" cy="114300"/>
          </a:xfrm>
          <a:prstGeom xmlns:a="http://schemas.openxmlformats.org/drawingml/2006/main" prst="line">
            <a:avLst/>
          </a:prstGeom>
          <a:noFill xmlns:a="http://schemas.openxmlformats.org/drawingml/2006/main"/>
          <a:ln xmlns:a="http://schemas.openxmlformats.org/drawingml/2006/main" w="24765">
            <a:solidFill>
              <a:srgbClr val="3F7C5E"/>
            </a:solidFill>
            <a:prstDash val="solid"/>
          </a:ln>
        </p:spPr>
      </p:sp>
      <p:sp>
        <p:nvSpPr>
          <p:cNvPr id="228" name="i3-E1-bar">
            <a:extLst xmlns:a="http://schemas.openxmlformats.org/drawingml/2006/main">
              <a:ext uri="{FF2B5EF4-FFF2-40B4-BE49-F238E27FC236}">
                <a16:creationId xmlns:a16="http://schemas.microsoft.com/office/drawing/2014/main" id="{17D78300-C417-44F0-BF1E-CD634AD06B93}"/>
              </a:ext>
            </a:extLst>
          </p:cNvPr>
          <p:cNvSpPr>
            <a:spLocks xmlns:a="http://schemas.openxmlformats.org/drawingml/2006/main" noGrp="1"/>
          </p:cNvSpPr>
          <p:nvPr/>
        </p:nvSpPr>
        <p:spPr>
          <a:xfrm xmlns:a="http://schemas.openxmlformats.org/drawingml/2006/main">
            <a:off x="6280150" y="6924675"/>
            <a:ext cx="391720" cy="57150"/>
          </a:xfrm>
          <a:prstGeom xmlns:a="http://schemas.openxmlformats.org/drawingml/2006/main" prst="rect">
            <a:avLst/>
          </a:prstGeom>
          <a:solidFill xmlns:a="http://schemas.openxmlformats.org/drawingml/2006/main">
            <a:srgbClr val="E7E2F3"/>
          </a:solidFill>
          <a:ln xmlns:a="http://schemas.openxmlformats.org/drawingml/2006/main" w="0">
            <a:noFill/>
            <a:prstDash val="solid"/>
          </a:ln>
        </p:spPr>
      </p:sp>
      <p:sp>
        <p:nvSpPr>
          <p:cNvPr id="229" name="i3-E1-ci">
            <a:extLst xmlns:a="http://schemas.openxmlformats.org/drawingml/2006/main">
              <a:ext uri="{FF2B5EF4-FFF2-40B4-BE49-F238E27FC236}">
                <a16:creationId xmlns:a16="http://schemas.microsoft.com/office/drawing/2014/main" id="{3B35CE08-588F-45E9-B41A-28546F62EB07}"/>
              </a:ext>
            </a:extLst>
          </p:cNvPr>
          <p:cNvSpPr>
            <a:spLocks xmlns:a="http://schemas.openxmlformats.org/drawingml/2006/main" noGrp="1"/>
          </p:cNvSpPr>
          <p:nvPr/>
        </p:nvSpPr>
        <p:spPr>
          <a:xfrm xmlns:a="http://schemas.openxmlformats.org/drawingml/2006/main" rot="0">
            <a:off x="6077278" y="6953250"/>
            <a:ext cx="1197204"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30" name="i3-E1-cil">
            <a:extLst xmlns:a="http://schemas.openxmlformats.org/drawingml/2006/main">
              <a:ext uri="{FF2B5EF4-FFF2-40B4-BE49-F238E27FC236}">
                <a16:creationId xmlns:a16="http://schemas.microsoft.com/office/drawing/2014/main" id="{B82E521A-8D97-41F6-93E4-B329ED96FCF0}"/>
              </a:ext>
            </a:extLst>
          </p:cNvPr>
          <p:cNvSpPr>
            <a:spLocks xmlns:a="http://schemas.openxmlformats.org/drawingml/2006/main" noGrp="1"/>
          </p:cNvSpPr>
          <p:nvPr/>
        </p:nvSpPr>
        <p:spPr>
          <a:xfrm xmlns:a="http://schemas.openxmlformats.org/drawingml/2006/main" rot="0">
            <a:off x="6077278" y="69246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31" name="i3-E1-cih">
            <a:extLst xmlns:a="http://schemas.openxmlformats.org/drawingml/2006/main">
              <a:ext uri="{FF2B5EF4-FFF2-40B4-BE49-F238E27FC236}">
                <a16:creationId xmlns:a16="http://schemas.microsoft.com/office/drawing/2014/main" id="{A02A7D4C-C73C-49A9-81E9-2ADD839D065F}"/>
              </a:ext>
            </a:extLst>
          </p:cNvPr>
          <p:cNvSpPr>
            <a:spLocks xmlns:a="http://schemas.openxmlformats.org/drawingml/2006/main" noGrp="1"/>
          </p:cNvSpPr>
          <p:nvPr/>
        </p:nvSpPr>
        <p:spPr>
          <a:xfrm xmlns:a="http://schemas.openxmlformats.org/drawingml/2006/main" rot="0">
            <a:off x="7274483" y="6924675"/>
            <a:ext cx="0" cy="571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32" name="i3-E1-mark">
            <a:extLst xmlns:a="http://schemas.openxmlformats.org/drawingml/2006/main">
              <a:ext uri="{FF2B5EF4-FFF2-40B4-BE49-F238E27FC236}">
                <a16:creationId xmlns:a16="http://schemas.microsoft.com/office/drawing/2014/main" id="{CFA524B4-71A7-4F7E-BD6D-63BE8D0C9327}"/>
              </a:ext>
            </a:extLst>
          </p:cNvPr>
          <p:cNvSpPr>
            <a:spLocks xmlns:a="http://schemas.openxmlformats.org/drawingml/2006/main" noGrp="1"/>
          </p:cNvSpPr>
          <p:nvPr/>
        </p:nvSpPr>
        <p:spPr>
          <a:xfrm xmlns:a="http://schemas.openxmlformats.org/drawingml/2006/main" rot="0">
            <a:off x="6671870" y="6896100"/>
            <a:ext cx="0" cy="114300"/>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233" name="i3-E2-bar">
            <a:extLst xmlns:a="http://schemas.openxmlformats.org/drawingml/2006/main">
              <a:ext uri="{FF2B5EF4-FFF2-40B4-BE49-F238E27FC236}">
                <a16:creationId xmlns:a16="http://schemas.microsoft.com/office/drawing/2014/main" id="{AD213E73-F14A-4537-A60C-9DAD5A48BA4A}"/>
              </a:ext>
            </a:extLst>
          </p:cNvPr>
          <p:cNvSpPr>
            <a:spLocks xmlns:a="http://schemas.openxmlformats.org/drawingml/2006/main" noGrp="1"/>
          </p:cNvSpPr>
          <p:nvPr/>
        </p:nvSpPr>
        <p:spPr>
          <a:xfrm xmlns:a="http://schemas.openxmlformats.org/drawingml/2006/main">
            <a:off x="6280150" y="6993255"/>
            <a:ext cx="509174" cy="57150"/>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234" name="i3-E2-ci">
            <a:extLst xmlns:a="http://schemas.openxmlformats.org/drawingml/2006/main">
              <a:ext uri="{FF2B5EF4-FFF2-40B4-BE49-F238E27FC236}">
                <a16:creationId xmlns:a16="http://schemas.microsoft.com/office/drawing/2014/main" id="{139B04B4-C1E8-455E-90A5-6FCF2DF3922D}"/>
              </a:ext>
            </a:extLst>
          </p:cNvPr>
          <p:cNvSpPr>
            <a:spLocks xmlns:a="http://schemas.openxmlformats.org/drawingml/2006/main" noGrp="1"/>
          </p:cNvSpPr>
          <p:nvPr/>
        </p:nvSpPr>
        <p:spPr>
          <a:xfrm xmlns:a="http://schemas.openxmlformats.org/drawingml/2006/main" rot="0">
            <a:off x="6489435" y="7021830"/>
            <a:ext cx="758377" cy="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35" name="i3-E2-cil">
            <a:extLst xmlns:a="http://schemas.openxmlformats.org/drawingml/2006/main">
              <a:ext uri="{FF2B5EF4-FFF2-40B4-BE49-F238E27FC236}">
                <a16:creationId xmlns:a16="http://schemas.microsoft.com/office/drawing/2014/main" id="{ECC489B1-7449-4149-BFDD-1DCCF82D5F3F}"/>
              </a:ext>
            </a:extLst>
          </p:cNvPr>
          <p:cNvSpPr>
            <a:spLocks xmlns:a="http://schemas.openxmlformats.org/drawingml/2006/main" noGrp="1"/>
          </p:cNvSpPr>
          <p:nvPr/>
        </p:nvSpPr>
        <p:spPr>
          <a:xfrm xmlns:a="http://schemas.openxmlformats.org/drawingml/2006/main" rot="0">
            <a:off x="6489435" y="69932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36" name="i3-E2-cih">
            <a:extLst xmlns:a="http://schemas.openxmlformats.org/drawingml/2006/main">
              <a:ext uri="{FF2B5EF4-FFF2-40B4-BE49-F238E27FC236}">
                <a16:creationId xmlns:a16="http://schemas.microsoft.com/office/drawing/2014/main" id="{111392AE-AB9C-42BA-8799-F02D64B93441}"/>
              </a:ext>
            </a:extLst>
          </p:cNvPr>
          <p:cNvSpPr>
            <a:spLocks xmlns:a="http://schemas.openxmlformats.org/drawingml/2006/main" noGrp="1"/>
          </p:cNvSpPr>
          <p:nvPr/>
        </p:nvSpPr>
        <p:spPr>
          <a:xfrm xmlns:a="http://schemas.openxmlformats.org/drawingml/2006/main" rot="0">
            <a:off x="7247813" y="6993255"/>
            <a:ext cx="0" cy="57150"/>
          </a:xfrm>
          <a:prstGeom xmlns:a="http://schemas.openxmlformats.org/drawingml/2006/main" prst="line">
            <a:avLst/>
          </a:prstGeom>
          <a:noFill xmlns:a="http://schemas.openxmlformats.org/drawingml/2006/main"/>
          <a:ln xmlns:a="http://schemas.openxmlformats.org/drawingml/2006/main" w="15240">
            <a:solidFill>
              <a:srgbClr val="B27C20"/>
            </a:solidFill>
            <a:prstDash val="solid"/>
          </a:ln>
        </p:spPr>
      </p:sp>
      <p:sp>
        <p:nvSpPr>
          <p:cNvPr id="237" name="i3-E2-mark">
            <a:extLst xmlns:a="http://schemas.openxmlformats.org/drawingml/2006/main">
              <a:ext uri="{FF2B5EF4-FFF2-40B4-BE49-F238E27FC236}">
                <a16:creationId xmlns:a16="http://schemas.microsoft.com/office/drawing/2014/main" id="{E074732C-CB1E-4835-ABF0-E6387618E5E9}"/>
              </a:ext>
            </a:extLst>
          </p:cNvPr>
          <p:cNvSpPr>
            <a:spLocks xmlns:a="http://schemas.openxmlformats.org/drawingml/2006/main" noGrp="1"/>
          </p:cNvSpPr>
          <p:nvPr/>
        </p:nvSpPr>
        <p:spPr>
          <a:xfrm xmlns:a="http://schemas.openxmlformats.org/drawingml/2006/main" rot="0">
            <a:off x="6789324" y="6964680"/>
            <a:ext cx="0" cy="114300"/>
          </a:xfrm>
          <a:prstGeom xmlns:a="http://schemas.openxmlformats.org/drawingml/2006/main" prst="line">
            <a:avLst/>
          </a:prstGeom>
          <a:noFill xmlns:a="http://schemas.openxmlformats.org/drawingml/2006/main"/>
          <a:ln xmlns:a="http://schemas.openxmlformats.org/drawingml/2006/main" w="24765">
            <a:solidFill>
              <a:srgbClr val="B27C20"/>
            </a:solidFill>
            <a:prstDash val="solid"/>
          </a:ln>
        </p:spPr>
      </p:sp>
      <p:sp>
        <p:nvSpPr>
          <p:cNvPr id="238" name="i3-E3-bar">
            <a:extLst xmlns:a="http://schemas.openxmlformats.org/drawingml/2006/main">
              <a:ext uri="{FF2B5EF4-FFF2-40B4-BE49-F238E27FC236}">
                <a16:creationId xmlns:a16="http://schemas.microsoft.com/office/drawing/2014/main" id="{B107D723-F74D-40CD-9E9E-2832E455BB46}"/>
              </a:ext>
            </a:extLst>
          </p:cNvPr>
          <p:cNvSpPr>
            <a:spLocks xmlns:a="http://schemas.openxmlformats.org/drawingml/2006/main" noGrp="1"/>
          </p:cNvSpPr>
          <p:nvPr/>
        </p:nvSpPr>
        <p:spPr>
          <a:xfrm xmlns:a="http://schemas.openxmlformats.org/drawingml/2006/main">
            <a:off x="6280150" y="7061835"/>
            <a:ext cx="406006" cy="57150"/>
          </a:xfrm>
          <a:prstGeom xmlns:a="http://schemas.openxmlformats.org/drawingml/2006/main" prst="rect">
            <a:avLst/>
          </a:prstGeom>
          <a:solidFill xmlns:a="http://schemas.openxmlformats.org/drawingml/2006/main">
            <a:srgbClr val="F2E2E0"/>
          </a:solidFill>
          <a:ln xmlns:a="http://schemas.openxmlformats.org/drawingml/2006/main" w="0">
            <a:noFill/>
            <a:prstDash val="solid"/>
          </a:ln>
        </p:spPr>
      </p:sp>
      <p:sp>
        <p:nvSpPr>
          <p:cNvPr id="239" name="i3-E3-ci">
            <a:extLst xmlns:a="http://schemas.openxmlformats.org/drawingml/2006/main">
              <a:ext uri="{FF2B5EF4-FFF2-40B4-BE49-F238E27FC236}">
                <a16:creationId xmlns:a16="http://schemas.microsoft.com/office/drawing/2014/main" id="{BDC0B6CB-DC11-4A66-9A7F-B1B4395D43BE}"/>
              </a:ext>
            </a:extLst>
          </p:cNvPr>
          <p:cNvSpPr>
            <a:spLocks xmlns:a="http://schemas.openxmlformats.org/drawingml/2006/main" noGrp="1"/>
          </p:cNvSpPr>
          <p:nvPr/>
        </p:nvSpPr>
        <p:spPr>
          <a:xfrm xmlns:a="http://schemas.openxmlformats.org/drawingml/2006/main" rot="0">
            <a:off x="6315615" y="7090410"/>
            <a:ext cx="826434" cy="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40" name="i3-E3-cil">
            <a:extLst xmlns:a="http://schemas.openxmlformats.org/drawingml/2006/main">
              <a:ext uri="{FF2B5EF4-FFF2-40B4-BE49-F238E27FC236}">
                <a16:creationId xmlns:a16="http://schemas.microsoft.com/office/drawing/2014/main" id="{CB7C382F-00F0-49AD-9A30-78005D77E256}"/>
              </a:ext>
            </a:extLst>
          </p:cNvPr>
          <p:cNvSpPr>
            <a:spLocks xmlns:a="http://schemas.openxmlformats.org/drawingml/2006/main" noGrp="1"/>
          </p:cNvSpPr>
          <p:nvPr/>
        </p:nvSpPr>
        <p:spPr>
          <a:xfrm xmlns:a="http://schemas.openxmlformats.org/drawingml/2006/main" rot="0">
            <a:off x="6315615" y="70618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41" name="i3-E3-cih">
            <a:extLst xmlns:a="http://schemas.openxmlformats.org/drawingml/2006/main">
              <a:ext uri="{FF2B5EF4-FFF2-40B4-BE49-F238E27FC236}">
                <a16:creationId xmlns:a16="http://schemas.microsoft.com/office/drawing/2014/main" id="{DA509041-6062-425A-86F6-0E40ED291201}"/>
              </a:ext>
            </a:extLst>
          </p:cNvPr>
          <p:cNvSpPr>
            <a:spLocks xmlns:a="http://schemas.openxmlformats.org/drawingml/2006/main" noGrp="1"/>
          </p:cNvSpPr>
          <p:nvPr/>
        </p:nvSpPr>
        <p:spPr>
          <a:xfrm xmlns:a="http://schemas.openxmlformats.org/drawingml/2006/main" rot="0">
            <a:off x="7142049" y="7061835"/>
            <a:ext cx="0" cy="57150"/>
          </a:xfrm>
          <a:prstGeom xmlns:a="http://schemas.openxmlformats.org/drawingml/2006/main" prst="line">
            <a:avLst/>
          </a:prstGeom>
          <a:noFill xmlns:a="http://schemas.openxmlformats.org/drawingml/2006/main"/>
          <a:ln xmlns:a="http://schemas.openxmlformats.org/drawingml/2006/main" w="15240">
            <a:solidFill>
              <a:srgbClr val="B23A2C"/>
            </a:solidFill>
            <a:prstDash val="solid"/>
          </a:ln>
        </p:spPr>
      </p:sp>
      <p:sp>
        <p:nvSpPr>
          <p:cNvPr id="242" name="i3-E3-mark">
            <a:extLst xmlns:a="http://schemas.openxmlformats.org/drawingml/2006/main">
              <a:ext uri="{FF2B5EF4-FFF2-40B4-BE49-F238E27FC236}">
                <a16:creationId xmlns:a16="http://schemas.microsoft.com/office/drawing/2014/main" id="{EC7AA3BF-2D61-4BCC-972D-8941AF7CED59}"/>
              </a:ext>
            </a:extLst>
          </p:cNvPr>
          <p:cNvSpPr>
            <a:spLocks xmlns:a="http://schemas.openxmlformats.org/drawingml/2006/main" noGrp="1"/>
          </p:cNvSpPr>
          <p:nvPr/>
        </p:nvSpPr>
        <p:spPr>
          <a:xfrm xmlns:a="http://schemas.openxmlformats.org/drawingml/2006/main" rot="0">
            <a:off x="6686156" y="7033260"/>
            <a:ext cx="0" cy="114300"/>
          </a:xfrm>
          <a:prstGeom xmlns:a="http://schemas.openxmlformats.org/drawingml/2006/main" prst="line">
            <a:avLst/>
          </a:prstGeom>
          <a:noFill xmlns:a="http://schemas.openxmlformats.org/drawingml/2006/main"/>
          <a:ln xmlns:a="http://schemas.openxmlformats.org/drawingml/2006/main" w="24765">
            <a:solidFill>
              <a:srgbClr val="B23A2C"/>
            </a:solidFill>
            <a:prstDash val="solid"/>
          </a:ln>
        </p:spPr>
      </p:sp>
      <p:sp>
        <p:nvSpPr>
          <p:cNvPr id="243" name="i4-label">
            <a:extLst xmlns:a="http://schemas.openxmlformats.org/drawingml/2006/main">
              <a:ext uri="{FF2B5EF4-FFF2-40B4-BE49-F238E27FC236}">
                <a16:creationId xmlns:a16="http://schemas.microsoft.com/office/drawing/2014/main" id="{0B6BC9ED-B4B0-41F1-B97F-A1D871E9C07A}"/>
              </a:ext>
            </a:extLst>
          </p:cNvPr>
          <p:cNvSpPr>
            <a:spLocks xmlns:a="http://schemas.openxmlformats.org/drawingml/2006/main" noGrp="1"/>
          </p:cNvSpPr>
          <p:nvPr/>
        </p:nvSpPr>
        <p:spPr>
          <a:xfrm xmlns:a="http://schemas.openxmlformats.org/drawingml/2006/main">
            <a:off x="381000" y="7124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MVTec   I </a:t>
            </a:r>
            <a:r>
              <a:rPr sz="2250" b="0" i="1">
                <a:solidFill>
                  <a:srgbClr val="1E2E38"/>
                </a:solidFill>
                <a:latin typeface="Times New Roman"/>
                <a:ea typeface="Times New Roman"/>
                <a:cs typeface="Times New Roman"/>
              </a:rPr>
              <a:t>TRI</a:t>
            </a:r>
          </a:p>
        </p:txBody>
      </p:sp>
      <p:sp>
        <p:nvSpPr>
          <p:cNvPr id="244" name="i4-GEN-bar">
            <a:extLst xmlns:a="http://schemas.openxmlformats.org/drawingml/2006/main">
              <a:ext uri="{FF2B5EF4-FFF2-40B4-BE49-F238E27FC236}">
                <a16:creationId xmlns:a16="http://schemas.microsoft.com/office/drawing/2014/main" id="{68690F7E-0A40-4F91-8D1D-1183B066A7C0}"/>
              </a:ext>
            </a:extLst>
          </p:cNvPr>
          <p:cNvSpPr>
            <a:spLocks xmlns:a="http://schemas.openxmlformats.org/drawingml/2006/main" noGrp="1"/>
          </p:cNvSpPr>
          <p:nvPr/>
        </p:nvSpPr>
        <p:spPr>
          <a:xfrm xmlns:a="http://schemas.openxmlformats.org/drawingml/2006/main">
            <a:off x="6280150" y="7224713"/>
            <a:ext cx="974891" cy="142875"/>
          </a:xfrm>
          <a:prstGeom xmlns:a="http://schemas.openxmlformats.org/drawingml/2006/main" prst="rect">
            <a:avLst/>
          </a:prstGeom>
          <a:solidFill xmlns:a="http://schemas.openxmlformats.org/drawingml/2006/main">
            <a:srgbClr val="EDE6F6"/>
          </a:solidFill>
          <a:ln xmlns:a="http://schemas.openxmlformats.org/drawingml/2006/main" w="0">
            <a:noFill/>
            <a:prstDash val="solid"/>
          </a:ln>
        </p:spPr>
      </p:sp>
      <p:sp>
        <p:nvSpPr>
          <p:cNvPr id="245" name="i4-GEN-ci">
            <a:extLst xmlns:a="http://schemas.openxmlformats.org/drawingml/2006/main">
              <a:ext uri="{FF2B5EF4-FFF2-40B4-BE49-F238E27FC236}">
                <a16:creationId xmlns:a16="http://schemas.microsoft.com/office/drawing/2014/main" id="{2441E299-7B0C-450E-B221-D8E6E0AB10A6}"/>
              </a:ext>
            </a:extLst>
          </p:cNvPr>
          <p:cNvSpPr>
            <a:spLocks xmlns:a="http://schemas.openxmlformats.org/drawingml/2006/main" noGrp="1"/>
          </p:cNvSpPr>
          <p:nvPr/>
        </p:nvSpPr>
        <p:spPr>
          <a:xfrm xmlns:a="http://schemas.openxmlformats.org/drawingml/2006/main" rot="0">
            <a:off x="7050330" y="7296150"/>
            <a:ext cx="425363"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46" name="i4-GEN-cil">
            <a:extLst xmlns:a="http://schemas.openxmlformats.org/drawingml/2006/main">
              <a:ext uri="{FF2B5EF4-FFF2-40B4-BE49-F238E27FC236}">
                <a16:creationId xmlns:a16="http://schemas.microsoft.com/office/drawing/2014/main" id="{18452936-0391-4002-8B1F-087535FF821D}"/>
              </a:ext>
            </a:extLst>
          </p:cNvPr>
          <p:cNvSpPr>
            <a:spLocks xmlns:a="http://schemas.openxmlformats.org/drawingml/2006/main" noGrp="1"/>
          </p:cNvSpPr>
          <p:nvPr/>
        </p:nvSpPr>
        <p:spPr>
          <a:xfrm xmlns:a="http://schemas.openxmlformats.org/drawingml/2006/main" rot="0">
            <a:off x="7050330" y="72247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47" name="i4-GEN-cih">
            <a:extLst xmlns:a="http://schemas.openxmlformats.org/drawingml/2006/main">
              <a:ext uri="{FF2B5EF4-FFF2-40B4-BE49-F238E27FC236}">
                <a16:creationId xmlns:a16="http://schemas.microsoft.com/office/drawing/2014/main" id="{C3BE0437-A7DE-476C-A3A4-526DF68F7927}"/>
              </a:ext>
            </a:extLst>
          </p:cNvPr>
          <p:cNvSpPr>
            <a:spLocks xmlns:a="http://schemas.openxmlformats.org/drawingml/2006/main" noGrp="1"/>
          </p:cNvSpPr>
          <p:nvPr/>
        </p:nvSpPr>
        <p:spPr>
          <a:xfrm xmlns:a="http://schemas.openxmlformats.org/drawingml/2006/main" rot="0">
            <a:off x="7475693" y="72247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48" name="i4-GEN-mark">
            <a:extLst xmlns:a="http://schemas.openxmlformats.org/drawingml/2006/main">
              <a:ext uri="{FF2B5EF4-FFF2-40B4-BE49-F238E27FC236}">
                <a16:creationId xmlns:a16="http://schemas.microsoft.com/office/drawing/2014/main" id="{5C08CB4A-300C-477E-897F-7EDDA22B198C}"/>
              </a:ext>
            </a:extLst>
          </p:cNvPr>
          <p:cNvSpPr>
            <a:spLocks xmlns:a="http://schemas.openxmlformats.org/drawingml/2006/main" noGrp="1"/>
          </p:cNvSpPr>
          <p:nvPr/>
        </p:nvSpPr>
        <p:spPr>
          <a:xfrm xmlns:a="http://schemas.openxmlformats.org/drawingml/2006/main" rot="0">
            <a:off x="7255041" y="7196138"/>
            <a:ext cx="0" cy="200025"/>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249" name="i5-label">
            <a:extLst xmlns:a="http://schemas.openxmlformats.org/drawingml/2006/main">
              <a:ext uri="{FF2B5EF4-FFF2-40B4-BE49-F238E27FC236}">
                <a16:creationId xmlns:a16="http://schemas.microsoft.com/office/drawing/2014/main" id="{5951A0FE-FB67-4A39-9C8B-C563E579E892}"/>
              </a:ext>
            </a:extLst>
          </p:cNvPr>
          <p:cNvSpPr>
            <a:spLocks xmlns:a="http://schemas.openxmlformats.org/drawingml/2006/main" noGrp="1"/>
          </p:cNvSpPr>
          <p:nvPr/>
        </p:nvSpPr>
        <p:spPr>
          <a:xfrm xmlns:a="http://schemas.openxmlformats.org/drawingml/2006/main">
            <a:off x="381000" y="7467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MVTec   I </a:t>
            </a:r>
            <a:r>
              <a:rPr sz="2250" b="0" i="1">
                <a:solidFill>
                  <a:srgbClr val="1E2E38"/>
                </a:solidFill>
                <a:latin typeface="Times New Roman"/>
                <a:ea typeface="Times New Roman"/>
                <a:cs typeface="Times New Roman"/>
              </a:rPr>
              <a:t>BAL</a:t>
            </a:r>
          </a:p>
        </p:txBody>
      </p:sp>
      <p:sp>
        <p:nvSpPr>
          <p:cNvPr id="250" name="i5-GEN-bar">
            <a:extLst xmlns:a="http://schemas.openxmlformats.org/drawingml/2006/main">
              <a:ext uri="{FF2B5EF4-FFF2-40B4-BE49-F238E27FC236}">
                <a16:creationId xmlns:a16="http://schemas.microsoft.com/office/drawing/2014/main" id="{6E0C1520-B0B8-435D-B249-EFEEAEB794D5}"/>
              </a:ext>
            </a:extLst>
          </p:cNvPr>
          <p:cNvSpPr>
            <a:spLocks xmlns:a="http://schemas.openxmlformats.org/drawingml/2006/main" noGrp="1"/>
          </p:cNvSpPr>
          <p:nvPr/>
        </p:nvSpPr>
        <p:spPr>
          <a:xfrm xmlns:a="http://schemas.openxmlformats.org/drawingml/2006/main">
            <a:off x="6280150" y="7567613"/>
            <a:ext cx="906110" cy="142875"/>
          </a:xfrm>
          <a:prstGeom xmlns:a="http://schemas.openxmlformats.org/drawingml/2006/main" prst="rect">
            <a:avLst/>
          </a:prstGeom>
          <a:solidFill xmlns:a="http://schemas.openxmlformats.org/drawingml/2006/main">
            <a:srgbClr val="EDE6F6"/>
          </a:solidFill>
          <a:ln xmlns:a="http://schemas.openxmlformats.org/drawingml/2006/main" w="0">
            <a:noFill/>
            <a:prstDash val="solid"/>
          </a:ln>
        </p:spPr>
      </p:sp>
      <p:sp>
        <p:nvSpPr>
          <p:cNvPr id="251" name="i5-GEN-ci">
            <a:extLst xmlns:a="http://schemas.openxmlformats.org/drawingml/2006/main">
              <a:ext uri="{FF2B5EF4-FFF2-40B4-BE49-F238E27FC236}">
                <a16:creationId xmlns:a16="http://schemas.microsoft.com/office/drawing/2014/main" id="{3E1F5878-C30F-448B-92FC-617646A4CCCE}"/>
              </a:ext>
            </a:extLst>
          </p:cNvPr>
          <p:cNvSpPr>
            <a:spLocks xmlns:a="http://schemas.openxmlformats.org/drawingml/2006/main" noGrp="1"/>
          </p:cNvSpPr>
          <p:nvPr/>
        </p:nvSpPr>
        <p:spPr>
          <a:xfrm xmlns:a="http://schemas.openxmlformats.org/drawingml/2006/main" rot="0">
            <a:off x="6986654" y="7639050"/>
            <a:ext cx="427323"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52" name="i5-GEN-cil">
            <a:extLst xmlns:a="http://schemas.openxmlformats.org/drawingml/2006/main">
              <a:ext uri="{FF2B5EF4-FFF2-40B4-BE49-F238E27FC236}">
                <a16:creationId xmlns:a16="http://schemas.microsoft.com/office/drawing/2014/main" id="{536D2978-324A-471E-856B-A92B09ED9A9F}"/>
              </a:ext>
            </a:extLst>
          </p:cNvPr>
          <p:cNvSpPr>
            <a:spLocks xmlns:a="http://schemas.openxmlformats.org/drawingml/2006/main" noGrp="1"/>
          </p:cNvSpPr>
          <p:nvPr/>
        </p:nvSpPr>
        <p:spPr>
          <a:xfrm xmlns:a="http://schemas.openxmlformats.org/drawingml/2006/main" rot="0">
            <a:off x="6986654" y="75676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53" name="i5-GEN-cih">
            <a:extLst xmlns:a="http://schemas.openxmlformats.org/drawingml/2006/main">
              <a:ext uri="{FF2B5EF4-FFF2-40B4-BE49-F238E27FC236}">
                <a16:creationId xmlns:a16="http://schemas.microsoft.com/office/drawing/2014/main" id="{F2730A58-5E00-4C25-9B94-BBC6E37B7374}"/>
              </a:ext>
            </a:extLst>
          </p:cNvPr>
          <p:cNvSpPr>
            <a:spLocks xmlns:a="http://schemas.openxmlformats.org/drawingml/2006/main" noGrp="1"/>
          </p:cNvSpPr>
          <p:nvPr/>
        </p:nvSpPr>
        <p:spPr>
          <a:xfrm xmlns:a="http://schemas.openxmlformats.org/drawingml/2006/main" rot="0">
            <a:off x="7413977" y="75676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54" name="i5-GEN-mark">
            <a:extLst xmlns:a="http://schemas.openxmlformats.org/drawingml/2006/main">
              <a:ext uri="{FF2B5EF4-FFF2-40B4-BE49-F238E27FC236}">
                <a16:creationId xmlns:a16="http://schemas.microsoft.com/office/drawing/2014/main" id="{5FE857D1-1F2B-4F6B-8BE4-116A188668CA}"/>
              </a:ext>
            </a:extLst>
          </p:cNvPr>
          <p:cNvSpPr>
            <a:spLocks xmlns:a="http://schemas.openxmlformats.org/drawingml/2006/main" noGrp="1"/>
          </p:cNvSpPr>
          <p:nvPr/>
        </p:nvSpPr>
        <p:spPr>
          <a:xfrm xmlns:a="http://schemas.openxmlformats.org/drawingml/2006/main" rot="0">
            <a:off x="7186260" y="7539038"/>
            <a:ext cx="0" cy="200025"/>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255" name="i6-label">
            <a:extLst xmlns:a="http://schemas.openxmlformats.org/drawingml/2006/main">
              <a:ext uri="{FF2B5EF4-FFF2-40B4-BE49-F238E27FC236}">
                <a16:creationId xmlns:a16="http://schemas.microsoft.com/office/drawing/2014/main" id="{CF4E367C-1EA7-4344-8552-32BA48BAFD2B}"/>
              </a:ext>
            </a:extLst>
          </p:cNvPr>
          <p:cNvSpPr>
            <a:spLocks xmlns:a="http://schemas.openxmlformats.org/drawingml/2006/main" noGrp="1"/>
          </p:cNvSpPr>
          <p:nvPr/>
        </p:nvSpPr>
        <p:spPr>
          <a:xfrm xmlns:a="http://schemas.openxmlformats.org/drawingml/2006/main">
            <a:off x="381000" y="7810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VisA   I </a:t>
            </a:r>
            <a:r>
              <a:rPr sz="2250" b="0" i="1">
                <a:solidFill>
                  <a:srgbClr val="1E2E38"/>
                </a:solidFill>
                <a:latin typeface="Times New Roman"/>
                <a:ea typeface="Times New Roman"/>
                <a:cs typeface="Times New Roman"/>
              </a:rPr>
              <a:t>TRI</a:t>
            </a:r>
          </a:p>
        </p:txBody>
      </p:sp>
      <p:sp>
        <p:nvSpPr>
          <p:cNvPr id="256" name="i6-GEN-bar">
            <a:extLst xmlns:a="http://schemas.openxmlformats.org/drawingml/2006/main">
              <a:ext uri="{FF2B5EF4-FFF2-40B4-BE49-F238E27FC236}">
                <a16:creationId xmlns:a16="http://schemas.microsoft.com/office/drawing/2014/main" id="{48932295-A9C1-4494-BA78-0A707E7B3AD3}"/>
              </a:ext>
            </a:extLst>
          </p:cNvPr>
          <p:cNvSpPr>
            <a:spLocks xmlns:a="http://schemas.openxmlformats.org/drawingml/2006/main" noGrp="1"/>
          </p:cNvSpPr>
          <p:nvPr/>
        </p:nvSpPr>
        <p:spPr>
          <a:xfrm xmlns:a="http://schemas.openxmlformats.org/drawingml/2006/main">
            <a:off x="6280150" y="7910513"/>
            <a:ext cx="2089030" cy="142875"/>
          </a:xfrm>
          <a:prstGeom xmlns:a="http://schemas.openxmlformats.org/drawingml/2006/main" prst="rect">
            <a:avLst/>
          </a:prstGeom>
          <a:solidFill xmlns:a="http://schemas.openxmlformats.org/drawingml/2006/main">
            <a:srgbClr val="EDE6F6"/>
          </a:solidFill>
          <a:ln xmlns:a="http://schemas.openxmlformats.org/drawingml/2006/main" w="0">
            <a:noFill/>
            <a:prstDash val="solid"/>
          </a:ln>
        </p:spPr>
      </p:sp>
      <p:sp>
        <p:nvSpPr>
          <p:cNvPr id="257" name="i6-GEN-ci">
            <a:extLst xmlns:a="http://schemas.openxmlformats.org/drawingml/2006/main">
              <a:ext uri="{FF2B5EF4-FFF2-40B4-BE49-F238E27FC236}">
                <a16:creationId xmlns:a16="http://schemas.microsoft.com/office/drawing/2014/main" id="{56D9F487-37A5-4CEF-B270-8413769BC86E}"/>
              </a:ext>
            </a:extLst>
          </p:cNvPr>
          <p:cNvSpPr>
            <a:spLocks xmlns:a="http://schemas.openxmlformats.org/drawingml/2006/main" noGrp="1"/>
          </p:cNvSpPr>
          <p:nvPr/>
        </p:nvSpPr>
        <p:spPr>
          <a:xfrm xmlns:a="http://schemas.openxmlformats.org/drawingml/2006/main" rot="0">
            <a:off x="8057610" y="7981950"/>
            <a:ext cx="621072"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58" name="i6-GEN-cil">
            <a:extLst xmlns:a="http://schemas.openxmlformats.org/drawingml/2006/main">
              <a:ext uri="{FF2B5EF4-FFF2-40B4-BE49-F238E27FC236}">
                <a16:creationId xmlns:a16="http://schemas.microsoft.com/office/drawing/2014/main" id="{8C40F30C-7B79-4A67-8738-8C5133E43ADF}"/>
              </a:ext>
            </a:extLst>
          </p:cNvPr>
          <p:cNvSpPr>
            <a:spLocks xmlns:a="http://schemas.openxmlformats.org/drawingml/2006/main" noGrp="1"/>
          </p:cNvSpPr>
          <p:nvPr/>
        </p:nvSpPr>
        <p:spPr>
          <a:xfrm xmlns:a="http://schemas.openxmlformats.org/drawingml/2006/main" rot="0">
            <a:off x="8057610" y="79105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59" name="i6-GEN-cih">
            <a:extLst xmlns:a="http://schemas.openxmlformats.org/drawingml/2006/main">
              <a:ext uri="{FF2B5EF4-FFF2-40B4-BE49-F238E27FC236}">
                <a16:creationId xmlns:a16="http://schemas.microsoft.com/office/drawing/2014/main" id="{DEEAB8B0-2C10-4280-8E32-93A49A21DF4E}"/>
              </a:ext>
            </a:extLst>
          </p:cNvPr>
          <p:cNvSpPr>
            <a:spLocks xmlns:a="http://schemas.openxmlformats.org/drawingml/2006/main" noGrp="1"/>
          </p:cNvSpPr>
          <p:nvPr/>
        </p:nvSpPr>
        <p:spPr>
          <a:xfrm xmlns:a="http://schemas.openxmlformats.org/drawingml/2006/main" rot="0">
            <a:off x="8678682" y="79105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60" name="i6-GEN-mark">
            <a:extLst xmlns:a="http://schemas.openxmlformats.org/drawingml/2006/main">
              <a:ext uri="{FF2B5EF4-FFF2-40B4-BE49-F238E27FC236}">
                <a16:creationId xmlns:a16="http://schemas.microsoft.com/office/drawing/2014/main" id="{6C849F3E-CD65-49AB-BE7B-FC04A1C6FADF}"/>
              </a:ext>
            </a:extLst>
          </p:cNvPr>
          <p:cNvSpPr>
            <a:spLocks xmlns:a="http://schemas.openxmlformats.org/drawingml/2006/main" noGrp="1"/>
          </p:cNvSpPr>
          <p:nvPr/>
        </p:nvSpPr>
        <p:spPr>
          <a:xfrm xmlns:a="http://schemas.openxmlformats.org/drawingml/2006/main" rot="0">
            <a:off x="8369180" y="7881938"/>
            <a:ext cx="0" cy="200025"/>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
        <p:nvSpPr>
          <p:cNvPr id="261" name="i7-label">
            <a:extLst xmlns:a="http://schemas.openxmlformats.org/drawingml/2006/main">
              <a:ext uri="{FF2B5EF4-FFF2-40B4-BE49-F238E27FC236}">
                <a16:creationId xmlns:a16="http://schemas.microsoft.com/office/drawing/2014/main" id="{37FE3ADF-5581-455C-8078-2315AC74C86B}"/>
              </a:ext>
            </a:extLst>
          </p:cNvPr>
          <p:cNvSpPr>
            <a:spLocks xmlns:a="http://schemas.openxmlformats.org/drawingml/2006/main" noGrp="1"/>
          </p:cNvSpPr>
          <p:nvPr/>
        </p:nvSpPr>
        <p:spPr>
          <a:xfrm xmlns:a="http://schemas.openxmlformats.org/drawingml/2006/main">
            <a:off x="381000" y="8153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VisA   I </a:t>
            </a:r>
            <a:r>
              <a:rPr sz="2250" b="0" i="1">
                <a:solidFill>
                  <a:srgbClr val="1E2E38"/>
                </a:solidFill>
                <a:latin typeface="Times New Roman"/>
                <a:ea typeface="Times New Roman"/>
                <a:cs typeface="Times New Roman"/>
              </a:rPr>
              <a:t>BAL</a:t>
            </a:r>
          </a:p>
        </p:txBody>
      </p:sp>
      <p:sp>
        <p:nvSpPr>
          <p:cNvPr id="262" name="i7-GEN-bar">
            <a:extLst xmlns:a="http://schemas.openxmlformats.org/drawingml/2006/main">
              <a:ext uri="{FF2B5EF4-FFF2-40B4-BE49-F238E27FC236}">
                <a16:creationId xmlns:a16="http://schemas.microsoft.com/office/drawing/2014/main" id="{0AB88996-09BC-46D0-BB4E-8AA392D25212}"/>
              </a:ext>
            </a:extLst>
          </p:cNvPr>
          <p:cNvSpPr>
            <a:spLocks xmlns:a="http://schemas.openxmlformats.org/drawingml/2006/main" noGrp="1"/>
          </p:cNvSpPr>
          <p:nvPr/>
        </p:nvSpPr>
        <p:spPr>
          <a:xfrm xmlns:a="http://schemas.openxmlformats.org/drawingml/2006/main">
            <a:off x="6280150" y="8253413"/>
            <a:ext cx="1825498" cy="142875"/>
          </a:xfrm>
          <a:prstGeom xmlns:a="http://schemas.openxmlformats.org/drawingml/2006/main" prst="rect">
            <a:avLst/>
          </a:prstGeom>
          <a:solidFill xmlns:a="http://schemas.openxmlformats.org/drawingml/2006/main">
            <a:srgbClr val="EDE6F6"/>
          </a:solidFill>
          <a:ln xmlns:a="http://schemas.openxmlformats.org/drawingml/2006/main" w="0">
            <a:noFill/>
            <a:prstDash val="solid"/>
          </a:ln>
        </p:spPr>
      </p:sp>
      <p:sp>
        <p:nvSpPr>
          <p:cNvPr id="263" name="i7-GEN-ci">
            <a:extLst xmlns:a="http://schemas.openxmlformats.org/drawingml/2006/main">
              <a:ext uri="{FF2B5EF4-FFF2-40B4-BE49-F238E27FC236}">
                <a16:creationId xmlns:a16="http://schemas.microsoft.com/office/drawing/2014/main" id="{EB565E2D-5B1C-40F2-963B-EE7EC9DAACC9}"/>
              </a:ext>
            </a:extLst>
          </p:cNvPr>
          <p:cNvSpPr>
            <a:spLocks xmlns:a="http://schemas.openxmlformats.org/drawingml/2006/main" noGrp="1"/>
          </p:cNvSpPr>
          <p:nvPr/>
        </p:nvSpPr>
        <p:spPr>
          <a:xfrm xmlns:a="http://schemas.openxmlformats.org/drawingml/2006/main" rot="0">
            <a:off x="7798112" y="8324850"/>
            <a:ext cx="644841" cy="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64" name="i7-GEN-cil">
            <a:extLst xmlns:a="http://schemas.openxmlformats.org/drawingml/2006/main">
              <a:ext uri="{FF2B5EF4-FFF2-40B4-BE49-F238E27FC236}">
                <a16:creationId xmlns:a16="http://schemas.microsoft.com/office/drawing/2014/main" id="{EBD0C340-A6EB-4EE8-BA3F-F3061967B292}"/>
              </a:ext>
            </a:extLst>
          </p:cNvPr>
          <p:cNvSpPr>
            <a:spLocks xmlns:a="http://schemas.openxmlformats.org/drawingml/2006/main" noGrp="1"/>
          </p:cNvSpPr>
          <p:nvPr/>
        </p:nvSpPr>
        <p:spPr>
          <a:xfrm xmlns:a="http://schemas.openxmlformats.org/drawingml/2006/main" rot="0">
            <a:off x="7798112" y="82534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65" name="i7-GEN-cih">
            <a:extLst xmlns:a="http://schemas.openxmlformats.org/drawingml/2006/main">
              <a:ext uri="{FF2B5EF4-FFF2-40B4-BE49-F238E27FC236}">
                <a16:creationId xmlns:a16="http://schemas.microsoft.com/office/drawing/2014/main" id="{ED05DBE1-0CA4-43DF-918B-1251C634669D}"/>
              </a:ext>
            </a:extLst>
          </p:cNvPr>
          <p:cNvSpPr>
            <a:spLocks xmlns:a="http://schemas.openxmlformats.org/drawingml/2006/main" noGrp="1"/>
          </p:cNvSpPr>
          <p:nvPr/>
        </p:nvSpPr>
        <p:spPr>
          <a:xfrm xmlns:a="http://schemas.openxmlformats.org/drawingml/2006/main" rot="0">
            <a:off x="8442953" y="8253413"/>
            <a:ext cx="0" cy="142875"/>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66" name="i7-GEN-mark">
            <a:extLst xmlns:a="http://schemas.openxmlformats.org/drawingml/2006/main">
              <a:ext uri="{FF2B5EF4-FFF2-40B4-BE49-F238E27FC236}">
                <a16:creationId xmlns:a16="http://schemas.microsoft.com/office/drawing/2014/main" id="{1DB393DF-4F31-48E7-A383-775DDFDF39C3}"/>
              </a:ext>
            </a:extLst>
          </p:cNvPr>
          <p:cNvSpPr>
            <a:spLocks xmlns:a="http://schemas.openxmlformats.org/drawingml/2006/main" noGrp="1"/>
          </p:cNvSpPr>
          <p:nvPr/>
        </p:nvSpPr>
        <p:spPr>
          <a:xfrm xmlns:a="http://schemas.openxmlformats.org/drawingml/2006/main" rot="0">
            <a:off x="8105648" y="8224838"/>
            <a:ext cx="0" cy="200025"/>
          </a:xfrm>
          <a:prstGeom xmlns:a="http://schemas.openxmlformats.org/drawingml/2006/main" prst="line">
            <a:avLst/>
          </a:prstGeom>
          <a:noFill xmlns:a="http://schemas.openxmlformats.org/drawingml/2006/main"/>
          <a:ln xmlns:a="http://schemas.openxmlformats.org/drawingml/2006/main" w="24765">
            <a:solidFill>
              <a:srgbClr val="6E4E9E"/>
            </a:solidFill>
            <a:prstDash val="solid"/>
          </a:ln>
        </p:spPr>
      </p:sp>
    </p:spTree>
    <p:extLst>
      <p:ext uri="{BB962C8B-B14F-4D97-AF65-F5344CB8AC3E}">
        <p14:creationId xmlns:p14="http://schemas.microsoft.com/office/powerpoint/2010/main" val="6854163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 name="band-a">
            <a:extLst xmlns:a="http://schemas.openxmlformats.org/drawingml/2006/main">
              <a:ext uri="{FF2B5EF4-FFF2-40B4-BE49-F238E27FC236}">
                <a16:creationId xmlns:a16="http://schemas.microsoft.com/office/drawing/2014/main" id="{D384C996-F8B4-46C6-A950-AE6081399EE6}"/>
              </a:ext>
            </a:extLst>
          </p:cNvPr>
          <p:cNvSpPr>
            <a:spLocks xmlns:a="http://schemas.openxmlformats.org/drawingml/2006/main" noGrp="1"/>
          </p:cNvSpPr>
          <p:nvPr/>
        </p:nvSpPr>
        <p:spPr>
          <a:xfrm xmlns:a="http://schemas.openxmlformats.org/drawingml/2006/main">
            <a:off x="152400" y="57150"/>
            <a:ext cx="11887200" cy="22860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30CCD820-A191-4E06-B6AD-C6F117F12BBA}"/>
              </a:ext>
            </a:extLst>
          </p:cNvPr>
          <p:cNvSpPr>
            <a:spLocks xmlns:a="http://schemas.openxmlformats.org/drawingml/2006/main" noGrp="1"/>
          </p:cNvSpPr>
          <p:nvPr/>
        </p:nvSpPr>
        <p:spPr>
          <a:xfrm xmlns:a="http://schemas.openxmlformats.org/drawingml/2006/main">
            <a:off x="152400" y="2400300"/>
            <a:ext cx="11887200" cy="371475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c">
            <a:extLst xmlns:a="http://schemas.openxmlformats.org/drawingml/2006/main">
              <a:ext uri="{FF2B5EF4-FFF2-40B4-BE49-F238E27FC236}">
                <a16:creationId xmlns:a16="http://schemas.microsoft.com/office/drawing/2014/main" id="{E811DFDB-6A42-4744-904D-5D760A4A7F8B}"/>
              </a:ext>
            </a:extLst>
          </p:cNvPr>
          <p:cNvSpPr>
            <a:spLocks xmlns:a="http://schemas.openxmlformats.org/drawingml/2006/main" noGrp="1"/>
          </p:cNvSpPr>
          <p:nvPr/>
        </p:nvSpPr>
        <p:spPr>
          <a:xfrm xmlns:a="http://schemas.openxmlformats.org/drawingml/2006/main">
            <a:off x="152400" y="6172200"/>
            <a:ext cx="11887200" cy="236220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ED3D0ED3-DE23-4B7C-AEAF-B8BE716D2DD4}"/>
              </a:ext>
            </a:extLst>
          </p:cNvPr>
          <p:cNvSpPr>
            <a:spLocks xmlns:a="http://schemas.openxmlformats.org/drawingml/2006/main" noGrp="1"/>
          </p:cNvSpPr>
          <p:nvPr/>
        </p:nvSpPr>
        <p:spPr>
          <a:xfrm xmlns:a="http://schemas.openxmlformats.org/drawingml/2006/main">
            <a:off x="304800" y="1333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5D469CC8-1D96-4237-9469-8C1F8346DCFF}"/>
              </a:ext>
            </a:extLst>
          </p:cNvPr>
          <p:cNvSpPr>
            <a:spLocks xmlns:a="http://schemas.openxmlformats.org/drawingml/2006/main" noGrp="1"/>
          </p:cNvSpPr>
          <p:nvPr/>
        </p:nvSpPr>
        <p:spPr>
          <a:xfrm xmlns:a="http://schemas.openxmlformats.org/drawingml/2006/main">
            <a:off x="323850" y="1333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D6DC0B9F-55E4-446D-9815-731788AE62D6}"/>
              </a:ext>
            </a:extLst>
          </p:cNvPr>
          <p:cNvSpPr>
            <a:spLocks xmlns:a="http://schemas.openxmlformats.org/drawingml/2006/main" noGrp="1"/>
          </p:cNvSpPr>
          <p:nvPr/>
        </p:nvSpPr>
        <p:spPr>
          <a:xfrm xmlns:a="http://schemas.openxmlformats.org/drawingml/2006/main">
            <a:off x="838200" y="952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Interaction against </a:t>
            </a:r>
            <a:r>
              <a:rPr sz="2550" b="1" i="1">
                <a:solidFill>
                  <a:srgbClr val="1E2E38"/>
                </a:solidFill>
                <a:latin typeface="Times New Roman"/>
                <a:ea typeface="Times New Roman"/>
                <a:cs typeface="Times New Roman"/>
              </a:rPr>
              <a:t>K</a:t>
            </a:r>
          </a:p>
        </p:txBody>
      </p:sp>
      <p:sp>
        <p:nvSpPr>
          <p:cNvPr id="7" name="sec-a-sub">
            <a:extLst xmlns:a="http://schemas.openxmlformats.org/drawingml/2006/main">
              <a:ext uri="{FF2B5EF4-FFF2-40B4-BE49-F238E27FC236}">
                <a16:creationId xmlns:a16="http://schemas.microsoft.com/office/drawing/2014/main" id="{802F8015-80E1-457D-91E3-018E459F5531}"/>
              </a:ext>
            </a:extLst>
          </p:cNvPr>
          <p:cNvSpPr>
            <a:spLocks xmlns:a="http://schemas.openxmlformats.org/drawingml/2006/main" noGrp="1"/>
          </p:cNvSpPr>
          <p:nvPr/>
        </p:nvSpPr>
        <p:spPr>
          <a:xfrm xmlns:a="http://schemas.openxmlformats.org/drawingml/2006/main">
            <a:off x="838200" y="45720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seed-averaged over seeds 0–2 · K1–K8 are nested support sets, not independent samples</a:t>
            </a:r>
          </a:p>
        </p:txBody>
      </p:sp>
      <p:sp>
        <p:nvSpPr>
          <p:cNvPr id="8" name="k-key-0">
            <a:extLst xmlns:a="http://schemas.openxmlformats.org/drawingml/2006/main">
              <a:ext uri="{FF2B5EF4-FFF2-40B4-BE49-F238E27FC236}">
                <a16:creationId xmlns:a16="http://schemas.microsoft.com/office/drawing/2014/main" id="{3C0FB20A-B305-4EF9-BBCA-C381964EEC61}"/>
              </a:ext>
            </a:extLst>
          </p:cNvPr>
          <p:cNvSpPr>
            <a:spLocks xmlns:a="http://schemas.openxmlformats.org/drawingml/2006/main" noGrp="1"/>
          </p:cNvSpPr>
          <p:nvPr/>
        </p:nvSpPr>
        <p:spPr>
          <a:xfrm xmlns:a="http://schemas.openxmlformats.org/drawingml/2006/main">
            <a:off x="4476750" y="876300"/>
            <a:ext cx="190500" cy="152400"/>
          </a:xfrm>
          <a:prstGeom xmlns:a="http://schemas.openxmlformats.org/drawingml/2006/main" prst="roundRect">
            <a:avLst>
              <a:gd name="adj" fmla="val 18750"/>
            </a:avLst>
          </a:prstGeom>
          <a:solidFill xmlns:a="http://schemas.openxmlformats.org/drawingml/2006/main">
            <a:srgbClr val="2E6F9E"/>
          </a:solidFill>
          <a:ln xmlns:a="http://schemas.openxmlformats.org/drawingml/2006/main" w="15240">
            <a:solidFill>
              <a:srgbClr val="2E6F9E"/>
            </a:solidFill>
            <a:prstDash val="solid"/>
          </a:ln>
        </p:spPr>
      </p:sp>
      <p:sp>
        <p:nvSpPr>
          <p:cNvPr id="9" name="k-key-lab-0">
            <a:extLst xmlns:a="http://schemas.openxmlformats.org/drawingml/2006/main">
              <a:ext uri="{FF2B5EF4-FFF2-40B4-BE49-F238E27FC236}">
                <a16:creationId xmlns:a16="http://schemas.microsoft.com/office/drawing/2014/main" id="{29AACB3D-7471-4A18-8C31-A1636E851B5F}"/>
              </a:ext>
            </a:extLst>
          </p:cNvPr>
          <p:cNvSpPr>
            <a:spLocks xmlns:a="http://schemas.openxmlformats.org/drawingml/2006/main" noGrp="1"/>
          </p:cNvSpPr>
          <p:nvPr/>
        </p:nvSpPr>
        <p:spPr>
          <a:xfrm xmlns:a="http://schemas.openxmlformats.org/drawingml/2006/main">
            <a:off x="4724400" y="819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I_TRI</a:t>
            </a:r>
          </a:p>
        </p:txBody>
      </p:sp>
      <p:sp>
        <p:nvSpPr>
          <p:cNvPr id="10" name="k-key-1">
            <a:extLst xmlns:a="http://schemas.openxmlformats.org/drawingml/2006/main">
              <a:ext uri="{FF2B5EF4-FFF2-40B4-BE49-F238E27FC236}">
                <a16:creationId xmlns:a16="http://schemas.microsoft.com/office/drawing/2014/main" id="{18BD9A3A-736C-4222-A86E-1CDADBEF2883}"/>
              </a:ext>
            </a:extLst>
          </p:cNvPr>
          <p:cNvSpPr>
            <a:spLocks xmlns:a="http://schemas.openxmlformats.org/drawingml/2006/main" noGrp="1"/>
          </p:cNvSpPr>
          <p:nvPr/>
        </p:nvSpPr>
        <p:spPr>
          <a:xfrm xmlns:a="http://schemas.openxmlformats.org/drawingml/2006/main">
            <a:off x="6286500" y="876300"/>
            <a:ext cx="190500" cy="152400"/>
          </a:xfrm>
          <a:prstGeom xmlns:a="http://schemas.openxmlformats.org/drawingml/2006/main" prst="roundRect">
            <a:avLst>
              <a:gd name="adj" fmla="val 18750"/>
            </a:avLst>
          </a:prstGeom>
          <a:solidFill xmlns:a="http://schemas.openxmlformats.org/drawingml/2006/main">
            <a:srgbClr val="79AECE"/>
          </a:solidFill>
          <a:ln xmlns:a="http://schemas.openxmlformats.org/drawingml/2006/main" w="15240">
            <a:solidFill>
              <a:srgbClr val="79AECE"/>
            </a:solidFill>
            <a:prstDash val="solid"/>
          </a:ln>
        </p:spPr>
      </p:sp>
      <p:sp>
        <p:nvSpPr>
          <p:cNvPr id="11" name="k-key-lab-1">
            <a:extLst xmlns:a="http://schemas.openxmlformats.org/drawingml/2006/main">
              <a:ext uri="{FF2B5EF4-FFF2-40B4-BE49-F238E27FC236}">
                <a16:creationId xmlns:a16="http://schemas.microsoft.com/office/drawing/2014/main" id="{2D71963B-C076-4E05-B22E-BF02FDAF3A3C}"/>
              </a:ext>
            </a:extLst>
          </p:cNvPr>
          <p:cNvSpPr>
            <a:spLocks xmlns:a="http://schemas.openxmlformats.org/drawingml/2006/main" noGrp="1"/>
          </p:cNvSpPr>
          <p:nvPr/>
        </p:nvSpPr>
        <p:spPr>
          <a:xfrm xmlns:a="http://schemas.openxmlformats.org/drawingml/2006/main">
            <a:off x="6534150" y="819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I_BAL</a:t>
            </a:r>
          </a:p>
        </p:txBody>
      </p:sp>
      <p:sp>
        <p:nvSpPr>
          <p:cNvPr id="12" name="k-key-2">
            <a:extLst xmlns:a="http://schemas.openxmlformats.org/drawingml/2006/main">
              <a:ext uri="{FF2B5EF4-FFF2-40B4-BE49-F238E27FC236}">
                <a16:creationId xmlns:a16="http://schemas.microsoft.com/office/drawing/2014/main" id="{7B44C1CA-A895-45DF-8551-7499A5A7CC45}"/>
              </a:ext>
            </a:extLst>
          </p:cNvPr>
          <p:cNvSpPr>
            <a:spLocks xmlns:a="http://schemas.openxmlformats.org/drawingml/2006/main" noGrp="1"/>
          </p:cNvSpPr>
          <p:nvPr/>
        </p:nvSpPr>
        <p:spPr>
          <a:xfrm xmlns:a="http://schemas.openxmlformats.org/drawingml/2006/main">
            <a:off x="8096250" y="876300"/>
            <a:ext cx="190500" cy="152400"/>
          </a:xfrm>
          <a:prstGeom xmlns:a="http://schemas.openxmlformats.org/drawingml/2006/main" prst="roundRect">
            <a:avLst>
              <a:gd name="adj" fmla="val 18750"/>
            </a:avLst>
          </a:prstGeom>
          <a:solidFill xmlns:a="http://schemas.openxmlformats.org/drawingml/2006/main">
            <a:srgbClr val="B27C20"/>
          </a:solidFill>
          <a:ln xmlns:a="http://schemas.openxmlformats.org/drawingml/2006/main" w="15240">
            <a:solidFill>
              <a:srgbClr val="B27C20"/>
            </a:solidFill>
            <a:prstDash val="solid"/>
          </a:ln>
        </p:spPr>
      </p:sp>
      <p:sp>
        <p:nvSpPr>
          <p:cNvPr id="13" name="k-key-lab-2">
            <a:extLst xmlns:a="http://schemas.openxmlformats.org/drawingml/2006/main">
              <a:ext uri="{FF2B5EF4-FFF2-40B4-BE49-F238E27FC236}">
                <a16:creationId xmlns:a16="http://schemas.microsoft.com/office/drawing/2014/main" id="{27BD787E-A346-4BB6-BE56-2363A733027B}"/>
              </a:ext>
            </a:extLst>
          </p:cNvPr>
          <p:cNvSpPr>
            <a:spLocks xmlns:a="http://schemas.openxmlformats.org/drawingml/2006/main" noGrp="1"/>
          </p:cNvSpPr>
          <p:nvPr/>
        </p:nvSpPr>
        <p:spPr>
          <a:xfrm xmlns:a="http://schemas.openxmlformats.org/drawingml/2006/main">
            <a:off x="8343900" y="819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I_TRI</a:t>
            </a:r>
          </a:p>
        </p:txBody>
      </p:sp>
      <p:sp>
        <p:nvSpPr>
          <p:cNvPr id="14" name="k-key-3">
            <a:extLst xmlns:a="http://schemas.openxmlformats.org/drawingml/2006/main">
              <a:ext uri="{FF2B5EF4-FFF2-40B4-BE49-F238E27FC236}">
                <a16:creationId xmlns:a16="http://schemas.microsoft.com/office/drawing/2014/main" id="{355C60A2-2A52-4DFC-B380-A4253B65E15E}"/>
              </a:ext>
            </a:extLst>
          </p:cNvPr>
          <p:cNvSpPr>
            <a:spLocks xmlns:a="http://schemas.openxmlformats.org/drawingml/2006/main" noGrp="1"/>
          </p:cNvSpPr>
          <p:nvPr/>
        </p:nvSpPr>
        <p:spPr>
          <a:xfrm xmlns:a="http://schemas.openxmlformats.org/drawingml/2006/main">
            <a:off x="9906000" y="876300"/>
            <a:ext cx="190500" cy="152400"/>
          </a:xfrm>
          <a:prstGeom xmlns:a="http://schemas.openxmlformats.org/drawingml/2006/main" prst="roundRect">
            <a:avLst>
              <a:gd name="adj" fmla="val 18750"/>
            </a:avLst>
          </a:prstGeom>
          <a:solidFill xmlns:a="http://schemas.openxmlformats.org/drawingml/2006/main">
            <a:srgbClr val="D9B478"/>
          </a:solidFill>
          <a:ln xmlns:a="http://schemas.openxmlformats.org/drawingml/2006/main" w="15240">
            <a:solidFill>
              <a:srgbClr val="D9B478"/>
            </a:solidFill>
            <a:prstDash val="solid"/>
          </a:ln>
        </p:spPr>
      </p:sp>
      <p:sp>
        <p:nvSpPr>
          <p:cNvPr id="15" name="k-key-lab-3">
            <a:extLst xmlns:a="http://schemas.openxmlformats.org/drawingml/2006/main">
              <a:ext uri="{FF2B5EF4-FFF2-40B4-BE49-F238E27FC236}">
                <a16:creationId xmlns:a16="http://schemas.microsoft.com/office/drawing/2014/main" id="{F060AB90-3BAA-4871-BD69-2796A422A3D1}"/>
              </a:ext>
            </a:extLst>
          </p:cNvPr>
          <p:cNvSpPr>
            <a:spLocks xmlns:a="http://schemas.openxmlformats.org/drawingml/2006/main" noGrp="1"/>
          </p:cNvSpPr>
          <p:nvPr/>
        </p:nvSpPr>
        <p:spPr>
          <a:xfrm xmlns:a="http://schemas.openxmlformats.org/drawingml/2006/main">
            <a:off x="10153650" y="819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I_BAL</a:t>
            </a:r>
          </a:p>
        </p:txBody>
      </p:sp>
      <p:sp>
        <p:nvSpPr>
          <p:cNvPr id="16" name="k-grid-0">
            <a:extLst xmlns:a="http://schemas.openxmlformats.org/drawingml/2006/main">
              <a:ext uri="{FF2B5EF4-FFF2-40B4-BE49-F238E27FC236}">
                <a16:creationId xmlns:a16="http://schemas.microsoft.com/office/drawing/2014/main" id="{A69EEE8C-4FAD-4B6F-91D7-B5D7C1A1A953}"/>
              </a:ext>
            </a:extLst>
          </p:cNvPr>
          <p:cNvSpPr>
            <a:spLocks xmlns:a="http://schemas.openxmlformats.org/drawingml/2006/main" noGrp="1"/>
          </p:cNvSpPr>
          <p:nvPr/>
        </p:nvSpPr>
        <p:spPr>
          <a:xfrm xmlns:a="http://schemas.openxmlformats.org/drawingml/2006/main" rot="0">
            <a:off x="4476750" y="1181100"/>
            <a:ext cx="0" cy="6858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7" name="k-lab-0">
            <a:extLst xmlns:a="http://schemas.openxmlformats.org/drawingml/2006/main">
              <a:ext uri="{FF2B5EF4-FFF2-40B4-BE49-F238E27FC236}">
                <a16:creationId xmlns:a16="http://schemas.microsoft.com/office/drawing/2014/main" id="{5CCDD072-CEDF-458D-8785-DCD45ABBAE4F}"/>
              </a:ext>
            </a:extLst>
          </p:cNvPr>
          <p:cNvSpPr>
            <a:spLocks xmlns:a="http://schemas.openxmlformats.org/drawingml/2006/main" noGrp="1"/>
          </p:cNvSpPr>
          <p:nvPr/>
        </p:nvSpPr>
        <p:spPr>
          <a:xfrm xmlns:a="http://schemas.openxmlformats.org/drawingml/2006/main">
            <a:off x="3905250" y="1905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K</a:t>
            </a:r>
            <a:r>
              <a:rPr sz="2250" b="0" i="0">
                <a:solidFill>
                  <a:srgbClr val="5E717C"/>
                </a:solidFill>
                <a:latin typeface="Times New Roman"/>
                <a:ea typeface="Times New Roman"/>
                <a:cs typeface="Times New Roman"/>
              </a:rPr>
              <a:t> = 1</a:t>
            </a:r>
          </a:p>
        </p:txBody>
      </p:sp>
      <p:sp>
        <p:nvSpPr>
          <p:cNvPr id="18" name="k-grid-1">
            <a:extLst xmlns:a="http://schemas.openxmlformats.org/drawingml/2006/main">
              <a:ext uri="{FF2B5EF4-FFF2-40B4-BE49-F238E27FC236}">
                <a16:creationId xmlns:a16="http://schemas.microsoft.com/office/drawing/2014/main" id="{89805B73-3723-4628-BD2C-C0C68BFB6E6D}"/>
              </a:ext>
            </a:extLst>
          </p:cNvPr>
          <p:cNvSpPr>
            <a:spLocks xmlns:a="http://schemas.openxmlformats.org/drawingml/2006/main" noGrp="1"/>
          </p:cNvSpPr>
          <p:nvPr/>
        </p:nvSpPr>
        <p:spPr>
          <a:xfrm xmlns:a="http://schemas.openxmlformats.org/drawingml/2006/main" rot="0">
            <a:off x="6731000" y="1181100"/>
            <a:ext cx="0" cy="6858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9" name="k-lab-1">
            <a:extLst xmlns:a="http://schemas.openxmlformats.org/drawingml/2006/main">
              <a:ext uri="{FF2B5EF4-FFF2-40B4-BE49-F238E27FC236}">
                <a16:creationId xmlns:a16="http://schemas.microsoft.com/office/drawing/2014/main" id="{9BF36F04-FD92-4D1F-B165-1FB3311EE98E}"/>
              </a:ext>
            </a:extLst>
          </p:cNvPr>
          <p:cNvSpPr>
            <a:spLocks xmlns:a="http://schemas.openxmlformats.org/drawingml/2006/main" noGrp="1"/>
          </p:cNvSpPr>
          <p:nvPr/>
        </p:nvSpPr>
        <p:spPr>
          <a:xfrm xmlns:a="http://schemas.openxmlformats.org/drawingml/2006/main">
            <a:off x="6159500" y="1905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K</a:t>
            </a:r>
            <a:r>
              <a:rPr sz="2250" b="0" i="0">
                <a:solidFill>
                  <a:srgbClr val="5E717C"/>
                </a:solidFill>
                <a:latin typeface="Times New Roman"/>
                <a:ea typeface="Times New Roman"/>
                <a:cs typeface="Times New Roman"/>
              </a:rPr>
              <a:t> = 2</a:t>
            </a:r>
          </a:p>
        </p:txBody>
      </p:sp>
      <p:sp>
        <p:nvSpPr>
          <p:cNvPr id="20" name="k-grid-2">
            <a:extLst xmlns:a="http://schemas.openxmlformats.org/drawingml/2006/main">
              <a:ext uri="{FF2B5EF4-FFF2-40B4-BE49-F238E27FC236}">
                <a16:creationId xmlns:a16="http://schemas.microsoft.com/office/drawing/2014/main" id="{ACA66A61-63B2-4E65-94BD-F09661F201E8}"/>
              </a:ext>
            </a:extLst>
          </p:cNvPr>
          <p:cNvSpPr>
            <a:spLocks xmlns:a="http://schemas.openxmlformats.org/drawingml/2006/main" noGrp="1"/>
          </p:cNvSpPr>
          <p:nvPr/>
        </p:nvSpPr>
        <p:spPr>
          <a:xfrm xmlns:a="http://schemas.openxmlformats.org/drawingml/2006/main" rot="0">
            <a:off x="8985250" y="1181100"/>
            <a:ext cx="0" cy="6858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21" name="k-lab-2">
            <a:extLst xmlns:a="http://schemas.openxmlformats.org/drawingml/2006/main">
              <a:ext uri="{FF2B5EF4-FFF2-40B4-BE49-F238E27FC236}">
                <a16:creationId xmlns:a16="http://schemas.microsoft.com/office/drawing/2014/main" id="{DF959760-D070-4566-A36D-8A47558D0381}"/>
              </a:ext>
            </a:extLst>
          </p:cNvPr>
          <p:cNvSpPr>
            <a:spLocks xmlns:a="http://schemas.openxmlformats.org/drawingml/2006/main" noGrp="1"/>
          </p:cNvSpPr>
          <p:nvPr/>
        </p:nvSpPr>
        <p:spPr>
          <a:xfrm xmlns:a="http://schemas.openxmlformats.org/drawingml/2006/main">
            <a:off x="8413750" y="1905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K</a:t>
            </a:r>
            <a:r>
              <a:rPr sz="2250" b="0" i="0">
                <a:solidFill>
                  <a:srgbClr val="5E717C"/>
                </a:solidFill>
                <a:latin typeface="Times New Roman"/>
                <a:ea typeface="Times New Roman"/>
                <a:cs typeface="Times New Roman"/>
              </a:rPr>
              <a:t> = 4</a:t>
            </a:r>
          </a:p>
        </p:txBody>
      </p:sp>
      <p:sp>
        <p:nvSpPr>
          <p:cNvPr id="22" name="k-grid-3">
            <a:extLst xmlns:a="http://schemas.openxmlformats.org/drawingml/2006/main">
              <a:ext uri="{FF2B5EF4-FFF2-40B4-BE49-F238E27FC236}">
                <a16:creationId xmlns:a16="http://schemas.microsoft.com/office/drawing/2014/main" id="{09F32F39-B00C-4857-A784-1310AA0737AF}"/>
              </a:ext>
            </a:extLst>
          </p:cNvPr>
          <p:cNvSpPr>
            <a:spLocks xmlns:a="http://schemas.openxmlformats.org/drawingml/2006/main" noGrp="1"/>
          </p:cNvSpPr>
          <p:nvPr/>
        </p:nvSpPr>
        <p:spPr>
          <a:xfrm xmlns:a="http://schemas.openxmlformats.org/drawingml/2006/main" rot="0">
            <a:off x="11239500" y="1181100"/>
            <a:ext cx="0" cy="6858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23" name="k-lab-3">
            <a:extLst xmlns:a="http://schemas.openxmlformats.org/drawingml/2006/main">
              <a:ext uri="{FF2B5EF4-FFF2-40B4-BE49-F238E27FC236}">
                <a16:creationId xmlns:a16="http://schemas.microsoft.com/office/drawing/2014/main" id="{6C846112-4C21-4D7E-8C9D-C0E4F89F66C2}"/>
              </a:ext>
            </a:extLst>
          </p:cNvPr>
          <p:cNvSpPr>
            <a:spLocks xmlns:a="http://schemas.openxmlformats.org/drawingml/2006/main" noGrp="1"/>
          </p:cNvSpPr>
          <p:nvPr/>
        </p:nvSpPr>
        <p:spPr>
          <a:xfrm xmlns:a="http://schemas.openxmlformats.org/drawingml/2006/main">
            <a:off x="10668000" y="1905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1">
                <a:solidFill>
                  <a:srgbClr val="5E717C"/>
                </a:solidFill>
                <a:latin typeface="Times New Roman"/>
                <a:ea typeface="Times New Roman"/>
                <a:cs typeface="Times New Roman"/>
              </a:rPr>
              <a:t>K</a:t>
            </a:r>
            <a:r>
              <a:rPr sz="2250" b="0" i="0">
                <a:solidFill>
                  <a:srgbClr val="5E717C"/>
                </a:solidFill>
                <a:latin typeface="Times New Roman"/>
                <a:ea typeface="Times New Roman"/>
                <a:cs typeface="Times New Roman"/>
              </a:rPr>
              <a:t> = 8</a:t>
            </a:r>
          </a:p>
        </p:txBody>
      </p:sp>
      <p:sp>
        <p:nvSpPr>
          <p:cNvPr id="24" name="k-zero">
            <a:extLst xmlns:a="http://schemas.openxmlformats.org/drawingml/2006/main">
              <a:ext uri="{FF2B5EF4-FFF2-40B4-BE49-F238E27FC236}">
                <a16:creationId xmlns:a16="http://schemas.microsoft.com/office/drawing/2014/main" id="{6E7CFF6F-EBE7-4D4F-93EB-76A78E8A5EE9}"/>
              </a:ext>
            </a:extLst>
          </p:cNvPr>
          <p:cNvSpPr>
            <a:spLocks xmlns:a="http://schemas.openxmlformats.org/drawingml/2006/main" noGrp="1"/>
          </p:cNvSpPr>
          <p:nvPr/>
        </p:nvSpPr>
        <p:spPr>
          <a:xfrm xmlns:a="http://schemas.openxmlformats.org/drawingml/2006/main" rot="0">
            <a:off x="4476750" y="1181100"/>
            <a:ext cx="0" cy="685800"/>
          </a:xfrm>
          <a:prstGeom xmlns:a="http://schemas.openxmlformats.org/drawingml/2006/main" prst="line">
            <a:avLst/>
          </a:prstGeom>
          <a:noFill xmlns:a="http://schemas.openxmlformats.org/drawingml/2006/main"/>
          <a:ln xmlns:a="http://schemas.openxmlformats.org/drawingml/2006/main" w="15240">
            <a:solidFill>
              <a:srgbClr val="1E2E38"/>
            </a:solidFill>
            <a:prstDash val="solid"/>
          </a:ln>
        </p:spPr>
      </p:sp>
      <p:sp>
        <p:nvSpPr>
          <p:cNvPr id="25" name="k-scale">
            <a:extLst xmlns:a="http://schemas.openxmlformats.org/drawingml/2006/main">
              <a:ext uri="{FF2B5EF4-FFF2-40B4-BE49-F238E27FC236}">
                <a16:creationId xmlns:a16="http://schemas.microsoft.com/office/drawing/2014/main" id="{811B2091-29FD-404E-9071-B351F5CA9960}"/>
              </a:ext>
            </a:extLst>
          </p:cNvPr>
          <p:cNvSpPr>
            <a:spLocks xmlns:a="http://schemas.openxmlformats.org/drawingml/2006/main" noGrp="1"/>
          </p:cNvSpPr>
          <p:nvPr/>
        </p:nvSpPr>
        <p:spPr>
          <a:xfrm xmlns:a="http://schemas.openxmlformats.org/drawingml/2006/main" rot="0">
            <a:off x="8280797" y="1181100"/>
            <a:ext cx="0" cy="68580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26" name="k-seg-MPDD I_TRI-0">
            <a:extLst xmlns:a="http://schemas.openxmlformats.org/drawingml/2006/main">
              <a:ext uri="{FF2B5EF4-FFF2-40B4-BE49-F238E27FC236}">
                <a16:creationId xmlns:a16="http://schemas.microsoft.com/office/drawing/2014/main" id="{68D38AC3-AC6A-49E5-9AAC-F2F8483DBC45}"/>
              </a:ext>
            </a:extLst>
          </p:cNvPr>
          <p:cNvSpPr>
            <a:spLocks xmlns:a="http://schemas.openxmlformats.org/drawingml/2006/main" noGrp="1"/>
          </p:cNvSpPr>
          <p:nvPr/>
        </p:nvSpPr>
        <p:spPr>
          <a:xfrm xmlns:a="http://schemas.openxmlformats.org/drawingml/2006/main" rot="0">
            <a:off x="4476750" y="1695450"/>
            <a:ext cx="2254250" cy="0"/>
          </a:xfrm>
          <a:prstGeom xmlns:a="http://schemas.openxmlformats.org/drawingml/2006/main" prst="line">
            <a:avLst/>
          </a:prstGeom>
          <a:noFill xmlns:a="http://schemas.openxmlformats.org/drawingml/2006/main"/>
          <a:ln xmlns:a="http://schemas.openxmlformats.org/drawingml/2006/main" w="22860">
            <a:solidFill>
              <a:srgbClr val="2E6F9E"/>
            </a:solidFill>
            <a:prstDash val="solid"/>
          </a:ln>
        </p:spPr>
      </p:sp>
      <p:sp>
        <p:nvSpPr>
          <p:cNvPr id="27" name="k-seg-MPDD I_TRI-1">
            <a:extLst xmlns:a="http://schemas.openxmlformats.org/drawingml/2006/main">
              <a:ext uri="{FF2B5EF4-FFF2-40B4-BE49-F238E27FC236}">
                <a16:creationId xmlns:a16="http://schemas.microsoft.com/office/drawing/2014/main" id="{B1E57479-7FC9-4CBF-ADB3-9122C41AAC55}"/>
              </a:ext>
            </a:extLst>
          </p:cNvPr>
          <p:cNvSpPr>
            <a:spLocks xmlns:a="http://schemas.openxmlformats.org/drawingml/2006/main" noGrp="1"/>
          </p:cNvSpPr>
          <p:nvPr/>
        </p:nvSpPr>
        <p:spPr>
          <a:xfrm xmlns:a="http://schemas.openxmlformats.org/drawingml/2006/main" rot="0">
            <a:off x="6731000" y="1695450"/>
            <a:ext cx="2254250" cy="0"/>
          </a:xfrm>
          <a:prstGeom xmlns:a="http://schemas.openxmlformats.org/drawingml/2006/main" prst="line">
            <a:avLst/>
          </a:prstGeom>
          <a:noFill xmlns:a="http://schemas.openxmlformats.org/drawingml/2006/main"/>
          <a:ln xmlns:a="http://schemas.openxmlformats.org/drawingml/2006/main" w="22860">
            <a:solidFill>
              <a:srgbClr val="2E6F9E"/>
            </a:solidFill>
            <a:prstDash val="solid"/>
          </a:ln>
        </p:spPr>
      </p:sp>
      <p:sp>
        <p:nvSpPr>
          <p:cNvPr id="28" name="k-seg-MPDD I_TRI-2">
            <a:extLst xmlns:a="http://schemas.openxmlformats.org/drawingml/2006/main">
              <a:ext uri="{FF2B5EF4-FFF2-40B4-BE49-F238E27FC236}">
                <a16:creationId xmlns:a16="http://schemas.microsoft.com/office/drawing/2014/main" id="{1ED02B99-D60E-4F4F-AB2B-878E9334DCE4}"/>
              </a:ext>
            </a:extLst>
          </p:cNvPr>
          <p:cNvSpPr>
            <a:spLocks xmlns:a="http://schemas.openxmlformats.org/drawingml/2006/main" noGrp="1"/>
          </p:cNvSpPr>
          <p:nvPr/>
        </p:nvSpPr>
        <p:spPr>
          <a:xfrm xmlns:a="http://schemas.openxmlformats.org/drawingml/2006/main" rot="0">
            <a:off x="8985250" y="1695450"/>
            <a:ext cx="2254250" cy="0"/>
          </a:xfrm>
          <a:prstGeom xmlns:a="http://schemas.openxmlformats.org/drawingml/2006/main" prst="line">
            <a:avLst/>
          </a:prstGeom>
          <a:noFill xmlns:a="http://schemas.openxmlformats.org/drawingml/2006/main"/>
          <a:ln xmlns:a="http://schemas.openxmlformats.org/drawingml/2006/main" w="22860">
            <a:solidFill>
              <a:srgbClr val="2E6F9E"/>
            </a:solidFill>
            <a:prstDash val="solid"/>
          </a:ln>
        </p:spPr>
      </p:sp>
      <p:sp>
        <p:nvSpPr>
          <p:cNvPr id="29" name="k-dot-MPDD I_TRI-0">
            <a:extLst xmlns:a="http://schemas.openxmlformats.org/drawingml/2006/main">
              <a:ext uri="{FF2B5EF4-FFF2-40B4-BE49-F238E27FC236}">
                <a16:creationId xmlns:a16="http://schemas.microsoft.com/office/drawing/2014/main" id="{EEC6F4E7-77FD-466B-B8B1-3E174AB97346}"/>
              </a:ext>
            </a:extLst>
          </p:cNvPr>
          <p:cNvSpPr>
            <a:spLocks xmlns:a="http://schemas.openxmlformats.org/drawingml/2006/main" noGrp="1"/>
          </p:cNvSpPr>
          <p:nvPr/>
        </p:nvSpPr>
        <p:spPr>
          <a:xfrm xmlns:a="http://schemas.openxmlformats.org/drawingml/2006/main">
            <a:off x="4419600" y="1638300"/>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30" name="k-dot-MPDD I_TRI-1">
            <a:extLst xmlns:a="http://schemas.openxmlformats.org/drawingml/2006/main">
              <a:ext uri="{FF2B5EF4-FFF2-40B4-BE49-F238E27FC236}">
                <a16:creationId xmlns:a16="http://schemas.microsoft.com/office/drawing/2014/main" id="{BCA62AC1-9A31-46B4-BD08-BDC4DD87BB50}"/>
              </a:ext>
            </a:extLst>
          </p:cNvPr>
          <p:cNvSpPr>
            <a:spLocks xmlns:a="http://schemas.openxmlformats.org/drawingml/2006/main" noGrp="1"/>
          </p:cNvSpPr>
          <p:nvPr/>
        </p:nvSpPr>
        <p:spPr>
          <a:xfrm xmlns:a="http://schemas.openxmlformats.org/drawingml/2006/main">
            <a:off x="6673850" y="1638300"/>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31" name="k-dot-MPDD I_TRI-2">
            <a:extLst xmlns:a="http://schemas.openxmlformats.org/drawingml/2006/main">
              <a:ext uri="{FF2B5EF4-FFF2-40B4-BE49-F238E27FC236}">
                <a16:creationId xmlns:a16="http://schemas.microsoft.com/office/drawing/2014/main" id="{7949CE11-07F7-49C1-807B-E6B89762A56D}"/>
              </a:ext>
            </a:extLst>
          </p:cNvPr>
          <p:cNvSpPr>
            <a:spLocks xmlns:a="http://schemas.openxmlformats.org/drawingml/2006/main" noGrp="1"/>
          </p:cNvSpPr>
          <p:nvPr/>
        </p:nvSpPr>
        <p:spPr>
          <a:xfrm xmlns:a="http://schemas.openxmlformats.org/drawingml/2006/main">
            <a:off x="8928100" y="1638300"/>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32" name="k-dot-MPDD I_TRI-3">
            <a:extLst xmlns:a="http://schemas.openxmlformats.org/drawingml/2006/main">
              <a:ext uri="{FF2B5EF4-FFF2-40B4-BE49-F238E27FC236}">
                <a16:creationId xmlns:a16="http://schemas.microsoft.com/office/drawing/2014/main" id="{2950C216-A193-4AA7-89F3-2215209D64BF}"/>
              </a:ext>
            </a:extLst>
          </p:cNvPr>
          <p:cNvSpPr>
            <a:spLocks xmlns:a="http://schemas.openxmlformats.org/drawingml/2006/main" noGrp="1"/>
          </p:cNvSpPr>
          <p:nvPr/>
        </p:nvSpPr>
        <p:spPr>
          <a:xfrm xmlns:a="http://schemas.openxmlformats.org/drawingml/2006/main">
            <a:off x="11182350" y="1638300"/>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33" name="k-seg-MPDD I_BAL-0">
            <a:extLst xmlns:a="http://schemas.openxmlformats.org/drawingml/2006/main">
              <a:ext uri="{FF2B5EF4-FFF2-40B4-BE49-F238E27FC236}">
                <a16:creationId xmlns:a16="http://schemas.microsoft.com/office/drawing/2014/main" id="{C9DA7F28-AA5C-48A2-997A-D0712B1D28B6}"/>
              </a:ext>
            </a:extLst>
          </p:cNvPr>
          <p:cNvSpPr>
            <a:spLocks xmlns:a="http://schemas.openxmlformats.org/drawingml/2006/main" noGrp="1"/>
          </p:cNvSpPr>
          <p:nvPr/>
        </p:nvSpPr>
        <p:spPr>
          <a:xfrm xmlns:a="http://schemas.openxmlformats.org/drawingml/2006/main" rot="0">
            <a:off x="4476750" y="1695450"/>
            <a:ext cx="2254250" cy="0"/>
          </a:xfrm>
          <a:prstGeom xmlns:a="http://schemas.openxmlformats.org/drawingml/2006/main" prst="line">
            <a:avLst/>
          </a:prstGeom>
          <a:noFill xmlns:a="http://schemas.openxmlformats.org/drawingml/2006/main"/>
          <a:ln xmlns:a="http://schemas.openxmlformats.org/drawingml/2006/main" w="22860">
            <a:solidFill>
              <a:srgbClr val="79AECE"/>
            </a:solidFill>
            <a:prstDash val="solid"/>
          </a:ln>
        </p:spPr>
      </p:sp>
      <p:sp>
        <p:nvSpPr>
          <p:cNvPr id="34" name="k-seg-MPDD I_BAL-1">
            <a:extLst xmlns:a="http://schemas.openxmlformats.org/drawingml/2006/main">
              <a:ext uri="{FF2B5EF4-FFF2-40B4-BE49-F238E27FC236}">
                <a16:creationId xmlns:a16="http://schemas.microsoft.com/office/drawing/2014/main" id="{CD47FFE7-13ED-4DDE-86DB-774CAE56EDBE}"/>
              </a:ext>
            </a:extLst>
          </p:cNvPr>
          <p:cNvSpPr>
            <a:spLocks xmlns:a="http://schemas.openxmlformats.org/drawingml/2006/main" noGrp="1"/>
          </p:cNvSpPr>
          <p:nvPr/>
        </p:nvSpPr>
        <p:spPr>
          <a:xfrm xmlns:a="http://schemas.openxmlformats.org/drawingml/2006/main" rot="0">
            <a:off x="6731000" y="1695450"/>
            <a:ext cx="2254250" cy="0"/>
          </a:xfrm>
          <a:prstGeom xmlns:a="http://schemas.openxmlformats.org/drawingml/2006/main" prst="line">
            <a:avLst/>
          </a:prstGeom>
          <a:noFill xmlns:a="http://schemas.openxmlformats.org/drawingml/2006/main"/>
          <a:ln xmlns:a="http://schemas.openxmlformats.org/drawingml/2006/main" w="22860">
            <a:solidFill>
              <a:srgbClr val="79AECE"/>
            </a:solidFill>
            <a:prstDash val="solid"/>
          </a:ln>
        </p:spPr>
      </p:sp>
      <p:sp>
        <p:nvSpPr>
          <p:cNvPr id="35" name="k-seg-MPDD I_BAL-2">
            <a:extLst xmlns:a="http://schemas.openxmlformats.org/drawingml/2006/main">
              <a:ext uri="{FF2B5EF4-FFF2-40B4-BE49-F238E27FC236}">
                <a16:creationId xmlns:a16="http://schemas.microsoft.com/office/drawing/2014/main" id="{C19C192A-327D-4D41-BE10-C186346224D9}"/>
              </a:ext>
            </a:extLst>
          </p:cNvPr>
          <p:cNvSpPr>
            <a:spLocks xmlns:a="http://schemas.openxmlformats.org/drawingml/2006/main" noGrp="1"/>
          </p:cNvSpPr>
          <p:nvPr/>
        </p:nvSpPr>
        <p:spPr>
          <a:xfrm xmlns:a="http://schemas.openxmlformats.org/drawingml/2006/main" rot="0">
            <a:off x="8985250" y="1695450"/>
            <a:ext cx="2254250" cy="0"/>
          </a:xfrm>
          <a:prstGeom xmlns:a="http://schemas.openxmlformats.org/drawingml/2006/main" prst="line">
            <a:avLst/>
          </a:prstGeom>
          <a:noFill xmlns:a="http://schemas.openxmlformats.org/drawingml/2006/main"/>
          <a:ln xmlns:a="http://schemas.openxmlformats.org/drawingml/2006/main" w="22860">
            <a:solidFill>
              <a:srgbClr val="79AECE"/>
            </a:solidFill>
            <a:prstDash val="solid"/>
          </a:ln>
        </p:spPr>
      </p:sp>
      <p:sp>
        <p:nvSpPr>
          <p:cNvPr id="36" name="k-dot-MPDD I_BAL-0">
            <a:extLst xmlns:a="http://schemas.openxmlformats.org/drawingml/2006/main">
              <a:ext uri="{FF2B5EF4-FFF2-40B4-BE49-F238E27FC236}">
                <a16:creationId xmlns:a16="http://schemas.microsoft.com/office/drawing/2014/main" id="{79517AB4-EB9C-471D-82B7-C235B5D95E4C}"/>
              </a:ext>
            </a:extLst>
          </p:cNvPr>
          <p:cNvSpPr>
            <a:spLocks xmlns:a="http://schemas.openxmlformats.org/drawingml/2006/main" noGrp="1"/>
          </p:cNvSpPr>
          <p:nvPr/>
        </p:nvSpPr>
        <p:spPr>
          <a:xfrm xmlns:a="http://schemas.openxmlformats.org/drawingml/2006/main">
            <a:off x="4419600" y="1638300"/>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37" name="k-dot-MPDD I_BAL-1">
            <a:extLst xmlns:a="http://schemas.openxmlformats.org/drawingml/2006/main">
              <a:ext uri="{FF2B5EF4-FFF2-40B4-BE49-F238E27FC236}">
                <a16:creationId xmlns:a16="http://schemas.microsoft.com/office/drawing/2014/main" id="{6EACA1F5-DE9E-41FD-81BF-A58B96269AD5}"/>
              </a:ext>
            </a:extLst>
          </p:cNvPr>
          <p:cNvSpPr>
            <a:spLocks xmlns:a="http://schemas.openxmlformats.org/drawingml/2006/main" noGrp="1"/>
          </p:cNvSpPr>
          <p:nvPr/>
        </p:nvSpPr>
        <p:spPr>
          <a:xfrm xmlns:a="http://schemas.openxmlformats.org/drawingml/2006/main">
            <a:off x="6673850" y="1638300"/>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38" name="k-dot-MPDD I_BAL-2">
            <a:extLst xmlns:a="http://schemas.openxmlformats.org/drawingml/2006/main">
              <a:ext uri="{FF2B5EF4-FFF2-40B4-BE49-F238E27FC236}">
                <a16:creationId xmlns:a16="http://schemas.microsoft.com/office/drawing/2014/main" id="{973E1DB9-FE04-4203-A190-AC2CBE064594}"/>
              </a:ext>
            </a:extLst>
          </p:cNvPr>
          <p:cNvSpPr>
            <a:spLocks xmlns:a="http://schemas.openxmlformats.org/drawingml/2006/main" noGrp="1"/>
          </p:cNvSpPr>
          <p:nvPr/>
        </p:nvSpPr>
        <p:spPr>
          <a:xfrm xmlns:a="http://schemas.openxmlformats.org/drawingml/2006/main">
            <a:off x="8928100" y="1638300"/>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39" name="k-dot-MPDD I_BAL-3">
            <a:extLst xmlns:a="http://schemas.openxmlformats.org/drawingml/2006/main">
              <a:ext uri="{FF2B5EF4-FFF2-40B4-BE49-F238E27FC236}">
                <a16:creationId xmlns:a16="http://schemas.microsoft.com/office/drawing/2014/main" id="{AEA2DBDB-61BB-407D-9E88-42D61889DCB1}"/>
              </a:ext>
            </a:extLst>
          </p:cNvPr>
          <p:cNvSpPr>
            <a:spLocks xmlns:a="http://schemas.openxmlformats.org/drawingml/2006/main" noGrp="1"/>
          </p:cNvSpPr>
          <p:nvPr/>
        </p:nvSpPr>
        <p:spPr>
          <a:xfrm xmlns:a="http://schemas.openxmlformats.org/drawingml/2006/main">
            <a:off x="11182350" y="1638300"/>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40" name="k-seg-BTAD I_TRI-0">
            <a:extLst xmlns:a="http://schemas.openxmlformats.org/drawingml/2006/main">
              <a:ext uri="{FF2B5EF4-FFF2-40B4-BE49-F238E27FC236}">
                <a16:creationId xmlns:a16="http://schemas.microsoft.com/office/drawing/2014/main" id="{944C1622-0CD1-4F36-A130-14997068E806}"/>
              </a:ext>
            </a:extLst>
          </p:cNvPr>
          <p:cNvSpPr>
            <a:spLocks xmlns:a="http://schemas.openxmlformats.org/drawingml/2006/main" noGrp="1"/>
          </p:cNvSpPr>
          <p:nvPr/>
        </p:nvSpPr>
        <p:spPr>
          <a:xfrm xmlns:a="http://schemas.openxmlformats.org/drawingml/2006/main" rot="0">
            <a:off x="4476750" y="1695450"/>
            <a:ext cx="2254250" cy="0"/>
          </a:xfrm>
          <a:prstGeom xmlns:a="http://schemas.openxmlformats.org/drawingml/2006/main" prst="line">
            <a:avLst/>
          </a:prstGeom>
          <a:noFill xmlns:a="http://schemas.openxmlformats.org/drawingml/2006/main"/>
          <a:ln xmlns:a="http://schemas.openxmlformats.org/drawingml/2006/main" w="22860">
            <a:solidFill>
              <a:srgbClr val="B27C20"/>
            </a:solidFill>
            <a:prstDash val="solid"/>
          </a:ln>
        </p:spPr>
      </p:sp>
      <p:sp>
        <p:nvSpPr>
          <p:cNvPr id="41" name="k-seg-BTAD I_TRI-1">
            <a:extLst xmlns:a="http://schemas.openxmlformats.org/drawingml/2006/main">
              <a:ext uri="{FF2B5EF4-FFF2-40B4-BE49-F238E27FC236}">
                <a16:creationId xmlns:a16="http://schemas.microsoft.com/office/drawing/2014/main" id="{E8A8F133-98FF-4223-8229-9A787EB4F773}"/>
              </a:ext>
            </a:extLst>
          </p:cNvPr>
          <p:cNvSpPr>
            <a:spLocks xmlns:a="http://schemas.openxmlformats.org/drawingml/2006/main" noGrp="1"/>
          </p:cNvSpPr>
          <p:nvPr/>
        </p:nvSpPr>
        <p:spPr>
          <a:xfrm xmlns:a="http://schemas.openxmlformats.org/drawingml/2006/main" rot="0">
            <a:off x="6731000" y="1695450"/>
            <a:ext cx="2254250" cy="0"/>
          </a:xfrm>
          <a:prstGeom xmlns:a="http://schemas.openxmlformats.org/drawingml/2006/main" prst="line">
            <a:avLst/>
          </a:prstGeom>
          <a:noFill xmlns:a="http://schemas.openxmlformats.org/drawingml/2006/main"/>
          <a:ln xmlns:a="http://schemas.openxmlformats.org/drawingml/2006/main" w="22860">
            <a:solidFill>
              <a:srgbClr val="B27C20"/>
            </a:solidFill>
            <a:prstDash val="solid"/>
          </a:ln>
        </p:spPr>
      </p:sp>
      <p:sp>
        <p:nvSpPr>
          <p:cNvPr id="42" name="k-seg-BTAD I_TRI-2">
            <a:extLst xmlns:a="http://schemas.openxmlformats.org/drawingml/2006/main">
              <a:ext uri="{FF2B5EF4-FFF2-40B4-BE49-F238E27FC236}">
                <a16:creationId xmlns:a16="http://schemas.microsoft.com/office/drawing/2014/main" id="{94840F48-80A7-406D-9CBA-FAA35D4243F0}"/>
              </a:ext>
            </a:extLst>
          </p:cNvPr>
          <p:cNvSpPr>
            <a:spLocks xmlns:a="http://schemas.openxmlformats.org/drawingml/2006/main" noGrp="1"/>
          </p:cNvSpPr>
          <p:nvPr/>
        </p:nvSpPr>
        <p:spPr>
          <a:xfrm xmlns:a="http://schemas.openxmlformats.org/drawingml/2006/main" rot="0">
            <a:off x="8985250" y="1695450"/>
            <a:ext cx="2254250" cy="0"/>
          </a:xfrm>
          <a:prstGeom xmlns:a="http://schemas.openxmlformats.org/drawingml/2006/main" prst="line">
            <a:avLst/>
          </a:prstGeom>
          <a:noFill xmlns:a="http://schemas.openxmlformats.org/drawingml/2006/main"/>
          <a:ln xmlns:a="http://schemas.openxmlformats.org/drawingml/2006/main" w="22860">
            <a:solidFill>
              <a:srgbClr val="B27C20"/>
            </a:solidFill>
            <a:prstDash val="solid"/>
          </a:ln>
        </p:spPr>
      </p:sp>
      <p:sp>
        <p:nvSpPr>
          <p:cNvPr id="43" name="k-dot-BTAD I_TRI-0">
            <a:extLst xmlns:a="http://schemas.openxmlformats.org/drawingml/2006/main">
              <a:ext uri="{FF2B5EF4-FFF2-40B4-BE49-F238E27FC236}">
                <a16:creationId xmlns:a16="http://schemas.microsoft.com/office/drawing/2014/main" id="{4C760476-7392-415B-A221-A2301352CD57}"/>
              </a:ext>
            </a:extLst>
          </p:cNvPr>
          <p:cNvSpPr>
            <a:spLocks xmlns:a="http://schemas.openxmlformats.org/drawingml/2006/main" noGrp="1"/>
          </p:cNvSpPr>
          <p:nvPr/>
        </p:nvSpPr>
        <p:spPr>
          <a:xfrm xmlns:a="http://schemas.openxmlformats.org/drawingml/2006/main">
            <a:off x="4419600" y="1638300"/>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44" name="k-dot-BTAD I_TRI-1">
            <a:extLst xmlns:a="http://schemas.openxmlformats.org/drawingml/2006/main">
              <a:ext uri="{FF2B5EF4-FFF2-40B4-BE49-F238E27FC236}">
                <a16:creationId xmlns:a16="http://schemas.microsoft.com/office/drawing/2014/main" id="{C91C6485-2AD9-4734-9DF1-6F7A2DCD2AEA}"/>
              </a:ext>
            </a:extLst>
          </p:cNvPr>
          <p:cNvSpPr>
            <a:spLocks xmlns:a="http://schemas.openxmlformats.org/drawingml/2006/main" noGrp="1"/>
          </p:cNvSpPr>
          <p:nvPr/>
        </p:nvSpPr>
        <p:spPr>
          <a:xfrm xmlns:a="http://schemas.openxmlformats.org/drawingml/2006/main">
            <a:off x="6673850" y="1638300"/>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45" name="k-dot-BTAD I_TRI-2">
            <a:extLst xmlns:a="http://schemas.openxmlformats.org/drawingml/2006/main">
              <a:ext uri="{FF2B5EF4-FFF2-40B4-BE49-F238E27FC236}">
                <a16:creationId xmlns:a16="http://schemas.microsoft.com/office/drawing/2014/main" id="{7D95AF2D-2107-4F56-A54B-D054FA6914CD}"/>
              </a:ext>
            </a:extLst>
          </p:cNvPr>
          <p:cNvSpPr>
            <a:spLocks xmlns:a="http://schemas.openxmlformats.org/drawingml/2006/main" noGrp="1"/>
          </p:cNvSpPr>
          <p:nvPr/>
        </p:nvSpPr>
        <p:spPr>
          <a:xfrm xmlns:a="http://schemas.openxmlformats.org/drawingml/2006/main">
            <a:off x="8928100" y="1638300"/>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46" name="k-dot-BTAD I_TRI-3">
            <a:extLst xmlns:a="http://schemas.openxmlformats.org/drawingml/2006/main">
              <a:ext uri="{FF2B5EF4-FFF2-40B4-BE49-F238E27FC236}">
                <a16:creationId xmlns:a16="http://schemas.microsoft.com/office/drawing/2014/main" id="{97C614B1-C353-4667-B8EB-50E13815B302}"/>
              </a:ext>
            </a:extLst>
          </p:cNvPr>
          <p:cNvSpPr>
            <a:spLocks xmlns:a="http://schemas.openxmlformats.org/drawingml/2006/main" noGrp="1"/>
          </p:cNvSpPr>
          <p:nvPr/>
        </p:nvSpPr>
        <p:spPr>
          <a:xfrm xmlns:a="http://schemas.openxmlformats.org/drawingml/2006/main">
            <a:off x="11182350" y="1638300"/>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47" name="k-seg-BTAD I_BAL-0">
            <a:extLst xmlns:a="http://schemas.openxmlformats.org/drawingml/2006/main">
              <a:ext uri="{FF2B5EF4-FFF2-40B4-BE49-F238E27FC236}">
                <a16:creationId xmlns:a16="http://schemas.microsoft.com/office/drawing/2014/main" id="{7E000DBA-600C-4A8D-99BC-803C242C8525}"/>
              </a:ext>
            </a:extLst>
          </p:cNvPr>
          <p:cNvSpPr>
            <a:spLocks xmlns:a="http://schemas.openxmlformats.org/drawingml/2006/main" noGrp="1"/>
          </p:cNvSpPr>
          <p:nvPr/>
        </p:nvSpPr>
        <p:spPr>
          <a:xfrm xmlns:a="http://schemas.openxmlformats.org/drawingml/2006/main" rot="0">
            <a:off x="4476750" y="1695450"/>
            <a:ext cx="2254250" cy="0"/>
          </a:xfrm>
          <a:prstGeom xmlns:a="http://schemas.openxmlformats.org/drawingml/2006/main" prst="line">
            <a:avLst/>
          </a:prstGeom>
          <a:noFill xmlns:a="http://schemas.openxmlformats.org/drawingml/2006/main"/>
          <a:ln xmlns:a="http://schemas.openxmlformats.org/drawingml/2006/main" w="22860">
            <a:solidFill>
              <a:srgbClr val="D9B478"/>
            </a:solidFill>
            <a:prstDash val="solid"/>
          </a:ln>
        </p:spPr>
      </p:sp>
      <p:sp>
        <p:nvSpPr>
          <p:cNvPr id="48" name="k-seg-BTAD I_BAL-1">
            <a:extLst xmlns:a="http://schemas.openxmlformats.org/drawingml/2006/main">
              <a:ext uri="{FF2B5EF4-FFF2-40B4-BE49-F238E27FC236}">
                <a16:creationId xmlns:a16="http://schemas.microsoft.com/office/drawing/2014/main" id="{87801E8F-C8A0-487E-B019-DC1FC82D917C}"/>
              </a:ext>
            </a:extLst>
          </p:cNvPr>
          <p:cNvSpPr>
            <a:spLocks xmlns:a="http://schemas.openxmlformats.org/drawingml/2006/main" noGrp="1"/>
          </p:cNvSpPr>
          <p:nvPr/>
        </p:nvSpPr>
        <p:spPr>
          <a:xfrm xmlns:a="http://schemas.openxmlformats.org/drawingml/2006/main" rot="0">
            <a:off x="6731000" y="1695450"/>
            <a:ext cx="2254250" cy="0"/>
          </a:xfrm>
          <a:prstGeom xmlns:a="http://schemas.openxmlformats.org/drawingml/2006/main" prst="line">
            <a:avLst/>
          </a:prstGeom>
          <a:noFill xmlns:a="http://schemas.openxmlformats.org/drawingml/2006/main"/>
          <a:ln xmlns:a="http://schemas.openxmlformats.org/drawingml/2006/main" w="22860">
            <a:solidFill>
              <a:srgbClr val="D9B478"/>
            </a:solidFill>
            <a:prstDash val="solid"/>
          </a:ln>
        </p:spPr>
      </p:sp>
      <p:sp>
        <p:nvSpPr>
          <p:cNvPr id="49" name="k-seg-BTAD I_BAL-2">
            <a:extLst xmlns:a="http://schemas.openxmlformats.org/drawingml/2006/main">
              <a:ext uri="{FF2B5EF4-FFF2-40B4-BE49-F238E27FC236}">
                <a16:creationId xmlns:a16="http://schemas.microsoft.com/office/drawing/2014/main" id="{F54FF002-4D5C-40EC-A905-ECFA5D626055}"/>
              </a:ext>
            </a:extLst>
          </p:cNvPr>
          <p:cNvSpPr>
            <a:spLocks xmlns:a="http://schemas.openxmlformats.org/drawingml/2006/main" noGrp="1"/>
          </p:cNvSpPr>
          <p:nvPr/>
        </p:nvSpPr>
        <p:spPr>
          <a:xfrm xmlns:a="http://schemas.openxmlformats.org/drawingml/2006/main" rot="0">
            <a:off x="8985250" y="1695450"/>
            <a:ext cx="2254250" cy="0"/>
          </a:xfrm>
          <a:prstGeom xmlns:a="http://schemas.openxmlformats.org/drawingml/2006/main" prst="line">
            <a:avLst/>
          </a:prstGeom>
          <a:noFill xmlns:a="http://schemas.openxmlformats.org/drawingml/2006/main"/>
          <a:ln xmlns:a="http://schemas.openxmlformats.org/drawingml/2006/main" w="22860">
            <a:solidFill>
              <a:srgbClr val="D9B478"/>
            </a:solidFill>
            <a:prstDash val="solid"/>
          </a:ln>
        </p:spPr>
      </p:sp>
      <p:sp>
        <p:nvSpPr>
          <p:cNvPr id="50" name="k-dot-BTAD I_BAL-0">
            <a:extLst xmlns:a="http://schemas.openxmlformats.org/drawingml/2006/main">
              <a:ext uri="{FF2B5EF4-FFF2-40B4-BE49-F238E27FC236}">
                <a16:creationId xmlns:a16="http://schemas.microsoft.com/office/drawing/2014/main" id="{83BC62F1-A343-4E85-A818-8525231DFA74}"/>
              </a:ext>
            </a:extLst>
          </p:cNvPr>
          <p:cNvSpPr>
            <a:spLocks xmlns:a="http://schemas.openxmlformats.org/drawingml/2006/main" noGrp="1"/>
          </p:cNvSpPr>
          <p:nvPr/>
        </p:nvSpPr>
        <p:spPr>
          <a:xfrm xmlns:a="http://schemas.openxmlformats.org/drawingml/2006/main">
            <a:off x="4419600" y="1638300"/>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51" name="k-dot-BTAD I_BAL-1">
            <a:extLst xmlns:a="http://schemas.openxmlformats.org/drawingml/2006/main">
              <a:ext uri="{FF2B5EF4-FFF2-40B4-BE49-F238E27FC236}">
                <a16:creationId xmlns:a16="http://schemas.microsoft.com/office/drawing/2014/main" id="{73051510-1D82-4DA8-9F04-588C0287320A}"/>
              </a:ext>
            </a:extLst>
          </p:cNvPr>
          <p:cNvSpPr>
            <a:spLocks xmlns:a="http://schemas.openxmlformats.org/drawingml/2006/main" noGrp="1"/>
          </p:cNvSpPr>
          <p:nvPr/>
        </p:nvSpPr>
        <p:spPr>
          <a:xfrm xmlns:a="http://schemas.openxmlformats.org/drawingml/2006/main">
            <a:off x="6673850" y="1638300"/>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52" name="k-dot-BTAD I_BAL-2">
            <a:extLst xmlns:a="http://schemas.openxmlformats.org/drawingml/2006/main">
              <a:ext uri="{FF2B5EF4-FFF2-40B4-BE49-F238E27FC236}">
                <a16:creationId xmlns:a16="http://schemas.microsoft.com/office/drawing/2014/main" id="{4C60D5A4-37B9-40CC-B968-063E4828C74F}"/>
              </a:ext>
            </a:extLst>
          </p:cNvPr>
          <p:cNvSpPr>
            <a:spLocks xmlns:a="http://schemas.openxmlformats.org/drawingml/2006/main" noGrp="1"/>
          </p:cNvSpPr>
          <p:nvPr/>
        </p:nvSpPr>
        <p:spPr>
          <a:xfrm xmlns:a="http://schemas.openxmlformats.org/drawingml/2006/main">
            <a:off x="8928100" y="1638300"/>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53" name="k-dot-BTAD I_BAL-3">
            <a:extLst xmlns:a="http://schemas.openxmlformats.org/drawingml/2006/main">
              <a:ext uri="{FF2B5EF4-FFF2-40B4-BE49-F238E27FC236}">
                <a16:creationId xmlns:a16="http://schemas.microsoft.com/office/drawing/2014/main" id="{9DB855E4-E55A-4EAE-BAAE-89F420C5875A}"/>
              </a:ext>
            </a:extLst>
          </p:cNvPr>
          <p:cNvSpPr>
            <a:spLocks xmlns:a="http://schemas.openxmlformats.org/drawingml/2006/main" noGrp="1"/>
          </p:cNvSpPr>
          <p:nvPr/>
        </p:nvSpPr>
        <p:spPr>
          <a:xfrm xmlns:a="http://schemas.openxmlformats.org/drawingml/2006/main">
            <a:off x="11182350" y="1638300"/>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54" name="sec-b-chip">
            <a:extLst xmlns:a="http://schemas.openxmlformats.org/drawingml/2006/main">
              <a:ext uri="{FF2B5EF4-FFF2-40B4-BE49-F238E27FC236}">
                <a16:creationId xmlns:a16="http://schemas.microsoft.com/office/drawing/2014/main" id="{8A4899EE-F320-46EE-8482-410AF89AB92B}"/>
              </a:ext>
            </a:extLst>
          </p:cNvPr>
          <p:cNvSpPr>
            <a:spLocks xmlns:a="http://schemas.openxmlformats.org/drawingml/2006/main" noGrp="1"/>
          </p:cNvSpPr>
          <p:nvPr/>
        </p:nvSpPr>
        <p:spPr>
          <a:xfrm xmlns:a="http://schemas.openxmlformats.org/drawingml/2006/main">
            <a:off x="304800" y="24765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5" name="sec-b-chip-text">
            <a:extLst xmlns:a="http://schemas.openxmlformats.org/drawingml/2006/main">
              <a:ext uri="{FF2B5EF4-FFF2-40B4-BE49-F238E27FC236}">
                <a16:creationId xmlns:a16="http://schemas.microsoft.com/office/drawing/2014/main" id="{40AA0700-6ED4-46B9-AB5C-3F4B8EA7C1BF}"/>
              </a:ext>
            </a:extLst>
          </p:cNvPr>
          <p:cNvSpPr>
            <a:spLocks xmlns:a="http://schemas.openxmlformats.org/drawingml/2006/main" noGrp="1"/>
          </p:cNvSpPr>
          <p:nvPr/>
        </p:nvSpPr>
        <p:spPr>
          <a:xfrm xmlns:a="http://schemas.openxmlformats.org/drawingml/2006/main">
            <a:off x="323850" y="24765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56" name="sec-b">
            <a:extLst xmlns:a="http://schemas.openxmlformats.org/drawingml/2006/main">
              <a:ext uri="{FF2B5EF4-FFF2-40B4-BE49-F238E27FC236}">
                <a16:creationId xmlns:a16="http://schemas.microsoft.com/office/drawing/2014/main" id="{570F50F2-2E85-4285-9615-76F695790FA8}"/>
              </a:ext>
            </a:extLst>
          </p:cNvPr>
          <p:cNvSpPr>
            <a:spLocks xmlns:a="http://schemas.openxmlformats.org/drawingml/2006/main" noGrp="1"/>
          </p:cNvSpPr>
          <p:nvPr/>
        </p:nvSpPr>
        <p:spPr>
          <a:xfrm xmlns:a="http://schemas.openxmlformats.org/drawingml/2006/main">
            <a:off x="838200" y="24384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Per category</a:t>
            </a:r>
          </a:p>
        </p:txBody>
      </p:sp>
      <p:sp>
        <p:nvSpPr>
          <p:cNvPr id="57" name="sec-b-sub">
            <a:extLst xmlns:a="http://schemas.openxmlformats.org/drawingml/2006/main">
              <a:ext uri="{FF2B5EF4-FFF2-40B4-BE49-F238E27FC236}">
                <a16:creationId xmlns:a16="http://schemas.microsoft.com/office/drawing/2014/main" id="{384F8835-8D30-473D-9B7A-95447C45F8AB}"/>
              </a:ext>
            </a:extLst>
          </p:cNvPr>
          <p:cNvSpPr>
            <a:spLocks xmlns:a="http://schemas.openxmlformats.org/drawingml/2006/main" noGrp="1"/>
          </p:cNvSpPr>
          <p:nvPr/>
        </p:nvSpPr>
        <p:spPr>
          <a:xfrm xmlns:a="http://schemas.openxmlformats.org/drawingml/2006/main">
            <a:off x="838200" y="28003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I_TRI · MPDD study revision, BTAD corrected revision</a:t>
            </a:r>
          </a:p>
        </p:txBody>
      </p:sp>
      <p:sp>
        <p:nvSpPr>
          <p:cNvPr id="58" name="c-tick--0.020">
            <a:extLst xmlns:a="http://schemas.openxmlformats.org/drawingml/2006/main">
              <a:ext uri="{FF2B5EF4-FFF2-40B4-BE49-F238E27FC236}">
                <a16:creationId xmlns:a16="http://schemas.microsoft.com/office/drawing/2014/main" id="{70854AAE-ACF3-4C4C-97D7-27BC876277C4}"/>
              </a:ext>
            </a:extLst>
          </p:cNvPr>
          <p:cNvSpPr>
            <a:spLocks xmlns:a="http://schemas.openxmlformats.org/drawingml/2006/main" noGrp="1"/>
          </p:cNvSpPr>
          <p:nvPr/>
        </p:nvSpPr>
        <p:spPr>
          <a:xfrm xmlns:a="http://schemas.openxmlformats.org/drawingml/2006/main" rot="0">
            <a:off x="4476750"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59" name="c-lab--0.020">
            <a:extLst xmlns:a="http://schemas.openxmlformats.org/drawingml/2006/main">
              <a:ext uri="{FF2B5EF4-FFF2-40B4-BE49-F238E27FC236}">
                <a16:creationId xmlns:a16="http://schemas.microsoft.com/office/drawing/2014/main" id="{58A02D20-B1B3-4F73-972D-4B898AB4E7F1}"/>
              </a:ext>
            </a:extLst>
          </p:cNvPr>
          <p:cNvSpPr>
            <a:spLocks xmlns:a="http://schemas.openxmlformats.org/drawingml/2006/main" noGrp="1"/>
          </p:cNvSpPr>
          <p:nvPr/>
        </p:nvSpPr>
        <p:spPr>
          <a:xfrm xmlns:a="http://schemas.openxmlformats.org/drawingml/2006/main">
            <a:off x="3952875"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-0.02</a:t>
            </a:r>
          </a:p>
        </p:txBody>
      </p:sp>
      <p:sp>
        <p:nvSpPr>
          <p:cNvPr id="60" name="c-tick--0.010">
            <a:extLst xmlns:a="http://schemas.openxmlformats.org/drawingml/2006/main">
              <a:ext uri="{FF2B5EF4-FFF2-40B4-BE49-F238E27FC236}">
                <a16:creationId xmlns:a16="http://schemas.microsoft.com/office/drawing/2014/main" id="{9F0D0FC2-35CE-49FD-9E05-CA9328F113FD}"/>
              </a:ext>
            </a:extLst>
          </p:cNvPr>
          <p:cNvSpPr>
            <a:spLocks xmlns:a="http://schemas.openxmlformats.org/drawingml/2006/main" noGrp="1"/>
          </p:cNvSpPr>
          <p:nvPr/>
        </p:nvSpPr>
        <p:spPr>
          <a:xfrm xmlns:a="http://schemas.openxmlformats.org/drawingml/2006/main" rot="0">
            <a:off x="5603875"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61" name="c-lab--0.010">
            <a:extLst xmlns:a="http://schemas.openxmlformats.org/drawingml/2006/main">
              <a:ext uri="{FF2B5EF4-FFF2-40B4-BE49-F238E27FC236}">
                <a16:creationId xmlns:a16="http://schemas.microsoft.com/office/drawing/2014/main" id="{09634C50-CF36-43B1-8AC2-E2CBF85DF3B9}"/>
              </a:ext>
            </a:extLst>
          </p:cNvPr>
          <p:cNvSpPr>
            <a:spLocks xmlns:a="http://schemas.openxmlformats.org/drawingml/2006/main" noGrp="1"/>
          </p:cNvSpPr>
          <p:nvPr/>
        </p:nvSpPr>
        <p:spPr>
          <a:xfrm xmlns:a="http://schemas.openxmlformats.org/drawingml/2006/main">
            <a:off x="5080000"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-0.01</a:t>
            </a:r>
          </a:p>
        </p:txBody>
      </p:sp>
      <p:sp>
        <p:nvSpPr>
          <p:cNvPr id="62" name="c-tick-0.000">
            <a:extLst xmlns:a="http://schemas.openxmlformats.org/drawingml/2006/main">
              <a:ext uri="{FF2B5EF4-FFF2-40B4-BE49-F238E27FC236}">
                <a16:creationId xmlns:a16="http://schemas.microsoft.com/office/drawing/2014/main" id="{EF420DA7-60BA-49D8-8FB6-72BB5C3B0880}"/>
              </a:ext>
            </a:extLst>
          </p:cNvPr>
          <p:cNvSpPr>
            <a:spLocks xmlns:a="http://schemas.openxmlformats.org/drawingml/2006/main" noGrp="1"/>
          </p:cNvSpPr>
          <p:nvPr/>
        </p:nvSpPr>
        <p:spPr>
          <a:xfrm xmlns:a="http://schemas.openxmlformats.org/drawingml/2006/main" rot="0">
            <a:off x="6731000"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63" name="c-lab-0.000">
            <a:extLst xmlns:a="http://schemas.openxmlformats.org/drawingml/2006/main">
              <a:ext uri="{FF2B5EF4-FFF2-40B4-BE49-F238E27FC236}">
                <a16:creationId xmlns:a16="http://schemas.microsoft.com/office/drawing/2014/main" id="{5B548AA6-9608-48C4-B246-2EE650515B8B}"/>
              </a:ext>
            </a:extLst>
          </p:cNvPr>
          <p:cNvSpPr>
            <a:spLocks xmlns:a="http://schemas.openxmlformats.org/drawingml/2006/main" noGrp="1"/>
          </p:cNvSpPr>
          <p:nvPr/>
        </p:nvSpPr>
        <p:spPr>
          <a:xfrm xmlns:a="http://schemas.openxmlformats.org/drawingml/2006/main">
            <a:off x="6207125"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a:t>
            </a:r>
          </a:p>
        </p:txBody>
      </p:sp>
      <p:sp>
        <p:nvSpPr>
          <p:cNvPr id="64" name="c-tick-0.010">
            <a:extLst xmlns:a="http://schemas.openxmlformats.org/drawingml/2006/main">
              <a:ext uri="{FF2B5EF4-FFF2-40B4-BE49-F238E27FC236}">
                <a16:creationId xmlns:a16="http://schemas.microsoft.com/office/drawing/2014/main" id="{83739D8F-D39C-494A-87A1-99C5CDD9F937}"/>
              </a:ext>
            </a:extLst>
          </p:cNvPr>
          <p:cNvSpPr>
            <a:spLocks xmlns:a="http://schemas.openxmlformats.org/drawingml/2006/main" noGrp="1"/>
          </p:cNvSpPr>
          <p:nvPr/>
        </p:nvSpPr>
        <p:spPr>
          <a:xfrm xmlns:a="http://schemas.openxmlformats.org/drawingml/2006/main" rot="0">
            <a:off x="7858125"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65" name="c-lab-0.010">
            <a:extLst xmlns:a="http://schemas.openxmlformats.org/drawingml/2006/main">
              <a:ext uri="{FF2B5EF4-FFF2-40B4-BE49-F238E27FC236}">
                <a16:creationId xmlns:a16="http://schemas.microsoft.com/office/drawing/2014/main" id="{91D87EBA-EDF2-443B-BEA4-EEFD6291456E}"/>
              </a:ext>
            </a:extLst>
          </p:cNvPr>
          <p:cNvSpPr>
            <a:spLocks xmlns:a="http://schemas.openxmlformats.org/drawingml/2006/main" noGrp="1"/>
          </p:cNvSpPr>
          <p:nvPr/>
        </p:nvSpPr>
        <p:spPr>
          <a:xfrm xmlns:a="http://schemas.openxmlformats.org/drawingml/2006/main">
            <a:off x="7334250"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+0.01</a:t>
            </a:r>
          </a:p>
        </p:txBody>
      </p:sp>
      <p:sp>
        <p:nvSpPr>
          <p:cNvPr id="66" name="c-tick-0.020">
            <a:extLst xmlns:a="http://schemas.openxmlformats.org/drawingml/2006/main">
              <a:ext uri="{FF2B5EF4-FFF2-40B4-BE49-F238E27FC236}">
                <a16:creationId xmlns:a16="http://schemas.microsoft.com/office/drawing/2014/main" id="{1F85DB3D-2C62-43A2-B7DC-30654B12554A}"/>
              </a:ext>
            </a:extLst>
          </p:cNvPr>
          <p:cNvSpPr>
            <a:spLocks xmlns:a="http://schemas.openxmlformats.org/drawingml/2006/main" noGrp="1"/>
          </p:cNvSpPr>
          <p:nvPr/>
        </p:nvSpPr>
        <p:spPr>
          <a:xfrm xmlns:a="http://schemas.openxmlformats.org/drawingml/2006/main" rot="0">
            <a:off x="8985250"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67" name="c-lab-0.020">
            <a:extLst xmlns:a="http://schemas.openxmlformats.org/drawingml/2006/main">
              <a:ext uri="{FF2B5EF4-FFF2-40B4-BE49-F238E27FC236}">
                <a16:creationId xmlns:a16="http://schemas.microsoft.com/office/drawing/2014/main" id="{983D4D48-2E50-4A80-A01D-563881DCB878}"/>
              </a:ext>
            </a:extLst>
          </p:cNvPr>
          <p:cNvSpPr>
            <a:spLocks xmlns:a="http://schemas.openxmlformats.org/drawingml/2006/main" noGrp="1"/>
          </p:cNvSpPr>
          <p:nvPr/>
        </p:nvSpPr>
        <p:spPr>
          <a:xfrm xmlns:a="http://schemas.openxmlformats.org/drawingml/2006/main">
            <a:off x="8461375"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+0.02</a:t>
            </a:r>
          </a:p>
        </p:txBody>
      </p:sp>
      <p:sp>
        <p:nvSpPr>
          <p:cNvPr id="68" name="c-tick-0.030">
            <a:extLst xmlns:a="http://schemas.openxmlformats.org/drawingml/2006/main">
              <a:ext uri="{FF2B5EF4-FFF2-40B4-BE49-F238E27FC236}">
                <a16:creationId xmlns:a16="http://schemas.microsoft.com/office/drawing/2014/main" id="{A02921B2-D6A8-45F6-9198-E73F0F3CD30E}"/>
              </a:ext>
            </a:extLst>
          </p:cNvPr>
          <p:cNvSpPr>
            <a:spLocks xmlns:a="http://schemas.openxmlformats.org/drawingml/2006/main" noGrp="1"/>
          </p:cNvSpPr>
          <p:nvPr/>
        </p:nvSpPr>
        <p:spPr>
          <a:xfrm xmlns:a="http://schemas.openxmlformats.org/drawingml/2006/main" rot="0">
            <a:off x="10112375"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69" name="c-lab-0.030">
            <a:extLst xmlns:a="http://schemas.openxmlformats.org/drawingml/2006/main">
              <a:ext uri="{FF2B5EF4-FFF2-40B4-BE49-F238E27FC236}">
                <a16:creationId xmlns:a16="http://schemas.microsoft.com/office/drawing/2014/main" id="{79A6CE4F-D58B-41C2-83B7-7F43EF6BF36E}"/>
              </a:ext>
            </a:extLst>
          </p:cNvPr>
          <p:cNvSpPr>
            <a:spLocks xmlns:a="http://schemas.openxmlformats.org/drawingml/2006/main" noGrp="1"/>
          </p:cNvSpPr>
          <p:nvPr/>
        </p:nvSpPr>
        <p:spPr>
          <a:xfrm xmlns:a="http://schemas.openxmlformats.org/drawingml/2006/main">
            <a:off x="9588500"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+0.03</a:t>
            </a:r>
          </a:p>
        </p:txBody>
      </p:sp>
      <p:sp>
        <p:nvSpPr>
          <p:cNvPr id="70" name="c-tick-0.040">
            <a:extLst xmlns:a="http://schemas.openxmlformats.org/drawingml/2006/main">
              <a:ext uri="{FF2B5EF4-FFF2-40B4-BE49-F238E27FC236}">
                <a16:creationId xmlns:a16="http://schemas.microsoft.com/office/drawing/2014/main" id="{3E7A9D58-4DA4-4A71-8E2F-0888222A9EE8}"/>
              </a:ext>
            </a:extLst>
          </p:cNvPr>
          <p:cNvSpPr>
            <a:spLocks xmlns:a="http://schemas.openxmlformats.org/drawingml/2006/main" noGrp="1"/>
          </p:cNvSpPr>
          <p:nvPr/>
        </p:nvSpPr>
        <p:spPr>
          <a:xfrm xmlns:a="http://schemas.openxmlformats.org/drawingml/2006/main" rot="0">
            <a:off x="11239500" y="2476500"/>
            <a:ext cx="0" cy="76200"/>
          </a:xfrm>
          <a:prstGeom xmlns:a="http://schemas.openxmlformats.org/drawingml/2006/main" prst="line">
            <a:avLst/>
          </a:prstGeom>
          <a:noFill xmlns:a="http://schemas.openxmlformats.org/drawingml/2006/main"/>
          <a:ln xmlns:a="http://schemas.openxmlformats.org/drawingml/2006/main" w="11430">
            <a:solidFill>
              <a:srgbClr val="5E717C"/>
            </a:solidFill>
            <a:prstDash val="solid"/>
          </a:ln>
        </p:spPr>
      </p:sp>
      <p:sp>
        <p:nvSpPr>
          <p:cNvPr id="71" name="c-lab-0.040">
            <a:extLst xmlns:a="http://schemas.openxmlformats.org/drawingml/2006/main">
              <a:ext uri="{FF2B5EF4-FFF2-40B4-BE49-F238E27FC236}">
                <a16:creationId xmlns:a16="http://schemas.microsoft.com/office/drawing/2014/main" id="{70222487-9EF4-4C76-807D-6B08316DE507}"/>
              </a:ext>
            </a:extLst>
          </p:cNvPr>
          <p:cNvSpPr>
            <a:spLocks xmlns:a="http://schemas.openxmlformats.org/drawingml/2006/main" noGrp="1"/>
          </p:cNvSpPr>
          <p:nvPr/>
        </p:nvSpPr>
        <p:spPr>
          <a:xfrm xmlns:a="http://schemas.openxmlformats.org/drawingml/2006/main">
            <a:off x="10715625" y="2495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+0.04</a:t>
            </a:r>
          </a:p>
        </p:txBody>
      </p:sp>
      <p:sp>
        <p:nvSpPr>
          <p:cNvPr id="72" name="c-zero">
            <a:extLst xmlns:a="http://schemas.openxmlformats.org/drawingml/2006/main">
              <a:ext uri="{FF2B5EF4-FFF2-40B4-BE49-F238E27FC236}">
                <a16:creationId xmlns:a16="http://schemas.microsoft.com/office/drawing/2014/main" id="{CD50F92E-DB38-4E53-8DED-D5EDAC8AEF31}"/>
              </a:ext>
            </a:extLst>
          </p:cNvPr>
          <p:cNvSpPr>
            <a:spLocks xmlns:a="http://schemas.openxmlformats.org/drawingml/2006/main" noGrp="1"/>
          </p:cNvSpPr>
          <p:nvPr/>
        </p:nvSpPr>
        <p:spPr>
          <a:xfrm xmlns:a="http://schemas.openxmlformats.org/drawingml/2006/main" rot="0">
            <a:off x="6731000" y="3200400"/>
            <a:ext cx="0" cy="2571750"/>
          </a:xfrm>
          <a:prstGeom xmlns:a="http://schemas.openxmlformats.org/drawingml/2006/main" prst="line">
            <a:avLst/>
          </a:prstGeom>
          <a:noFill xmlns:a="http://schemas.openxmlformats.org/drawingml/2006/main"/>
          <a:ln xmlns:a="http://schemas.openxmlformats.org/drawingml/2006/main" w="15240">
            <a:solidFill>
              <a:srgbClr val="1E2E38"/>
            </a:solidFill>
            <a:prstDash val="solid"/>
          </a:ln>
        </p:spPr>
      </p:sp>
      <p:sp>
        <p:nvSpPr>
          <p:cNvPr id="73" name="c-scale">
            <a:extLst xmlns:a="http://schemas.openxmlformats.org/drawingml/2006/main">
              <a:ext uri="{FF2B5EF4-FFF2-40B4-BE49-F238E27FC236}">
                <a16:creationId xmlns:a16="http://schemas.microsoft.com/office/drawing/2014/main" id="{2648C2B8-45FB-45A1-90E4-76D7045D1C6B}"/>
              </a:ext>
            </a:extLst>
          </p:cNvPr>
          <p:cNvSpPr>
            <a:spLocks xmlns:a="http://schemas.openxmlformats.org/drawingml/2006/main" noGrp="1"/>
          </p:cNvSpPr>
          <p:nvPr/>
        </p:nvSpPr>
        <p:spPr>
          <a:xfrm xmlns:a="http://schemas.openxmlformats.org/drawingml/2006/main" rot="0">
            <a:off x="7294563" y="3200400"/>
            <a:ext cx="0" cy="257175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74" name="c0-label">
            <a:extLst xmlns:a="http://schemas.openxmlformats.org/drawingml/2006/main">
              <a:ext uri="{FF2B5EF4-FFF2-40B4-BE49-F238E27FC236}">
                <a16:creationId xmlns:a16="http://schemas.microsoft.com/office/drawing/2014/main" id="{DEE8944E-35AB-41B9-B5A2-14AD3565594F}"/>
              </a:ext>
            </a:extLst>
          </p:cNvPr>
          <p:cNvSpPr>
            <a:spLocks xmlns:a="http://schemas.openxmlformats.org/drawingml/2006/main" noGrp="1"/>
          </p:cNvSpPr>
          <p:nvPr/>
        </p:nvSpPr>
        <p:spPr>
          <a:xfrm xmlns:a="http://schemas.openxmlformats.org/drawingml/2006/main">
            <a:off x="381000" y="3200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bracket_black</a:t>
            </a:r>
          </a:p>
        </p:txBody>
      </p:sp>
      <p:sp>
        <p:nvSpPr>
          <p:cNvPr id="75" name="c0-note">
            <a:extLst xmlns:a="http://schemas.openxmlformats.org/drawingml/2006/main">
              <a:ext uri="{FF2B5EF4-FFF2-40B4-BE49-F238E27FC236}">
                <a16:creationId xmlns:a16="http://schemas.microsoft.com/office/drawing/2014/main" id="{A9D03E44-F29A-467D-A7B7-DC5933C39983}"/>
              </a:ext>
            </a:extLst>
          </p:cNvPr>
          <p:cNvSpPr>
            <a:spLocks xmlns:a="http://schemas.openxmlformats.org/drawingml/2006/main" noGrp="1"/>
          </p:cNvSpPr>
          <p:nvPr/>
        </p:nvSpPr>
        <p:spPr>
          <a:xfrm xmlns:a="http://schemas.openxmlformats.org/drawingml/2006/main">
            <a:off x="3257550" y="32004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76" name="c0-bar">
            <a:extLst xmlns:a="http://schemas.openxmlformats.org/drawingml/2006/main">
              <a:ext uri="{FF2B5EF4-FFF2-40B4-BE49-F238E27FC236}">
                <a16:creationId xmlns:a16="http://schemas.microsoft.com/office/drawing/2014/main" id="{BD9744FB-3CBD-411E-98C9-A665C2D78D0A}"/>
              </a:ext>
            </a:extLst>
          </p:cNvPr>
          <p:cNvSpPr>
            <a:spLocks xmlns:a="http://schemas.openxmlformats.org/drawingml/2006/main" noGrp="1"/>
          </p:cNvSpPr>
          <p:nvPr/>
        </p:nvSpPr>
        <p:spPr>
          <a:xfrm xmlns:a="http://schemas.openxmlformats.org/drawingml/2006/main">
            <a:off x="6731000" y="3276600"/>
            <a:ext cx="280422"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77" name="c0-ci">
            <a:extLst xmlns:a="http://schemas.openxmlformats.org/drawingml/2006/main">
              <a:ext uri="{FF2B5EF4-FFF2-40B4-BE49-F238E27FC236}">
                <a16:creationId xmlns:a16="http://schemas.microsoft.com/office/drawing/2014/main" id="{F4E6C360-ED19-45BD-B5F1-E442F2CC5A56}"/>
              </a:ext>
            </a:extLst>
          </p:cNvPr>
          <p:cNvSpPr>
            <a:spLocks xmlns:a="http://schemas.openxmlformats.org/drawingml/2006/main" noGrp="1"/>
          </p:cNvSpPr>
          <p:nvPr/>
        </p:nvSpPr>
        <p:spPr>
          <a:xfrm xmlns:a="http://schemas.openxmlformats.org/drawingml/2006/main" rot="0">
            <a:off x="6629761" y="3348038"/>
            <a:ext cx="783589"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78" name="c0-cil">
            <a:extLst xmlns:a="http://schemas.openxmlformats.org/drawingml/2006/main">
              <a:ext uri="{FF2B5EF4-FFF2-40B4-BE49-F238E27FC236}">
                <a16:creationId xmlns:a16="http://schemas.microsoft.com/office/drawing/2014/main" id="{5F2F971D-A5F9-4C02-B217-E240A8054091}"/>
              </a:ext>
            </a:extLst>
          </p:cNvPr>
          <p:cNvSpPr>
            <a:spLocks xmlns:a="http://schemas.openxmlformats.org/drawingml/2006/main" noGrp="1"/>
          </p:cNvSpPr>
          <p:nvPr/>
        </p:nvSpPr>
        <p:spPr>
          <a:xfrm xmlns:a="http://schemas.openxmlformats.org/drawingml/2006/main" rot="0">
            <a:off x="6629761" y="32766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79" name="c0-cih">
            <a:extLst xmlns:a="http://schemas.openxmlformats.org/drawingml/2006/main">
              <a:ext uri="{FF2B5EF4-FFF2-40B4-BE49-F238E27FC236}">
                <a16:creationId xmlns:a16="http://schemas.microsoft.com/office/drawing/2014/main" id="{663E3838-D46C-4DA2-8203-338E36B08D9A}"/>
              </a:ext>
            </a:extLst>
          </p:cNvPr>
          <p:cNvSpPr>
            <a:spLocks xmlns:a="http://schemas.openxmlformats.org/drawingml/2006/main" noGrp="1"/>
          </p:cNvSpPr>
          <p:nvPr/>
        </p:nvSpPr>
        <p:spPr>
          <a:xfrm xmlns:a="http://schemas.openxmlformats.org/drawingml/2006/main" rot="0">
            <a:off x="7413350" y="32766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80" name="c1-label">
            <a:extLst xmlns:a="http://schemas.openxmlformats.org/drawingml/2006/main">
              <a:ext uri="{FF2B5EF4-FFF2-40B4-BE49-F238E27FC236}">
                <a16:creationId xmlns:a16="http://schemas.microsoft.com/office/drawing/2014/main" id="{8CC4D724-39E2-4E48-8F70-35F53561AAD4}"/>
              </a:ext>
            </a:extLst>
          </p:cNvPr>
          <p:cNvSpPr>
            <a:spLocks xmlns:a="http://schemas.openxmlformats.org/drawingml/2006/main" noGrp="1"/>
          </p:cNvSpPr>
          <p:nvPr/>
        </p:nvSpPr>
        <p:spPr>
          <a:xfrm xmlns:a="http://schemas.openxmlformats.org/drawingml/2006/main">
            <a:off x="381000" y="3486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bracket_brown</a:t>
            </a:r>
          </a:p>
        </p:txBody>
      </p:sp>
      <p:sp>
        <p:nvSpPr>
          <p:cNvPr id="81" name="c1-note">
            <a:extLst xmlns:a="http://schemas.openxmlformats.org/drawingml/2006/main">
              <a:ext uri="{FF2B5EF4-FFF2-40B4-BE49-F238E27FC236}">
                <a16:creationId xmlns:a16="http://schemas.microsoft.com/office/drawing/2014/main" id="{8C09EA7F-09EF-45C1-9164-8058CA9BD821}"/>
              </a:ext>
            </a:extLst>
          </p:cNvPr>
          <p:cNvSpPr>
            <a:spLocks xmlns:a="http://schemas.openxmlformats.org/drawingml/2006/main" noGrp="1"/>
          </p:cNvSpPr>
          <p:nvPr/>
        </p:nvSpPr>
        <p:spPr>
          <a:xfrm xmlns:a="http://schemas.openxmlformats.org/drawingml/2006/main">
            <a:off x="3257550" y="34861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82" name="c1-bar">
            <a:extLst xmlns:a="http://schemas.openxmlformats.org/drawingml/2006/main">
              <a:ext uri="{FF2B5EF4-FFF2-40B4-BE49-F238E27FC236}">
                <a16:creationId xmlns:a16="http://schemas.microsoft.com/office/drawing/2014/main" id="{CD27C170-8450-4FE9-8898-4DE943C9BE1A}"/>
              </a:ext>
            </a:extLst>
          </p:cNvPr>
          <p:cNvSpPr>
            <a:spLocks xmlns:a="http://schemas.openxmlformats.org/drawingml/2006/main" noGrp="1"/>
          </p:cNvSpPr>
          <p:nvPr/>
        </p:nvSpPr>
        <p:spPr>
          <a:xfrm xmlns:a="http://schemas.openxmlformats.org/drawingml/2006/main">
            <a:off x="6731000" y="3562350"/>
            <a:ext cx="162261"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83" name="c1-ci">
            <a:extLst xmlns:a="http://schemas.openxmlformats.org/drawingml/2006/main">
              <a:ext uri="{FF2B5EF4-FFF2-40B4-BE49-F238E27FC236}">
                <a16:creationId xmlns:a16="http://schemas.microsoft.com/office/drawing/2014/main" id="{224CAC5D-426F-488C-882B-D56BAA120EC1}"/>
              </a:ext>
            </a:extLst>
          </p:cNvPr>
          <p:cNvSpPr>
            <a:spLocks xmlns:a="http://schemas.openxmlformats.org/drawingml/2006/main" noGrp="1"/>
          </p:cNvSpPr>
          <p:nvPr/>
        </p:nvSpPr>
        <p:spPr>
          <a:xfrm xmlns:a="http://schemas.openxmlformats.org/drawingml/2006/main" rot="0">
            <a:off x="6722396" y="3633788"/>
            <a:ext cx="328142"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84" name="c1-cil">
            <a:extLst xmlns:a="http://schemas.openxmlformats.org/drawingml/2006/main">
              <a:ext uri="{FF2B5EF4-FFF2-40B4-BE49-F238E27FC236}">
                <a16:creationId xmlns:a16="http://schemas.microsoft.com/office/drawing/2014/main" id="{DF26A9EE-EF45-4469-BD55-52E26F58CD7B}"/>
              </a:ext>
            </a:extLst>
          </p:cNvPr>
          <p:cNvSpPr>
            <a:spLocks xmlns:a="http://schemas.openxmlformats.org/drawingml/2006/main" noGrp="1"/>
          </p:cNvSpPr>
          <p:nvPr/>
        </p:nvSpPr>
        <p:spPr>
          <a:xfrm xmlns:a="http://schemas.openxmlformats.org/drawingml/2006/main" rot="0">
            <a:off x="6722396" y="35623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85" name="c1-cih">
            <a:extLst xmlns:a="http://schemas.openxmlformats.org/drawingml/2006/main">
              <a:ext uri="{FF2B5EF4-FFF2-40B4-BE49-F238E27FC236}">
                <a16:creationId xmlns:a16="http://schemas.microsoft.com/office/drawing/2014/main" id="{AE4BB7F0-9F18-44A7-B3A8-E6E09525C19D}"/>
              </a:ext>
            </a:extLst>
          </p:cNvPr>
          <p:cNvSpPr>
            <a:spLocks xmlns:a="http://schemas.openxmlformats.org/drawingml/2006/main" noGrp="1"/>
          </p:cNvSpPr>
          <p:nvPr/>
        </p:nvSpPr>
        <p:spPr>
          <a:xfrm xmlns:a="http://schemas.openxmlformats.org/drawingml/2006/main" rot="0">
            <a:off x="7050539" y="35623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86" name="c2-label">
            <a:extLst xmlns:a="http://schemas.openxmlformats.org/drawingml/2006/main">
              <a:ext uri="{FF2B5EF4-FFF2-40B4-BE49-F238E27FC236}">
                <a16:creationId xmlns:a16="http://schemas.microsoft.com/office/drawing/2014/main" id="{6DB50D77-FF41-408C-AE6E-70251B438669}"/>
              </a:ext>
            </a:extLst>
          </p:cNvPr>
          <p:cNvSpPr>
            <a:spLocks xmlns:a="http://schemas.openxmlformats.org/drawingml/2006/main" noGrp="1"/>
          </p:cNvSpPr>
          <p:nvPr/>
        </p:nvSpPr>
        <p:spPr>
          <a:xfrm xmlns:a="http://schemas.openxmlformats.org/drawingml/2006/main">
            <a:off x="381000" y="3771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bracket_white</a:t>
            </a:r>
          </a:p>
        </p:txBody>
      </p:sp>
      <p:sp>
        <p:nvSpPr>
          <p:cNvPr id="87" name="c2-note">
            <a:extLst xmlns:a="http://schemas.openxmlformats.org/drawingml/2006/main">
              <a:ext uri="{FF2B5EF4-FFF2-40B4-BE49-F238E27FC236}">
                <a16:creationId xmlns:a16="http://schemas.microsoft.com/office/drawing/2014/main" id="{4B4C30B7-B9DA-4BDF-8A5B-485F48CCAE63}"/>
              </a:ext>
            </a:extLst>
          </p:cNvPr>
          <p:cNvSpPr>
            <a:spLocks xmlns:a="http://schemas.openxmlformats.org/drawingml/2006/main" noGrp="1"/>
          </p:cNvSpPr>
          <p:nvPr/>
        </p:nvSpPr>
        <p:spPr>
          <a:xfrm xmlns:a="http://schemas.openxmlformats.org/drawingml/2006/main">
            <a:off x="3257550" y="37719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88" name="c2-bar">
            <a:extLst xmlns:a="http://schemas.openxmlformats.org/drawingml/2006/main">
              <a:ext uri="{FF2B5EF4-FFF2-40B4-BE49-F238E27FC236}">
                <a16:creationId xmlns:a16="http://schemas.microsoft.com/office/drawing/2014/main" id="{1D61CE3D-4B13-4858-94F1-F3F40B296D42}"/>
              </a:ext>
            </a:extLst>
          </p:cNvPr>
          <p:cNvSpPr>
            <a:spLocks xmlns:a="http://schemas.openxmlformats.org/drawingml/2006/main" noGrp="1"/>
          </p:cNvSpPr>
          <p:nvPr/>
        </p:nvSpPr>
        <p:spPr>
          <a:xfrm xmlns:a="http://schemas.openxmlformats.org/drawingml/2006/main">
            <a:off x="6731000" y="3848100"/>
            <a:ext cx="425265"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89" name="c2-ci">
            <a:extLst xmlns:a="http://schemas.openxmlformats.org/drawingml/2006/main">
              <a:ext uri="{FF2B5EF4-FFF2-40B4-BE49-F238E27FC236}">
                <a16:creationId xmlns:a16="http://schemas.microsoft.com/office/drawing/2014/main" id="{75CC7A2A-5930-4DCB-9D2C-C3DECD7C0D3A}"/>
              </a:ext>
            </a:extLst>
          </p:cNvPr>
          <p:cNvSpPr>
            <a:spLocks xmlns:a="http://schemas.openxmlformats.org/drawingml/2006/main" noGrp="1"/>
          </p:cNvSpPr>
          <p:nvPr/>
        </p:nvSpPr>
        <p:spPr>
          <a:xfrm xmlns:a="http://schemas.openxmlformats.org/drawingml/2006/main" rot="0">
            <a:off x="5297652" y="3919538"/>
            <a:ext cx="3418099"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0" name="c2-cil">
            <a:extLst xmlns:a="http://schemas.openxmlformats.org/drawingml/2006/main">
              <a:ext uri="{FF2B5EF4-FFF2-40B4-BE49-F238E27FC236}">
                <a16:creationId xmlns:a16="http://schemas.microsoft.com/office/drawing/2014/main" id="{679DA36D-5E2E-45A2-9F08-4632EE0C8E9C}"/>
              </a:ext>
            </a:extLst>
          </p:cNvPr>
          <p:cNvSpPr>
            <a:spLocks xmlns:a="http://schemas.openxmlformats.org/drawingml/2006/main" noGrp="1"/>
          </p:cNvSpPr>
          <p:nvPr/>
        </p:nvSpPr>
        <p:spPr>
          <a:xfrm xmlns:a="http://schemas.openxmlformats.org/drawingml/2006/main" rot="0">
            <a:off x="5297652" y="38481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1" name="c2-cih">
            <a:extLst xmlns:a="http://schemas.openxmlformats.org/drawingml/2006/main">
              <a:ext uri="{FF2B5EF4-FFF2-40B4-BE49-F238E27FC236}">
                <a16:creationId xmlns:a16="http://schemas.microsoft.com/office/drawing/2014/main" id="{5F375B0D-6AF8-4BF8-BA34-B17AFFE71F8F}"/>
              </a:ext>
            </a:extLst>
          </p:cNvPr>
          <p:cNvSpPr>
            <a:spLocks xmlns:a="http://schemas.openxmlformats.org/drawingml/2006/main" noGrp="1"/>
          </p:cNvSpPr>
          <p:nvPr/>
        </p:nvSpPr>
        <p:spPr>
          <a:xfrm xmlns:a="http://schemas.openxmlformats.org/drawingml/2006/main" rot="0">
            <a:off x="8715751" y="38481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2" name="c3-label">
            <a:extLst xmlns:a="http://schemas.openxmlformats.org/drawingml/2006/main">
              <a:ext uri="{FF2B5EF4-FFF2-40B4-BE49-F238E27FC236}">
                <a16:creationId xmlns:a16="http://schemas.microsoft.com/office/drawing/2014/main" id="{AB15B56C-AEFD-4862-AC2A-9DAFBD95B556}"/>
              </a:ext>
            </a:extLst>
          </p:cNvPr>
          <p:cNvSpPr>
            <a:spLocks xmlns:a="http://schemas.openxmlformats.org/drawingml/2006/main" noGrp="1"/>
          </p:cNvSpPr>
          <p:nvPr/>
        </p:nvSpPr>
        <p:spPr>
          <a:xfrm xmlns:a="http://schemas.openxmlformats.org/drawingml/2006/main">
            <a:off x="381000" y="40576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connector</a:t>
            </a:r>
          </a:p>
        </p:txBody>
      </p:sp>
      <p:sp>
        <p:nvSpPr>
          <p:cNvPr id="93" name="c3-note">
            <a:extLst xmlns:a="http://schemas.openxmlformats.org/drawingml/2006/main">
              <a:ext uri="{FF2B5EF4-FFF2-40B4-BE49-F238E27FC236}">
                <a16:creationId xmlns:a16="http://schemas.microsoft.com/office/drawing/2014/main" id="{82A07529-BB89-4C86-ADC8-E2D90B49AE49}"/>
              </a:ext>
            </a:extLst>
          </p:cNvPr>
          <p:cNvSpPr>
            <a:spLocks xmlns:a="http://schemas.openxmlformats.org/drawingml/2006/main" noGrp="1"/>
          </p:cNvSpPr>
          <p:nvPr/>
        </p:nvSpPr>
        <p:spPr>
          <a:xfrm xmlns:a="http://schemas.openxmlformats.org/drawingml/2006/main">
            <a:off x="3257550" y="40576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94" name="c3-bar">
            <a:extLst xmlns:a="http://schemas.openxmlformats.org/drawingml/2006/main">
              <a:ext uri="{FF2B5EF4-FFF2-40B4-BE49-F238E27FC236}">
                <a16:creationId xmlns:a16="http://schemas.microsoft.com/office/drawing/2014/main" id="{7EAB08D2-721C-4A7B-9F8B-09CA5DFE1267}"/>
              </a:ext>
            </a:extLst>
          </p:cNvPr>
          <p:cNvSpPr>
            <a:spLocks xmlns:a="http://schemas.openxmlformats.org/drawingml/2006/main" noGrp="1"/>
          </p:cNvSpPr>
          <p:nvPr/>
        </p:nvSpPr>
        <p:spPr>
          <a:xfrm xmlns:a="http://schemas.openxmlformats.org/drawingml/2006/main">
            <a:off x="6731000" y="4133850"/>
            <a:ext cx="2312248"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95" name="c3-ci">
            <a:extLst xmlns:a="http://schemas.openxmlformats.org/drawingml/2006/main">
              <a:ext uri="{FF2B5EF4-FFF2-40B4-BE49-F238E27FC236}">
                <a16:creationId xmlns:a16="http://schemas.microsoft.com/office/drawing/2014/main" id="{A6EBADFC-F1F2-4E46-AEE1-13617B4BD36A}"/>
              </a:ext>
            </a:extLst>
          </p:cNvPr>
          <p:cNvSpPr>
            <a:spLocks xmlns:a="http://schemas.openxmlformats.org/drawingml/2006/main" noGrp="1"/>
          </p:cNvSpPr>
          <p:nvPr/>
        </p:nvSpPr>
        <p:spPr>
          <a:xfrm xmlns:a="http://schemas.openxmlformats.org/drawingml/2006/main" rot="0">
            <a:off x="7710395" y="4205288"/>
            <a:ext cx="2959956"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6" name="c3-cil">
            <a:extLst xmlns:a="http://schemas.openxmlformats.org/drawingml/2006/main">
              <a:ext uri="{FF2B5EF4-FFF2-40B4-BE49-F238E27FC236}">
                <a16:creationId xmlns:a16="http://schemas.microsoft.com/office/drawing/2014/main" id="{4119E1B6-E604-448C-95DA-26EBAF4CD937}"/>
              </a:ext>
            </a:extLst>
          </p:cNvPr>
          <p:cNvSpPr>
            <a:spLocks xmlns:a="http://schemas.openxmlformats.org/drawingml/2006/main" noGrp="1"/>
          </p:cNvSpPr>
          <p:nvPr/>
        </p:nvSpPr>
        <p:spPr>
          <a:xfrm xmlns:a="http://schemas.openxmlformats.org/drawingml/2006/main" rot="0">
            <a:off x="7710395" y="41338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7" name="c3-cih">
            <a:extLst xmlns:a="http://schemas.openxmlformats.org/drawingml/2006/main">
              <a:ext uri="{FF2B5EF4-FFF2-40B4-BE49-F238E27FC236}">
                <a16:creationId xmlns:a16="http://schemas.microsoft.com/office/drawing/2014/main" id="{BB839A9A-3DDD-4E99-BA74-411CFE354661}"/>
              </a:ext>
            </a:extLst>
          </p:cNvPr>
          <p:cNvSpPr>
            <a:spLocks xmlns:a="http://schemas.openxmlformats.org/drawingml/2006/main" noGrp="1"/>
          </p:cNvSpPr>
          <p:nvPr/>
        </p:nvSpPr>
        <p:spPr>
          <a:xfrm xmlns:a="http://schemas.openxmlformats.org/drawingml/2006/main" rot="0">
            <a:off x="10670351" y="41338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98" name="c4-label">
            <a:extLst xmlns:a="http://schemas.openxmlformats.org/drawingml/2006/main">
              <a:ext uri="{FF2B5EF4-FFF2-40B4-BE49-F238E27FC236}">
                <a16:creationId xmlns:a16="http://schemas.microsoft.com/office/drawing/2014/main" id="{60C9D0F9-DD17-412A-92B0-252ACC3A0652}"/>
              </a:ext>
            </a:extLst>
          </p:cNvPr>
          <p:cNvSpPr>
            <a:spLocks xmlns:a="http://schemas.openxmlformats.org/drawingml/2006/main" noGrp="1"/>
          </p:cNvSpPr>
          <p:nvPr/>
        </p:nvSpPr>
        <p:spPr>
          <a:xfrm xmlns:a="http://schemas.openxmlformats.org/drawingml/2006/main">
            <a:off x="381000" y="4343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metal_plate</a:t>
            </a:r>
          </a:p>
        </p:txBody>
      </p:sp>
      <p:sp>
        <p:nvSpPr>
          <p:cNvPr id="99" name="c4-note">
            <a:extLst xmlns:a="http://schemas.openxmlformats.org/drawingml/2006/main">
              <a:ext uri="{FF2B5EF4-FFF2-40B4-BE49-F238E27FC236}">
                <a16:creationId xmlns:a16="http://schemas.microsoft.com/office/drawing/2014/main" id="{A844E63B-2380-4FF0-A5BA-4E938F1FC57D}"/>
              </a:ext>
            </a:extLst>
          </p:cNvPr>
          <p:cNvSpPr>
            <a:spLocks xmlns:a="http://schemas.openxmlformats.org/drawingml/2006/main" noGrp="1"/>
          </p:cNvSpPr>
          <p:nvPr/>
        </p:nvSpPr>
        <p:spPr>
          <a:xfrm xmlns:a="http://schemas.openxmlformats.org/drawingml/2006/main">
            <a:off x="3257550" y="43434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100" name="c4-bar">
            <a:extLst xmlns:a="http://schemas.openxmlformats.org/drawingml/2006/main">
              <a:ext uri="{FF2B5EF4-FFF2-40B4-BE49-F238E27FC236}">
                <a16:creationId xmlns:a16="http://schemas.microsoft.com/office/drawing/2014/main" id="{36C8A7DE-E5AD-48D6-AE75-6202FA4F48A6}"/>
              </a:ext>
            </a:extLst>
          </p:cNvPr>
          <p:cNvSpPr>
            <a:spLocks xmlns:a="http://schemas.openxmlformats.org/drawingml/2006/main" noGrp="1"/>
          </p:cNvSpPr>
          <p:nvPr/>
        </p:nvSpPr>
        <p:spPr>
          <a:xfrm xmlns:a="http://schemas.openxmlformats.org/drawingml/2006/main">
            <a:off x="6731000" y="4419600"/>
            <a:ext cx="740726"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01" name="c4-ci">
            <a:extLst xmlns:a="http://schemas.openxmlformats.org/drawingml/2006/main">
              <a:ext uri="{FF2B5EF4-FFF2-40B4-BE49-F238E27FC236}">
                <a16:creationId xmlns:a16="http://schemas.microsoft.com/office/drawing/2014/main" id="{90FF6C1F-A938-481F-BCB5-8C40DF8AC9AD}"/>
              </a:ext>
            </a:extLst>
          </p:cNvPr>
          <p:cNvSpPr>
            <a:spLocks xmlns:a="http://schemas.openxmlformats.org/drawingml/2006/main" noGrp="1"/>
          </p:cNvSpPr>
          <p:nvPr/>
        </p:nvSpPr>
        <p:spPr>
          <a:xfrm xmlns:a="http://schemas.openxmlformats.org/drawingml/2006/main" rot="0">
            <a:off x="7376863" y="4491038"/>
            <a:ext cx="197273"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02" name="c4-cil">
            <a:extLst xmlns:a="http://schemas.openxmlformats.org/drawingml/2006/main">
              <a:ext uri="{FF2B5EF4-FFF2-40B4-BE49-F238E27FC236}">
                <a16:creationId xmlns:a16="http://schemas.microsoft.com/office/drawing/2014/main" id="{A71CE3D8-32D7-4C5E-B657-07115FC092BD}"/>
              </a:ext>
            </a:extLst>
          </p:cNvPr>
          <p:cNvSpPr>
            <a:spLocks xmlns:a="http://schemas.openxmlformats.org/drawingml/2006/main" noGrp="1"/>
          </p:cNvSpPr>
          <p:nvPr/>
        </p:nvSpPr>
        <p:spPr>
          <a:xfrm xmlns:a="http://schemas.openxmlformats.org/drawingml/2006/main" rot="0">
            <a:off x="7376863" y="44196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03" name="c4-cih">
            <a:extLst xmlns:a="http://schemas.openxmlformats.org/drawingml/2006/main">
              <a:ext uri="{FF2B5EF4-FFF2-40B4-BE49-F238E27FC236}">
                <a16:creationId xmlns:a16="http://schemas.microsoft.com/office/drawing/2014/main" id="{6F3BC06B-BE98-4C7C-B768-0AC2EEF93FA8}"/>
              </a:ext>
            </a:extLst>
          </p:cNvPr>
          <p:cNvSpPr>
            <a:spLocks xmlns:a="http://schemas.openxmlformats.org/drawingml/2006/main" noGrp="1"/>
          </p:cNvSpPr>
          <p:nvPr/>
        </p:nvSpPr>
        <p:spPr>
          <a:xfrm xmlns:a="http://schemas.openxmlformats.org/drawingml/2006/main" rot="0">
            <a:off x="7574137" y="441960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04" name="c5-label">
            <a:extLst xmlns:a="http://schemas.openxmlformats.org/drawingml/2006/main">
              <a:ext uri="{FF2B5EF4-FFF2-40B4-BE49-F238E27FC236}">
                <a16:creationId xmlns:a16="http://schemas.microsoft.com/office/drawing/2014/main" id="{85AA09F3-E46F-422A-96D3-061D1DBC1A85}"/>
              </a:ext>
            </a:extLst>
          </p:cNvPr>
          <p:cNvSpPr>
            <a:spLocks xmlns:a="http://schemas.openxmlformats.org/drawingml/2006/main" noGrp="1"/>
          </p:cNvSpPr>
          <p:nvPr/>
        </p:nvSpPr>
        <p:spPr>
          <a:xfrm xmlns:a="http://schemas.openxmlformats.org/drawingml/2006/main">
            <a:off x="381000" y="4629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tubes</a:t>
            </a:r>
          </a:p>
        </p:txBody>
      </p:sp>
      <p:sp>
        <p:nvSpPr>
          <p:cNvPr id="105" name="c5-note">
            <a:extLst xmlns:a="http://schemas.openxmlformats.org/drawingml/2006/main">
              <a:ext uri="{FF2B5EF4-FFF2-40B4-BE49-F238E27FC236}">
                <a16:creationId xmlns:a16="http://schemas.microsoft.com/office/drawing/2014/main" id="{40A44BA9-6FCB-4BE3-8E99-7ADD707AE332}"/>
              </a:ext>
            </a:extLst>
          </p:cNvPr>
          <p:cNvSpPr>
            <a:spLocks xmlns:a="http://schemas.openxmlformats.org/drawingml/2006/main" noGrp="1"/>
          </p:cNvSpPr>
          <p:nvPr/>
        </p:nvSpPr>
        <p:spPr>
          <a:xfrm xmlns:a="http://schemas.openxmlformats.org/drawingml/2006/main">
            <a:off x="3257550" y="46291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106" name="c5-bar">
            <a:extLst xmlns:a="http://schemas.openxmlformats.org/drawingml/2006/main">
              <a:ext uri="{FF2B5EF4-FFF2-40B4-BE49-F238E27FC236}">
                <a16:creationId xmlns:a16="http://schemas.microsoft.com/office/drawing/2014/main" id="{06E7B08A-ECAE-43DC-900C-69C1970F7581}"/>
              </a:ext>
            </a:extLst>
          </p:cNvPr>
          <p:cNvSpPr>
            <a:spLocks xmlns:a="http://schemas.openxmlformats.org/drawingml/2006/main" noGrp="1"/>
          </p:cNvSpPr>
          <p:nvPr/>
        </p:nvSpPr>
        <p:spPr>
          <a:xfrm xmlns:a="http://schemas.openxmlformats.org/drawingml/2006/main">
            <a:off x="6731000" y="4705350"/>
            <a:ext cx="1235244" cy="142875"/>
          </a:xfrm>
          <a:prstGeom xmlns:a="http://schemas.openxmlformats.org/drawingml/2006/main" prst="rect">
            <a:avLst/>
          </a:prstGeom>
          <a:solidFill xmlns:a="http://schemas.openxmlformats.org/drawingml/2006/main">
            <a:srgbClr val="CFE3F2"/>
          </a:solidFill>
          <a:ln xmlns:a="http://schemas.openxmlformats.org/drawingml/2006/main" w="0">
            <a:noFill/>
            <a:prstDash val="solid"/>
          </a:ln>
        </p:spPr>
      </p:sp>
      <p:sp>
        <p:nvSpPr>
          <p:cNvPr id="107" name="c5-ci">
            <a:extLst xmlns:a="http://schemas.openxmlformats.org/drawingml/2006/main">
              <a:ext uri="{FF2B5EF4-FFF2-40B4-BE49-F238E27FC236}">
                <a16:creationId xmlns:a16="http://schemas.microsoft.com/office/drawing/2014/main" id="{A305E27D-974B-4C39-ACFE-584974EDA1C0}"/>
              </a:ext>
            </a:extLst>
          </p:cNvPr>
          <p:cNvSpPr>
            <a:spLocks xmlns:a="http://schemas.openxmlformats.org/drawingml/2006/main" noGrp="1"/>
          </p:cNvSpPr>
          <p:nvPr/>
        </p:nvSpPr>
        <p:spPr>
          <a:xfrm xmlns:a="http://schemas.openxmlformats.org/drawingml/2006/main" rot="0">
            <a:off x="7602650" y="4776788"/>
            <a:ext cx="760007" cy="0"/>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08" name="c5-cil">
            <a:extLst xmlns:a="http://schemas.openxmlformats.org/drawingml/2006/main">
              <a:ext uri="{FF2B5EF4-FFF2-40B4-BE49-F238E27FC236}">
                <a16:creationId xmlns:a16="http://schemas.microsoft.com/office/drawing/2014/main" id="{7EEB0F11-8F8A-4FFB-BD0B-2A638BAC9D4D}"/>
              </a:ext>
            </a:extLst>
          </p:cNvPr>
          <p:cNvSpPr>
            <a:spLocks xmlns:a="http://schemas.openxmlformats.org/drawingml/2006/main" noGrp="1"/>
          </p:cNvSpPr>
          <p:nvPr/>
        </p:nvSpPr>
        <p:spPr>
          <a:xfrm xmlns:a="http://schemas.openxmlformats.org/drawingml/2006/main" rot="0">
            <a:off x="7602650" y="47053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09" name="c5-cih">
            <a:extLst xmlns:a="http://schemas.openxmlformats.org/drawingml/2006/main">
              <a:ext uri="{FF2B5EF4-FFF2-40B4-BE49-F238E27FC236}">
                <a16:creationId xmlns:a16="http://schemas.microsoft.com/office/drawing/2014/main" id="{19E41230-1D1C-46BD-A942-33F3A5868814}"/>
              </a:ext>
            </a:extLst>
          </p:cNvPr>
          <p:cNvSpPr>
            <a:spLocks xmlns:a="http://schemas.openxmlformats.org/drawingml/2006/main" noGrp="1"/>
          </p:cNvSpPr>
          <p:nvPr/>
        </p:nvSpPr>
        <p:spPr>
          <a:xfrm xmlns:a="http://schemas.openxmlformats.org/drawingml/2006/main" rot="0">
            <a:off x="8362657" y="4705350"/>
            <a:ext cx="0" cy="142875"/>
          </a:xfrm>
          <a:prstGeom xmlns:a="http://schemas.openxmlformats.org/drawingml/2006/main" prst="line">
            <a:avLst/>
          </a:prstGeom>
          <a:noFill xmlns:a="http://schemas.openxmlformats.org/drawingml/2006/main"/>
          <a:ln xmlns:a="http://schemas.openxmlformats.org/drawingml/2006/main" w="17145">
            <a:solidFill>
              <a:srgbClr val="2E6F9E"/>
            </a:solidFill>
            <a:prstDash val="solid"/>
          </a:ln>
        </p:spPr>
      </p:sp>
      <p:sp>
        <p:nvSpPr>
          <p:cNvPr id="110" name="c6-label">
            <a:extLst xmlns:a="http://schemas.openxmlformats.org/drawingml/2006/main">
              <a:ext uri="{FF2B5EF4-FFF2-40B4-BE49-F238E27FC236}">
                <a16:creationId xmlns:a16="http://schemas.microsoft.com/office/drawing/2014/main" id="{B4C5520C-B47E-4250-B919-EC85CDD48C3B}"/>
              </a:ext>
            </a:extLst>
          </p:cNvPr>
          <p:cNvSpPr>
            <a:spLocks xmlns:a="http://schemas.openxmlformats.org/drawingml/2006/main" noGrp="1"/>
          </p:cNvSpPr>
          <p:nvPr/>
        </p:nvSpPr>
        <p:spPr>
          <a:xfrm xmlns:a="http://schemas.openxmlformats.org/drawingml/2006/main">
            <a:off x="38100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01</a:t>
            </a:r>
          </a:p>
        </p:txBody>
      </p:sp>
      <p:sp>
        <p:nvSpPr>
          <p:cNvPr id="111" name="c6-note">
            <a:extLst xmlns:a="http://schemas.openxmlformats.org/drawingml/2006/main">
              <a:ext uri="{FF2B5EF4-FFF2-40B4-BE49-F238E27FC236}">
                <a16:creationId xmlns:a16="http://schemas.microsoft.com/office/drawing/2014/main" id="{5C4530B5-F098-42D2-A177-18B6A2BC4355}"/>
              </a:ext>
            </a:extLst>
          </p:cNvPr>
          <p:cNvSpPr>
            <a:spLocks xmlns:a="http://schemas.openxmlformats.org/drawingml/2006/main" noGrp="1"/>
          </p:cNvSpPr>
          <p:nvPr/>
        </p:nvSpPr>
        <p:spPr>
          <a:xfrm xmlns:a="http://schemas.openxmlformats.org/drawingml/2006/main">
            <a:off x="3257550" y="49149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112" name="c6-bar">
            <a:extLst xmlns:a="http://schemas.openxmlformats.org/drawingml/2006/main">
              <a:ext uri="{FF2B5EF4-FFF2-40B4-BE49-F238E27FC236}">
                <a16:creationId xmlns:a16="http://schemas.microsoft.com/office/drawing/2014/main" id="{833A1A49-8BFC-4769-8ED1-A68DC8F67768}"/>
              </a:ext>
            </a:extLst>
          </p:cNvPr>
          <p:cNvSpPr>
            <a:spLocks xmlns:a="http://schemas.openxmlformats.org/drawingml/2006/main" noGrp="1"/>
          </p:cNvSpPr>
          <p:nvPr/>
        </p:nvSpPr>
        <p:spPr>
          <a:xfrm xmlns:a="http://schemas.openxmlformats.org/drawingml/2006/main">
            <a:off x="6731000" y="4991100"/>
            <a:ext cx="32163" cy="142875"/>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113" name="c6-ci">
            <a:extLst xmlns:a="http://schemas.openxmlformats.org/drawingml/2006/main">
              <a:ext uri="{FF2B5EF4-FFF2-40B4-BE49-F238E27FC236}">
                <a16:creationId xmlns:a16="http://schemas.microsoft.com/office/drawing/2014/main" id="{6DB57738-73BC-41BE-ABCD-EBA664BC54B3}"/>
              </a:ext>
            </a:extLst>
          </p:cNvPr>
          <p:cNvSpPr>
            <a:spLocks xmlns:a="http://schemas.openxmlformats.org/drawingml/2006/main" noGrp="1"/>
          </p:cNvSpPr>
          <p:nvPr/>
        </p:nvSpPr>
        <p:spPr>
          <a:xfrm xmlns:a="http://schemas.openxmlformats.org/drawingml/2006/main" rot="0">
            <a:off x="6242205" y="5062538"/>
            <a:ext cx="1145548" cy="0"/>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14" name="c6-cil">
            <a:extLst xmlns:a="http://schemas.openxmlformats.org/drawingml/2006/main">
              <a:ext uri="{FF2B5EF4-FFF2-40B4-BE49-F238E27FC236}">
                <a16:creationId xmlns:a16="http://schemas.microsoft.com/office/drawing/2014/main" id="{47F3DEBE-3710-4D38-AF37-E2C1126A684D}"/>
              </a:ext>
            </a:extLst>
          </p:cNvPr>
          <p:cNvSpPr>
            <a:spLocks xmlns:a="http://schemas.openxmlformats.org/drawingml/2006/main" noGrp="1"/>
          </p:cNvSpPr>
          <p:nvPr/>
        </p:nvSpPr>
        <p:spPr>
          <a:xfrm xmlns:a="http://schemas.openxmlformats.org/drawingml/2006/main" rot="0">
            <a:off x="6242205" y="499110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15" name="c6-cih">
            <a:extLst xmlns:a="http://schemas.openxmlformats.org/drawingml/2006/main">
              <a:ext uri="{FF2B5EF4-FFF2-40B4-BE49-F238E27FC236}">
                <a16:creationId xmlns:a16="http://schemas.microsoft.com/office/drawing/2014/main" id="{6CE52229-661F-443F-A47E-3946B92F58C9}"/>
              </a:ext>
            </a:extLst>
          </p:cNvPr>
          <p:cNvSpPr>
            <a:spLocks xmlns:a="http://schemas.openxmlformats.org/drawingml/2006/main" noGrp="1"/>
          </p:cNvSpPr>
          <p:nvPr/>
        </p:nvSpPr>
        <p:spPr>
          <a:xfrm xmlns:a="http://schemas.openxmlformats.org/drawingml/2006/main" rot="0">
            <a:off x="7387753" y="499110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16" name="c7-label">
            <a:extLst xmlns:a="http://schemas.openxmlformats.org/drawingml/2006/main">
              <a:ext uri="{FF2B5EF4-FFF2-40B4-BE49-F238E27FC236}">
                <a16:creationId xmlns:a16="http://schemas.microsoft.com/office/drawing/2014/main" id="{CE2C37CB-7C3E-4B5C-BC5F-3DC8D84EF404}"/>
              </a:ext>
            </a:extLst>
          </p:cNvPr>
          <p:cNvSpPr>
            <a:spLocks xmlns:a="http://schemas.openxmlformats.org/drawingml/2006/main" noGrp="1"/>
          </p:cNvSpPr>
          <p:nvPr/>
        </p:nvSpPr>
        <p:spPr>
          <a:xfrm xmlns:a="http://schemas.openxmlformats.org/drawingml/2006/main">
            <a:off x="381000" y="52006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02</a:t>
            </a:r>
          </a:p>
        </p:txBody>
      </p:sp>
      <p:sp>
        <p:nvSpPr>
          <p:cNvPr id="117" name="c7-note">
            <a:extLst xmlns:a="http://schemas.openxmlformats.org/drawingml/2006/main">
              <a:ext uri="{FF2B5EF4-FFF2-40B4-BE49-F238E27FC236}">
                <a16:creationId xmlns:a16="http://schemas.microsoft.com/office/drawing/2014/main" id="{D47A701F-4E22-4C3B-A84C-E0C0D9DEBD5E}"/>
              </a:ext>
            </a:extLst>
          </p:cNvPr>
          <p:cNvSpPr>
            <a:spLocks xmlns:a="http://schemas.openxmlformats.org/drawingml/2006/main" noGrp="1"/>
          </p:cNvSpPr>
          <p:nvPr/>
        </p:nvSpPr>
        <p:spPr>
          <a:xfrm xmlns:a="http://schemas.openxmlformats.org/drawingml/2006/main">
            <a:off x="3257550" y="52006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118" name="c7-bar">
            <a:extLst xmlns:a="http://schemas.openxmlformats.org/drawingml/2006/main">
              <a:ext uri="{FF2B5EF4-FFF2-40B4-BE49-F238E27FC236}">
                <a16:creationId xmlns:a16="http://schemas.microsoft.com/office/drawing/2014/main" id="{103634B0-050A-449D-BD41-5493CB276C49}"/>
              </a:ext>
            </a:extLst>
          </p:cNvPr>
          <p:cNvSpPr>
            <a:spLocks xmlns:a="http://schemas.openxmlformats.org/drawingml/2006/main" noGrp="1"/>
          </p:cNvSpPr>
          <p:nvPr/>
        </p:nvSpPr>
        <p:spPr>
          <a:xfrm xmlns:a="http://schemas.openxmlformats.org/drawingml/2006/main">
            <a:off x="6581505" y="5276850"/>
            <a:ext cx="149495" cy="142875"/>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119" name="c7-ci">
            <a:extLst xmlns:a="http://schemas.openxmlformats.org/drawingml/2006/main">
              <a:ext uri="{FF2B5EF4-FFF2-40B4-BE49-F238E27FC236}">
                <a16:creationId xmlns:a16="http://schemas.microsoft.com/office/drawing/2014/main" id="{D5500578-E4FA-4055-870B-9ABFE82D1F9B}"/>
              </a:ext>
            </a:extLst>
          </p:cNvPr>
          <p:cNvSpPr>
            <a:spLocks xmlns:a="http://schemas.openxmlformats.org/drawingml/2006/main" noGrp="1"/>
          </p:cNvSpPr>
          <p:nvPr/>
        </p:nvSpPr>
        <p:spPr>
          <a:xfrm xmlns:a="http://schemas.openxmlformats.org/drawingml/2006/main" rot="0">
            <a:off x="6408752" y="5348288"/>
            <a:ext cx="372448" cy="0"/>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0" name="c7-cil">
            <a:extLst xmlns:a="http://schemas.openxmlformats.org/drawingml/2006/main">
              <a:ext uri="{FF2B5EF4-FFF2-40B4-BE49-F238E27FC236}">
                <a16:creationId xmlns:a16="http://schemas.microsoft.com/office/drawing/2014/main" id="{669AE7B4-A696-4EDF-8071-7C3B30B35F4E}"/>
              </a:ext>
            </a:extLst>
          </p:cNvPr>
          <p:cNvSpPr>
            <a:spLocks xmlns:a="http://schemas.openxmlformats.org/drawingml/2006/main" noGrp="1"/>
          </p:cNvSpPr>
          <p:nvPr/>
        </p:nvSpPr>
        <p:spPr>
          <a:xfrm xmlns:a="http://schemas.openxmlformats.org/drawingml/2006/main" rot="0">
            <a:off x="6408752" y="527685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1" name="c7-cih">
            <a:extLst xmlns:a="http://schemas.openxmlformats.org/drawingml/2006/main">
              <a:ext uri="{FF2B5EF4-FFF2-40B4-BE49-F238E27FC236}">
                <a16:creationId xmlns:a16="http://schemas.microsoft.com/office/drawing/2014/main" id="{4AF5D40B-9325-4B8B-A668-E605A758259A}"/>
              </a:ext>
            </a:extLst>
          </p:cNvPr>
          <p:cNvSpPr>
            <a:spLocks xmlns:a="http://schemas.openxmlformats.org/drawingml/2006/main" noGrp="1"/>
          </p:cNvSpPr>
          <p:nvPr/>
        </p:nvSpPr>
        <p:spPr>
          <a:xfrm xmlns:a="http://schemas.openxmlformats.org/drawingml/2006/main" rot="0">
            <a:off x="6781200" y="527685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2" name="c8-label">
            <a:extLst xmlns:a="http://schemas.openxmlformats.org/drawingml/2006/main">
              <a:ext uri="{FF2B5EF4-FFF2-40B4-BE49-F238E27FC236}">
                <a16:creationId xmlns:a16="http://schemas.microsoft.com/office/drawing/2014/main" id="{F04DED6E-8E54-4799-8174-3904E0A9472F}"/>
              </a:ext>
            </a:extLst>
          </p:cNvPr>
          <p:cNvSpPr>
            <a:spLocks xmlns:a="http://schemas.openxmlformats.org/drawingml/2006/main" noGrp="1"/>
          </p:cNvSpPr>
          <p:nvPr/>
        </p:nvSpPr>
        <p:spPr>
          <a:xfrm xmlns:a="http://schemas.openxmlformats.org/drawingml/2006/main">
            <a:off x="381000" y="5486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03</a:t>
            </a:r>
          </a:p>
        </p:txBody>
      </p:sp>
      <p:sp>
        <p:nvSpPr>
          <p:cNvPr id="123" name="c8-note">
            <a:extLst xmlns:a="http://schemas.openxmlformats.org/drawingml/2006/main">
              <a:ext uri="{FF2B5EF4-FFF2-40B4-BE49-F238E27FC236}">
                <a16:creationId xmlns:a16="http://schemas.microsoft.com/office/drawing/2014/main" id="{759A09C5-7AEE-4717-805E-133452F094DC}"/>
              </a:ext>
            </a:extLst>
          </p:cNvPr>
          <p:cNvSpPr>
            <a:spLocks xmlns:a="http://schemas.openxmlformats.org/drawingml/2006/main" noGrp="1"/>
          </p:cNvSpPr>
          <p:nvPr/>
        </p:nvSpPr>
        <p:spPr>
          <a:xfrm xmlns:a="http://schemas.openxmlformats.org/drawingml/2006/main">
            <a:off x="3257550" y="548640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p:txBody>
      </p:sp>
      <p:sp>
        <p:nvSpPr>
          <p:cNvPr id="124" name="c8-bar">
            <a:extLst xmlns:a="http://schemas.openxmlformats.org/drawingml/2006/main">
              <a:ext uri="{FF2B5EF4-FFF2-40B4-BE49-F238E27FC236}">
                <a16:creationId xmlns:a16="http://schemas.microsoft.com/office/drawing/2014/main" id="{6EE759DC-DE6E-430E-AE4A-BDA2303073F1}"/>
              </a:ext>
            </a:extLst>
          </p:cNvPr>
          <p:cNvSpPr>
            <a:spLocks xmlns:a="http://schemas.openxmlformats.org/drawingml/2006/main" noGrp="1"/>
          </p:cNvSpPr>
          <p:nvPr/>
        </p:nvSpPr>
        <p:spPr>
          <a:xfrm xmlns:a="http://schemas.openxmlformats.org/drawingml/2006/main">
            <a:off x="6731000" y="5562600"/>
            <a:ext cx="47173" cy="142875"/>
          </a:xfrm>
          <a:prstGeom xmlns:a="http://schemas.openxmlformats.org/drawingml/2006/main" prst="rect">
            <a:avLst/>
          </a:prstGeom>
          <a:solidFill xmlns:a="http://schemas.openxmlformats.org/drawingml/2006/main">
            <a:srgbClr val="FBE7C4"/>
          </a:solidFill>
          <a:ln xmlns:a="http://schemas.openxmlformats.org/drawingml/2006/main" w="0">
            <a:noFill/>
            <a:prstDash val="solid"/>
          </a:ln>
        </p:spPr>
      </p:sp>
      <p:sp>
        <p:nvSpPr>
          <p:cNvPr id="125" name="c8-ci">
            <a:extLst xmlns:a="http://schemas.openxmlformats.org/drawingml/2006/main">
              <a:ext uri="{FF2B5EF4-FFF2-40B4-BE49-F238E27FC236}">
                <a16:creationId xmlns:a16="http://schemas.microsoft.com/office/drawing/2014/main" id="{D428F25C-588A-479C-93BE-AEF0CC491B49}"/>
              </a:ext>
            </a:extLst>
          </p:cNvPr>
          <p:cNvSpPr>
            <a:spLocks xmlns:a="http://schemas.openxmlformats.org/drawingml/2006/main" noGrp="1"/>
          </p:cNvSpPr>
          <p:nvPr/>
        </p:nvSpPr>
        <p:spPr>
          <a:xfrm xmlns:a="http://schemas.openxmlformats.org/drawingml/2006/main" rot="0">
            <a:off x="6470739" y="5634038"/>
            <a:ext cx="633770" cy="0"/>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6" name="c8-cil">
            <a:extLst xmlns:a="http://schemas.openxmlformats.org/drawingml/2006/main">
              <a:ext uri="{FF2B5EF4-FFF2-40B4-BE49-F238E27FC236}">
                <a16:creationId xmlns:a16="http://schemas.microsoft.com/office/drawing/2014/main" id="{1E6621BF-E6E7-4C42-9719-247AEAFF5DD9}"/>
              </a:ext>
            </a:extLst>
          </p:cNvPr>
          <p:cNvSpPr>
            <a:spLocks xmlns:a="http://schemas.openxmlformats.org/drawingml/2006/main" noGrp="1"/>
          </p:cNvSpPr>
          <p:nvPr/>
        </p:nvSpPr>
        <p:spPr>
          <a:xfrm xmlns:a="http://schemas.openxmlformats.org/drawingml/2006/main" rot="0">
            <a:off x="6470739" y="556260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7" name="c8-cih">
            <a:extLst xmlns:a="http://schemas.openxmlformats.org/drawingml/2006/main">
              <a:ext uri="{FF2B5EF4-FFF2-40B4-BE49-F238E27FC236}">
                <a16:creationId xmlns:a16="http://schemas.microsoft.com/office/drawing/2014/main" id="{CE2C378D-97FD-4CEC-8A63-F4159FDE7116}"/>
              </a:ext>
            </a:extLst>
          </p:cNvPr>
          <p:cNvSpPr>
            <a:spLocks xmlns:a="http://schemas.openxmlformats.org/drawingml/2006/main" noGrp="1"/>
          </p:cNvSpPr>
          <p:nvPr/>
        </p:nvSpPr>
        <p:spPr>
          <a:xfrm xmlns:a="http://schemas.openxmlformats.org/drawingml/2006/main" rot="0">
            <a:off x="7104508" y="5562600"/>
            <a:ext cx="0" cy="142875"/>
          </a:xfrm>
          <a:prstGeom xmlns:a="http://schemas.openxmlformats.org/drawingml/2006/main" prst="line">
            <a:avLst/>
          </a:prstGeom>
          <a:noFill xmlns:a="http://schemas.openxmlformats.org/drawingml/2006/main"/>
          <a:ln xmlns:a="http://schemas.openxmlformats.org/drawingml/2006/main" w="17145">
            <a:solidFill>
              <a:srgbClr val="B27C20"/>
            </a:solidFill>
            <a:prstDash val="solid"/>
          </a:ln>
        </p:spPr>
      </p:sp>
      <p:sp>
        <p:nvSpPr>
          <p:cNvPr id="128" name="sec-c-chip">
            <a:extLst xmlns:a="http://schemas.openxmlformats.org/drawingml/2006/main">
              <a:ext uri="{FF2B5EF4-FFF2-40B4-BE49-F238E27FC236}">
                <a16:creationId xmlns:a16="http://schemas.microsoft.com/office/drawing/2014/main" id="{AB358BC2-3FD8-48CC-86C3-F028CE62274F}"/>
              </a:ext>
            </a:extLst>
          </p:cNvPr>
          <p:cNvSpPr>
            <a:spLocks xmlns:a="http://schemas.openxmlformats.org/drawingml/2006/main" noGrp="1"/>
          </p:cNvSpPr>
          <p:nvPr/>
        </p:nvSpPr>
        <p:spPr>
          <a:xfrm xmlns:a="http://schemas.openxmlformats.org/drawingml/2006/main">
            <a:off x="304800" y="62484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129" name="sec-c-chip-text">
            <a:extLst xmlns:a="http://schemas.openxmlformats.org/drawingml/2006/main">
              <a:ext uri="{FF2B5EF4-FFF2-40B4-BE49-F238E27FC236}">
                <a16:creationId xmlns:a16="http://schemas.microsoft.com/office/drawing/2014/main" id="{463D931B-367F-4CC9-9D46-739E7BF5262F}"/>
              </a:ext>
            </a:extLst>
          </p:cNvPr>
          <p:cNvSpPr>
            <a:spLocks xmlns:a="http://schemas.openxmlformats.org/drawingml/2006/main" noGrp="1"/>
          </p:cNvSpPr>
          <p:nvPr/>
        </p:nvSpPr>
        <p:spPr>
          <a:xfrm xmlns:a="http://schemas.openxmlformats.org/drawingml/2006/main">
            <a:off x="323850" y="62484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c</a:t>
            </a:r>
          </a:p>
        </p:txBody>
      </p:sp>
      <p:sp>
        <p:nvSpPr>
          <p:cNvPr id="130" name="sec-c">
            <a:extLst xmlns:a="http://schemas.openxmlformats.org/drawingml/2006/main">
              <a:ext uri="{FF2B5EF4-FFF2-40B4-BE49-F238E27FC236}">
                <a16:creationId xmlns:a16="http://schemas.microsoft.com/office/drawing/2014/main" id="{0FFD275C-9A7F-48EF-94BE-F2CFBE343F1A}"/>
              </a:ext>
            </a:extLst>
          </p:cNvPr>
          <p:cNvSpPr>
            <a:spLocks xmlns:a="http://schemas.openxmlformats.org/drawingml/2006/main" noGrp="1"/>
          </p:cNvSpPr>
          <p:nvPr/>
        </p:nvSpPr>
        <p:spPr>
          <a:xfrm xmlns:a="http://schemas.openxmlformats.org/drawingml/2006/main">
            <a:off x="838200" y="62103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Per seed</a:t>
            </a:r>
          </a:p>
        </p:txBody>
      </p:sp>
      <p:sp>
        <p:nvSpPr>
          <p:cNvPr id="131" name="sec-c-sub">
            <a:extLst xmlns:a="http://schemas.openxmlformats.org/drawingml/2006/main">
              <a:ext uri="{FF2B5EF4-FFF2-40B4-BE49-F238E27FC236}">
                <a16:creationId xmlns:a16="http://schemas.microsoft.com/office/drawing/2014/main" id="{43DBCFB6-1653-493D-80AF-DB2685580149}"/>
              </a:ext>
            </a:extLst>
          </p:cNvPr>
          <p:cNvSpPr>
            <a:spLocks xmlns:a="http://schemas.openxmlformats.org/drawingml/2006/main" noGrp="1"/>
          </p:cNvSpPr>
          <p:nvPr/>
        </p:nvSpPr>
        <p:spPr>
          <a:xfrm xmlns:a="http://schemas.openxmlformats.org/drawingml/2006/main">
            <a:off x="838200" y="65722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I = E_L − E_J · seeds 0-2 use their own query block (solid); seeds 3-7 share one resampling block (hollow), so they measure support-set variation only</a:t>
            </a:r>
          </a:p>
        </p:txBody>
      </p:sp>
      <p:sp>
        <p:nvSpPr>
          <p:cNvPr id="132" name="s-zero">
            <a:extLst xmlns:a="http://schemas.openxmlformats.org/drawingml/2006/main">
              <a:ext uri="{FF2B5EF4-FFF2-40B4-BE49-F238E27FC236}">
                <a16:creationId xmlns:a16="http://schemas.microsoft.com/office/drawing/2014/main" id="{D28DD3B9-10A6-4B85-90E9-78E46B74AE44}"/>
              </a:ext>
            </a:extLst>
          </p:cNvPr>
          <p:cNvSpPr>
            <a:spLocks xmlns:a="http://schemas.openxmlformats.org/drawingml/2006/main" noGrp="1"/>
          </p:cNvSpPr>
          <p:nvPr/>
        </p:nvSpPr>
        <p:spPr>
          <a:xfrm xmlns:a="http://schemas.openxmlformats.org/drawingml/2006/main" rot="0">
            <a:off x="6037385" y="7562850"/>
            <a:ext cx="0" cy="609600"/>
          </a:xfrm>
          <a:prstGeom xmlns:a="http://schemas.openxmlformats.org/drawingml/2006/main" prst="line">
            <a:avLst/>
          </a:prstGeom>
          <a:noFill xmlns:a="http://schemas.openxmlformats.org/drawingml/2006/main"/>
          <a:ln xmlns:a="http://schemas.openxmlformats.org/drawingml/2006/main" w="15240">
            <a:solidFill>
              <a:srgbClr val="1E2E38"/>
            </a:solidFill>
            <a:prstDash val="solid"/>
          </a:ln>
        </p:spPr>
      </p:sp>
      <p:sp>
        <p:nvSpPr>
          <p:cNvPr id="133" name="s-scale">
            <a:extLst xmlns:a="http://schemas.openxmlformats.org/drawingml/2006/main">
              <a:ext uri="{FF2B5EF4-FFF2-40B4-BE49-F238E27FC236}">
                <a16:creationId xmlns:a16="http://schemas.microsoft.com/office/drawing/2014/main" id="{8723068E-9317-42E4-977B-B88F8F0B5CC5}"/>
              </a:ext>
            </a:extLst>
          </p:cNvPr>
          <p:cNvSpPr>
            <a:spLocks xmlns:a="http://schemas.openxmlformats.org/drawingml/2006/main" noGrp="1"/>
          </p:cNvSpPr>
          <p:nvPr/>
        </p:nvSpPr>
        <p:spPr>
          <a:xfrm xmlns:a="http://schemas.openxmlformats.org/drawingml/2006/main" rot="0">
            <a:off x="8638442" y="7562850"/>
            <a:ext cx="0" cy="609600"/>
          </a:xfrm>
          <a:prstGeom xmlns:a="http://schemas.openxmlformats.org/drawingml/2006/main" prst="line">
            <a:avLst/>
          </a:prstGeom>
          <a:noFill xmlns:a="http://schemas.openxmlformats.org/drawingml/2006/main"/>
          <a:ln xmlns:a="http://schemas.openxmlformats.org/drawingml/2006/main" w="15240">
            <a:solidFill>
              <a:srgbClr val="6E4E9E"/>
            </a:solidFill>
            <a:prstDash val="solid"/>
          </a:ln>
        </p:spPr>
      </p:sp>
      <p:sp>
        <p:nvSpPr>
          <p:cNvPr id="134" name="s-grid-0">
            <a:extLst xmlns:a="http://schemas.openxmlformats.org/drawingml/2006/main">
              <a:ext uri="{FF2B5EF4-FFF2-40B4-BE49-F238E27FC236}">
                <a16:creationId xmlns:a16="http://schemas.microsoft.com/office/drawing/2014/main" id="{FC3252AD-578F-47DD-8118-721325CFA837}"/>
              </a:ext>
            </a:extLst>
          </p:cNvPr>
          <p:cNvSpPr>
            <a:spLocks xmlns:a="http://schemas.openxmlformats.org/drawingml/2006/main" noGrp="1"/>
          </p:cNvSpPr>
          <p:nvPr/>
        </p:nvSpPr>
        <p:spPr>
          <a:xfrm xmlns:a="http://schemas.openxmlformats.org/drawingml/2006/main" rot="0">
            <a:off x="4476750"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35" name="s-lab-0">
            <a:extLst xmlns:a="http://schemas.openxmlformats.org/drawingml/2006/main">
              <a:ext uri="{FF2B5EF4-FFF2-40B4-BE49-F238E27FC236}">
                <a16:creationId xmlns:a16="http://schemas.microsoft.com/office/drawing/2014/main" id="{F27599F5-214F-48C0-95E9-B90A9AF9E2DE}"/>
              </a:ext>
            </a:extLst>
          </p:cNvPr>
          <p:cNvSpPr>
            <a:spLocks xmlns:a="http://schemas.openxmlformats.org/drawingml/2006/main" noGrp="1"/>
          </p:cNvSpPr>
          <p:nvPr/>
        </p:nvSpPr>
        <p:spPr>
          <a:xfrm xmlns:a="http://schemas.openxmlformats.org/drawingml/2006/main">
            <a:off x="4000500"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0</a:t>
            </a:r>
          </a:p>
        </p:txBody>
      </p:sp>
      <p:sp>
        <p:nvSpPr>
          <p:cNvPr id="136" name="s-grid-1">
            <a:extLst xmlns:a="http://schemas.openxmlformats.org/drawingml/2006/main">
              <a:ext uri="{FF2B5EF4-FFF2-40B4-BE49-F238E27FC236}">
                <a16:creationId xmlns:a16="http://schemas.microsoft.com/office/drawing/2014/main" id="{A95FE55F-0E78-43AA-B152-6B789298CFF9}"/>
              </a:ext>
            </a:extLst>
          </p:cNvPr>
          <p:cNvSpPr>
            <a:spLocks xmlns:a="http://schemas.openxmlformats.org/drawingml/2006/main" noGrp="1"/>
          </p:cNvSpPr>
          <p:nvPr/>
        </p:nvSpPr>
        <p:spPr>
          <a:xfrm xmlns:a="http://schemas.openxmlformats.org/drawingml/2006/main" rot="0">
            <a:off x="5442857"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37" name="s-lab-1">
            <a:extLst xmlns:a="http://schemas.openxmlformats.org/drawingml/2006/main">
              <a:ext uri="{FF2B5EF4-FFF2-40B4-BE49-F238E27FC236}">
                <a16:creationId xmlns:a16="http://schemas.microsoft.com/office/drawing/2014/main" id="{55B7C44E-2560-4B68-A8C6-4DD1339960BD}"/>
              </a:ext>
            </a:extLst>
          </p:cNvPr>
          <p:cNvSpPr>
            <a:spLocks xmlns:a="http://schemas.openxmlformats.org/drawingml/2006/main" noGrp="1"/>
          </p:cNvSpPr>
          <p:nvPr/>
        </p:nvSpPr>
        <p:spPr>
          <a:xfrm xmlns:a="http://schemas.openxmlformats.org/drawingml/2006/main">
            <a:off x="4966607"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1</a:t>
            </a:r>
          </a:p>
        </p:txBody>
      </p:sp>
      <p:sp>
        <p:nvSpPr>
          <p:cNvPr id="138" name="s-grid-2">
            <a:extLst xmlns:a="http://schemas.openxmlformats.org/drawingml/2006/main">
              <a:ext uri="{FF2B5EF4-FFF2-40B4-BE49-F238E27FC236}">
                <a16:creationId xmlns:a16="http://schemas.microsoft.com/office/drawing/2014/main" id="{C12B458F-EA03-4676-A45B-53ED0175C040}"/>
              </a:ext>
            </a:extLst>
          </p:cNvPr>
          <p:cNvSpPr>
            <a:spLocks xmlns:a="http://schemas.openxmlformats.org/drawingml/2006/main" noGrp="1"/>
          </p:cNvSpPr>
          <p:nvPr/>
        </p:nvSpPr>
        <p:spPr>
          <a:xfrm xmlns:a="http://schemas.openxmlformats.org/drawingml/2006/main" rot="0">
            <a:off x="6408964"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39" name="s-lab-2">
            <a:extLst xmlns:a="http://schemas.openxmlformats.org/drawingml/2006/main">
              <a:ext uri="{FF2B5EF4-FFF2-40B4-BE49-F238E27FC236}">
                <a16:creationId xmlns:a16="http://schemas.microsoft.com/office/drawing/2014/main" id="{F37FB015-3649-4717-ABAA-1751AE358AEA}"/>
              </a:ext>
            </a:extLst>
          </p:cNvPr>
          <p:cNvSpPr>
            <a:spLocks xmlns:a="http://schemas.openxmlformats.org/drawingml/2006/main" noGrp="1"/>
          </p:cNvSpPr>
          <p:nvPr/>
        </p:nvSpPr>
        <p:spPr>
          <a:xfrm xmlns:a="http://schemas.openxmlformats.org/drawingml/2006/main">
            <a:off x="5932714"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2</a:t>
            </a:r>
          </a:p>
        </p:txBody>
      </p:sp>
      <p:sp>
        <p:nvSpPr>
          <p:cNvPr id="140" name="s-grid-3">
            <a:extLst xmlns:a="http://schemas.openxmlformats.org/drawingml/2006/main">
              <a:ext uri="{FF2B5EF4-FFF2-40B4-BE49-F238E27FC236}">
                <a16:creationId xmlns:a16="http://schemas.microsoft.com/office/drawing/2014/main" id="{E8E30F53-00E6-489A-853A-888F8E2EC915}"/>
              </a:ext>
            </a:extLst>
          </p:cNvPr>
          <p:cNvSpPr>
            <a:spLocks xmlns:a="http://schemas.openxmlformats.org/drawingml/2006/main" noGrp="1"/>
          </p:cNvSpPr>
          <p:nvPr/>
        </p:nvSpPr>
        <p:spPr>
          <a:xfrm xmlns:a="http://schemas.openxmlformats.org/drawingml/2006/main" rot="0">
            <a:off x="7375071"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41" name="s-lab-3">
            <a:extLst xmlns:a="http://schemas.openxmlformats.org/drawingml/2006/main">
              <a:ext uri="{FF2B5EF4-FFF2-40B4-BE49-F238E27FC236}">
                <a16:creationId xmlns:a16="http://schemas.microsoft.com/office/drawing/2014/main" id="{3554B576-6271-46F9-9035-BD6A12D01DF0}"/>
              </a:ext>
            </a:extLst>
          </p:cNvPr>
          <p:cNvSpPr>
            <a:spLocks xmlns:a="http://schemas.openxmlformats.org/drawingml/2006/main" noGrp="1"/>
          </p:cNvSpPr>
          <p:nvPr/>
        </p:nvSpPr>
        <p:spPr>
          <a:xfrm xmlns:a="http://schemas.openxmlformats.org/drawingml/2006/main">
            <a:off x="6898821"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3</a:t>
            </a:r>
          </a:p>
        </p:txBody>
      </p:sp>
      <p:sp>
        <p:nvSpPr>
          <p:cNvPr id="142" name="s-grid-4">
            <a:extLst xmlns:a="http://schemas.openxmlformats.org/drawingml/2006/main">
              <a:ext uri="{FF2B5EF4-FFF2-40B4-BE49-F238E27FC236}">
                <a16:creationId xmlns:a16="http://schemas.microsoft.com/office/drawing/2014/main" id="{931BBA5B-EF8A-4617-B063-8580E7540474}"/>
              </a:ext>
            </a:extLst>
          </p:cNvPr>
          <p:cNvSpPr>
            <a:spLocks xmlns:a="http://schemas.openxmlformats.org/drawingml/2006/main" noGrp="1"/>
          </p:cNvSpPr>
          <p:nvPr/>
        </p:nvSpPr>
        <p:spPr>
          <a:xfrm xmlns:a="http://schemas.openxmlformats.org/drawingml/2006/main" rot="0">
            <a:off x="8341179"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43" name="s-lab-4">
            <a:extLst xmlns:a="http://schemas.openxmlformats.org/drawingml/2006/main">
              <a:ext uri="{FF2B5EF4-FFF2-40B4-BE49-F238E27FC236}">
                <a16:creationId xmlns:a16="http://schemas.microsoft.com/office/drawing/2014/main" id="{4D11BC3C-5E91-4416-83FA-CBB2DEDFD3F7}"/>
              </a:ext>
            </a:extLst>
          </p:cNvPr>
          <p:cNvSpPr>
            <a:spLocks xmlns:a="http://schemas.openxmlformats.org/drawingml/2006/main" noGrp="1"/>
          </p:cNvSpPr>
          <p:nvPr/>
        </p:nvSpPr>
        <p:spPr>
          <a:xfrm xmlns:a="http://schemas.openxmlformats.org/drawingml/2006/main">
            <a:off x="7864929"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4</a:t>
            </a:r>
          </a:p>
        </p:txBody>
      </p:sp>
      <p:sp>
        <p:nvSpPr>
          <p:cNvPr id="144" name="s-grid-5">
            <a:extLst xmlns:a="http://schemas.openxmlformats.org/drawingml/2006/main">
              <a:ext uri="{FF2B5EF4-FFF2-40B4-BE49-F238E27FC236}">
                <a16:creationId xmlns:a16="http://schemas.microsoft.com/office/drawing/2014/main" id="{4F4721B0-6DA0-47B6-8C3E-8D72A6A4A6EA}"/>
              </a:ext>
            </a:extLst>
          </p:cNvPr>
          <p:cNvSpPr>
            <a:spLocks xmlns:a="http://schemas.openxmlformats.org/drawingml/2006/main" noGrp="1"/>
          </p:cNvSpPr>
          <p:nvPr/>
        </p:nvSpPr>
        <p:spPr>
          <a:xfrm xmlns:a="http://schemas.openxmlformats.org/drawingml/2006/main" rot="0">
            <a:off x="9307286"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45" name="s-lab-5">
            <a:extLst xmlns:a="http://schemas.openxmlformats.org/drawingml/2006/main">
              <a:ext uri="{FF2B5EF4-FFF2-40B4-BE49-F238E27FC236}">
                <a16:creationId xmlns:a16="http://schemas.microsoft.com/office/drawing/2014/main" id="{A0F58308-DF90-4152-A8CE-84A7B67A7970}"/>
              </a:ext>
            </a:extLst>
          </p:cNvPr>
          <p:cNvSpPr>
            <a:spLocks xmlns:a="http://schemas.openxmlformats.org/drawingml/2006/main" noGrp="1"/>
          </p:cNvSpPr>
          <p:nvPr/>
        </p:nvSpPr>
        <p:spPr>
          <a:xfrm xmlns:a="http://schemas.openxmlformats.org/drawingml/2006/main">
            <a:off x="8831036"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5</a:t>
            </a:r>
          </a:p>
        </p:txBody>
      </p:sp>
      <p:sp>
        <p:nvSpPr>
          <p:cNvPr id="146" name="s-grid-6">
            <a:extLst xmlns:a="http://schemas.openxmlformats.org/drawingml/2006/main">
              <a:ext uri="{FF2B5EF4-FFF2-40B4-BE49-F238E27FC236}">
                <a16:creationId xmlns:a16="http://schemas.microsoft.com/office/drawing/2014/main" id="{2998456C-C1F4-4248-B1E2-7F8F43AE0F42}"/>
              </a:ext>
            </a:extLst>
          </p:cNvPr>
          <p:cNvSpPr>
            <a:spLocks xmlns:a="http://schemas.openxmlformats.org/drawingml/2006/main" noGrp="1"/>
          </p:cNvSpPr>
          <p:nvPr/>
        </p:nvSpPr>
        <p:spPr>
          <a:xfrm xmlns:a="http://schemas.openxmlformats.org/drawingml/2006/main" rot="0">
            <a:off x="10273393"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47" name="s-lab-6">
            <a:extLst xmlns:a="http://schemas.openxmlformats.org/drawingml/2006/main">
              <a:ext uri="{FF2B5EF4-FFF2-40B4-BE49-F238E27FC236}">
                <a16:creationId xmlns:a16="http://schemas.microsoft.com/office/drawing/2014/main" id="{C76B5946-1277-461C-A7D8-F5E8FB7A31FC}"/>
              </a:ext>
            </a:extLst>
          </p:cNvPr>
          <p:cNvSpPr>
            <a:spLocks xmlns:a="http://schemas.openxmlformats.org/drawingml/2006/main" noGrp="1"/>
          </p:cNvSpPr>
          <p:nvPr/>
        </p:nvSpPr>
        <p:spPr>
          <a:xfrm xmlns:a="http://schemas.openxmlformats.org/drawingml/2006/main">
            <a:off x="9797143"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6</a:t>
            </a:r>
          </a:p>
        </p:txBody>
      </p:sp>
      <p:sp>
        <p:nvSpPr>
          <p:cNvPr id="148" name="s-grid-7">
            <a:extLst xmlns:a="http://schemas.openxmlformats.org/drawingml/2006/main">
              <a:ext uri="{FF2B5EF4-FFF2-40B4-BE49-F238E27FC236}">
                <a16:creationId xmlns:a16="http://schemas.microsoft.com/office/drawing/2014/main" id="{92003127-B470-40A5-84D7-1095FE76A25A}"/>
              </a:ext>
            </a:extLst>
          </p:cNvPr>
          <p:cNvSpPr>
            <a:spLocks xmlns:a="http://schemas.openxmlformats.org/drawingml/2006/main" noGrp="1"/>
          </p:cNvSpPr>
          <p:nvPr/>
        </p:nvSpPr>
        <p:spPr>
          <a:xfrm xmlns:a="http://schemas.openxmlformats.org/drawingml/2006/main" rot="0">
            <a:off x="11239500" y="7562850"/>
            <a:ext cx="0" cy="609600"/>
          </a:xfrm>
          <a:prstGeom xmlns:a="http://schemas.openxmlformats.org/drawingml/2006/main" prst="line">
            <a:avLst/>
          </a:prstGeom>
          <a:noFill xmlns:a="http://schemas.openxmlformats.org/drawingml/2006/main"/>
          <a:ln xmlns:a="http://schemas.openxmlformats.org/drawingml/2006/main" w="9525">
            <a:solidFill>
              <a:srgbClr val="CBD6DC"/>
            </a:solidFill>
            <a:prstDash val="solid"/>
          </a:ln>
        </p:spPr>
      </p:sp>
      <p:sp>
        <p:nvSpPr>
          <p:cNvPr id="149" name="s-lab-7">
            <a:extLst xmlns:a="http://schemas.openxmlformats.org/drawingml/2006/main">
              <a:ext uri="{FF2B5EF4-FFF2-40B4-BE49-F238E27FC236}">
                <a16:creationId xmlns:a16="http://schemas.microsoft.com/office/drawing/2014/main" id="{D5C7C9FC-3BC5-4BBD-AD12-1B49A754662C}"/>
              </a:ext>
            </a:extLst>
          </p:cNvPr>
          <p:cNvSpPr>
            <a:spLocks xmlns:a="http://schemas.openxmlformats.org/drawingml/2006/main" noGrp="1"/>
          </p:cNvSpPr>
          <p:nvPr/>
        </p:nvSpPr>
        <p:spPr>
          <a:xfrm xmlns:a="http://schemas.openxmlformats.org/drawingml/2006/main">
            <a:off x="10763250" y="821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seed 7</a:t>
            </a:r>
          </a:p>
        </p:txBody>
      </p:sp>
      <p:sp>
        <p:nvSpPr>
          <p:cNvPr id="150" name="s-dot-mpdd-I_TRI-0">
            <a:extLst xmlns:a="http://schemas.openxmlformats.org/drawingml/2006/main">
              <a:ext uri="{FF2B5EF4-FFF2-40B4-BE49-F238E27FC236}">
                <a16:creationId xmlns:a16="http://schemas.microsoft.com/office/drawing/2014/main" id="{F68FF8E3-6E07-46C2-9F2C-BA34DF999F65}"/>
              </a:ext>
            </a:extLst>
          </p:cNvPr>
          <p:cNvSpPr>
            <a:spLocks xmlns:a="http://schemas.openxmlformats.org/drawingml/2006/main" noGrp="1"/>
          </p:cNvSpPr>
          <p:nvPr/>
        </p:nvSpPr>
        <p:spPr>
          <a:xfrm xmlns:a="http://schemas.openxmlformats.org/drawingml/2006/main">
            <a:off x="4245701" y="7610868"/>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151" name="s-dot-mpdd-I_TRI-1">
            <a:extLst xmlns:a="http://schemas.openxmlformats.org/drawingml/2006/main">
              <a:ext uri="{FF2B5EF4-FFF2-40B4-BE49-F238E27FC236}">
                <a16:creationId xmlns:a16="http://schemas.microsoft.com/office/drawing/2014/main" id="{92C9C6EE-12FB-4434-8B4C-77AAC707FDC7}"/>
              </a:ext>
            </a:extLst>
          </p:cNvPr>
          <p:cNvSpPr>
            <a:spLocks xmlns:a="http://schemas.openxmlformats.org/drawingml/2006/main" noGrp="1"/>
          </p:cNvSpPr>
          <p:nvPr/>
        </p:nvSpPr>
        <p:spPr>
          <a:xfrm xmlns:a="http://schemas.openxmlformats.org/drawingml/2006/main">
            <a:off x="5211808" y="7600152"/>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152" name="s-dot-mpdd-I_TRI-2">
            <a:extLst xmlns:a="http://schemas.openxmlformats.org/drawingml/2006/main">
              <a:ext uri="{FF2B5EF4-FFF2-40B4-BE49-F238E27FC236}">
                <a16:creationId xmlns:a16="http://schemas.microsoft.com/office/drawing/2014/main" id="{227E5938-6587-4142-A010-373E4BA84B03}"/>
              </a:ext>
            </a:extLst>
          </p:cNvPr>
          <p:cNvSpPr>
            <a:spLocks xmlns:a="http://schemas.openxmlformats.org/drawingml/2006/main" noGrp="1"/>
          </p:cNvSpPr>
          <p:nvPr/>
        </p:nvSpPr>
        <p:spPr>
          <a:xfrm xmlns:a="http://schemas.openxmlformats.org/drawingml/2006/main">
            <a:off x="6177915" y="7626667"/>
            <a:ext cx="114300" cy="114300"/>
          </a:xfrm>
          <a:prstGeom xmlns:a="http://schemas.openxmlformats.org/drawingml/2006/main" prst="roundRect">
            <a:avLst>
              <a:gd name="adj" fmla="val 50000"/>
            </a:avLst>
          </a:prstGeom>
          <a:solidFill xmlns:a="http://schemas.openxmlformats.org/drawingml/2006/main">
            <a:srgbClr val="2E6F9E"/>
          </a:solidFill>
          <a:ln xmlns:a="http://schemas.openxmlformats.org/drawingml/2006/main" w="15240">
            <a:solidFill>
              <a:srgbClr val="2E6F9E"/>
            </a:solidFill>
            <a:prstDash val="solid"/>
          </a:ln>
        </p:spPr>
      </p:sp>
      <p:sp>
        <p:nvSpPr>
          <p:cNvPr id="153" name="s-dot-mpdd-I_TRI-3">
            <a:extLst xmlns:a="http://schemas.openxmlformats.org/drawingml/2006/main">
              <a:ext uri="{FF2B5EF4-FFF2-40B4-BE49-F238E27FC236}">
                <a16:creationId xmlns:a16="http://schemas.microsoft.com/office/drawing/2014/main" id="{E85783C3-F096-49E8-8843-8A415D19D3D8}"/>
              </a:ext>
            </a:extLst>
          </p:cNvPr>
          <p:cNvSpPr>
            <a:spLocks xmlns:a="http://schemas.openxmlformats.org/drawingml/2006/main" noGrp="1"/>
          </p:cNvSpPr>
          <p:nvPr/>
        </p:nvSpPr>
        <p:spPr>
          <a:xfrm xmlns:a="http://schemas.openxmlformats.org/drawingml/2006/main">
            <a:off x="7134497" y="7550695"/>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2E6F9E"/>
            </a:solidFill>
            <a:prstDash val="solid"/>
          </a:ln>
        </p:spPr>
      </p:sp>
      <p:sp>
        <p:nvSpPr>
          <p:cNvPr id="154" name="s-dot-mpdd-I_TRI-4">
            <a:extLst xmlns:a="http://schemas.openxmlformats.org/drawingml/2006/main">
              <a:ext uri="{FF2B5EF4-FFF2-40B4-BE49-F238E27FC236}">
                <a16:creationId xmlns:a16="http://schemas.microsoft.com/office/drawing/2014/main" id="{0343C834-86F7-468A-A36A-A0514D23BE82}"/>
              </a:ext>
            </a:extLst>
          </p:cNvPr>
          <p:cNvSpPr>
            <a:spLocks xmlns:a="http://schemas.openxmlformats.org/drawingml/2006/main" noGrp="1"/>
          </p:cNvSpPr>
          <p:nvPr/>
        </p:nvSpPr>
        <p:spPr>
          <a:xfrm xmlns:a="http://schemas.openxmlformats.org/drawingml/2006/main">
            <a:off x="8100604" y="7622832"/>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2E6F9E"/>
            </a:solidFill>
            <a:prstDash val="solid"/>
          </a:ln>
        </p:spPr>
      </p:sp>
      <p:sp>
        <p:nvSpPr>
          <p:cNvPr id="155" name="s-dot-mpdd-I_TRI-5">
            <a:extLst xmlns:a="http://schemas.openxmlformats.org/drawingml/2006/main">
              <a:ext uri="{FF2B5EF4-FFF2-40B4-BE49-F238E27FC236}">
                <a16:creationId xmlns:a16="http://schemas.microsoft.com/office/drawing/2014/main" id="{1FE2CEF2-9A88-4AF8-94C2-E83A863D9DCE}"/>
              </a:ext>
            </a:extLst>
          </p:cNvPr>
          <p:cNvSpPr>
            <a:spLocks xmlns:a="http://schemas.openxmlformats.org/drawingml/2006/main" noGrp="1"/>
          </p:cNvSpPr>
          <p:nvPr/>
        </p:nvSpPr>
        <p:spPr>
          <a:xfrm xmlns:a="http://schemas.openxmlformats.org/drawingml/2006/main">
            <a:off x="9066711" y="7571371"/>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2E6F9E"/>
            </a:solidFill>
            <a:prstDash val="solid"/>
          </a:ln>
        </p:spPr>
      </p:sp>
      <p:sp>
        <p:nvSpPr>
          <p:cNvPr id="156" name="s-dot-mpdd-I_TRI-6">
            <a:extLst xmlns:a="http://schemas.openxmlformats.org/drawingml/2006/main">
              <a:ext uri="{FF2B5EF4-FFF2-40B4-BE49-F238E27FC236}">
                <a16:creationId xmlns:a16="http://schemas.microsoft.com/office/drawing/2014/main" id="{C10B456E-0B7E-4CFC-99E9-414202BE2717}"/>
              </a:ext>
            </a:extLst>
          </p:cNvPr>
          <p:cNvSpPr>
            <a:spLocks xmlns:a="http://schemas.openxmlformats.org/drawingml/2006/main" noGrp="1"/>
          </p:cNvSpPr>
          <p:nvPr/>
        </p:nvSpPr>
        <p:spPr>
          <a:xfrm xmlns:a="http://schemas.openxmlformats.org/drawingml/2006/main">
            <a:off x="10032819" y="7825991"/>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2E6F9E"/>
            </a:solidFill>
            <a:prstDash val="solid"/>
          </a:ln>
        </p:spPr>
      </p:sp>
      <p:sp>
        <p:nvSpPr>
          <p:cNvPr id="157" name="s-dot-mpdd-I_TRI-7">
            <a:extLst xmlns:a="http://schemas.openxmlformats.org/drawingml/2006/main">
              <a:ext uri="{FF2B5EF4-FFF2-40B4-BE49-F238E27FC236}">
                <a16:creationId xmlns:a16="http://schemas.microsoft.com/office/drawing/2014/main" id="{51908981-05E5-440F-BD94-9B4F5022521E}"/>
              </a:ext>
            </a:extLst>
          </p:cNvPr>
          <p:cNvSpPr>
            <a:spLocks xmlns:a="http://schemas.openxmlformats.org/drawingml/2006/main" noGrp="1"/>
          </p:cNvSpPr>
          <p:nvPr/>
        </p:nvSpPr>
        <p:spPr>
          <a:xfrm xmlns:a="http://schemas.openxmlformats.org/drawingml/2006/main">
            <a:off x="10998926" y="7794103"/>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2E6F9E"/>
            </a:solidFill>
            <a:prstDash val="solid"/>
          </a:ln>
        </p:spPr>
      </p:sp>
      <p:sp>
        <p:nvSpPr>
          <p:cNvPr id="158" name="s-dot-mpdd-I_BAL-0">
            <a:extLst xmlns:a="http://schemas.openxmlformats.org/drawingml/2006/main">
              <a:ext uri="{FF2B5EF4-FFF2-40B4-BE49-F238E27FC236}">
                <a16:creationId xmlns:a16="http://schemas.microsoft.com/office/drawing/2014/main" id="{F70CB529-8AFC-4F6A-A29F-B90FBA95B10B}"/>
              </a:ext>
            </a:extLst>
          </p:cNvPr>
          <p:cNvSpPr>
            <a:spLocks xmlns:a="http://schemas.openxmlformats.org/drawingml/2006/main" noGrp="1"/>
          </p:cNvSpPr>
          <p:nvPr/>
        </p:nvSpPr>
        <p:spPr>
          <a:xfrm xmlns:a="http://schemas.openxmlformats.org/drawingml/2006/main">
            <a:off x="4245701" y="7756634"/>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159" name="s-dot-mpdd-I_BAL-1">
            <a:extLst xmlns:a="http://schemas.openxmlformats.org/drawingml/2006/main">
              <a:ext uri="{FF2B5EF4-FFF2-40B4-BE49-F238E27FC236}">
                <a16:creationId xmlns:a16="http://schemas.microsoft.com/office/drawing/2014/main" id="{ACE497B7-1A90-483D-AE10-C73A03AE9753}"/>
              </a:ext>
            </a:extLst>
          </p:cNvPr>
          <p:cNvSpPr>
            <a:spLocks xmlns:a="http://schemas.openxmlformats.org/drawingml/2006/main" noGrp="1"/>
          </p:cNvSpPr>
          <p:nvPr/>
        </p:nvSpPr>
        <p:spPr>
          <a:xfrm xmlns:a="http://schemas.openxmlformats.org/drawingml/2006/main">
            <a:off x="5211808" y="7616105"/>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160" name="s-dot-mpdd-I_BAL-2">
            <a:extLst xmlns:a="http://schemas.openxmlformats.org/drawingml/2006/main">
              <a:ext uri="{FF2B5EF4-FFF2-40B4-BE49-F238E27FC236}">
                <a16:creationId xmlns:a16="http://schemas.microsoft.com/office/drawing/2014/main" id="{894C0A7C-3303-4091-9C63-C7C7FFAC149A}"/>
              </a:ext>
            </a:extLst>
          </p:cNvPr>
          <p:cNvSpPr>
            <a:spLocks xmlns:a="http://schemas.openxmlformats.org/drawingml/2006/main" noGrp="1"/>
          </p:cNvSpPr>
          <p:nvPr/>
        </p:nvSpPr>
        <p:spPr>
          <a:xfrm xmlns:a="http://schemas.openxmlformats.org/drawingml/2006/main">
            <a:off x="6177915" y="7713422"/>
            <a:ext cx="114300" cy="114300"/>
          </a:xfrm>
          <a:prstGeom xmlns:a="http://schemas.openxmlformats.org/drawingml/2006/main" prst="roundRect">
            <a:avLst>
              <a:gd name="adj" fmla="val 50000"/>
            </a:avLst>
          </a:prstGeom>
          <a:solidFill xmlns:a="http://schemas.openxmlformats.org/drawingml/2006/main">
            <a:srgbClr val="79AECE"/>
          </a:solidFill>
          <a:ln xmlns:a="http://schemas.openxmlformats.org/drawingml/2006/main" w="15240">
            <a:solidFill>
              <a:srgbClr val="79AECE"/>
            </a:solidFill>
            <a:prstDash val="solid"/>
          </a:ln>
        </p:spPr>
      </p:sp>
      <p:sp>
        <p:nvSpPr>
          <p:cNvPr id="161" name="s-dot-mpdd-I_BAL-3">
            <a:extLst xmlns:a="http://schemas.openxmlformats.org/drawingml/2006/main">
              <a:ext uri="{FF2B5EF4-FFF2-40B4-BE49-F238E27FC236}">
                <a16:creationId xmlns:a16="http://schemas.microsoft.com/office/drawing/2014/main" id="{6FD6C66D-7D4E-4F91-B771-953389140907}"/>
              </a:ext>
            </a:extLst>
          </p:cNvPr>
          <p:cNvSpPr>
            <a:spLocks xmlns:a="http://schemas.openxmlformats.org/drawingml/2006/main" noGrp="1"/>
          </p:cNvSpPr>
          <p:nvPr/>
        </p:nvSpPr>
        <p:spPr>
          <a:xfrm xmlns:a="http://schemas.openxmlformats.org/drawingml/2006/main">
            <a:off x="7134497" y="7625156"/>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79AECE"/>
            </a:solidFill>
            <a:prstDash val="solid"/>
          </a:ln>
        </p:spPr>
      </p:sp>
      <p:sp>
        <p:nvSpPr>
          <p:cNvPr id="162" name="s-dot-mpdd-I_BAL-4">
            <a:extLst xmlns:a="http://schemas.openxmlformats.org/drawingml/2006/main">
              <a:ext uri="{FF2B5EF4-FFF2-40B4-BE49-F238E27FC236}">
                <a16:creationId xmlns:a16="http://schemas.microsoft.com/office/drawing/2014/main" id="{7EA098FF-90EE-4FDD-9362-8331363168EA}"/>
              </a:ext>
            </a:extLst>
          </p:cNvPr>
          <p:cNvSpPr>
            <a:spLocks xmlns:a="http://schemas.openxmlformats.org/drawingml/2006/main" noGrp="1"/>
          </p:cNvSpPr>
          <p:nvPr/>
        </p:nvSpPr>
        <p:spPr>
          <a:xfrm xmlns:a="http://schemas.openxmlformats.org/drawingml/2006/main">
            <a:off x="8100604" y="7709685"/>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79AECE"/>
            </a:solidFill>
            <a:prstDash val="solid"/>
          </a:ln>
        </p:spPr>
      </p:sp>
      <p:sp>
        <p:nvSpPr>
          <p:cNvPr id="163" name="s-dot-mpdd-I_BAL-5">
            <a:extLst xmlns:a="http://schemas.openxmlformats.org/drawingml/2006/main">
              <a:ext uri="{FF2B5EF4-FFF2-40B4-BE49-F238E27FC236}">
                <a16:creationId xmlns:a16="http://schemas.microsoft.com/office/drawing/2014/main" id="{A0835735-B2F9-4C33-A799-C976AB1A08A2}"/>
              </a:ext>
            </a:extLst>
          </p:cNvPr>
          <p:cNvSpPr>
            <a:spLocks xmlns:a="http://schemas.openxmlformats.org/drawingml/2006/main" noGrp="1"/>
          </p:cNvSpPr>
          <p:nvPr/>
        </p:nvSpPr>
        <p:spPr>
          <a:xfrm xmlns:a="http://schemas.openxmlformats.org/drawingml/2006/main">
            <a:off x="9066711" y="7665012"/>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79AECE"/>
            </a:solidFill>
            <a:prstDash val="solid"/>
          </a:ln>
        </p:spPr>
      </p:sp>
      <p:sp>
        <p:nvSpPr>
          <p:cNvPr id="164" name="s-dot-mpdd-I_BAL-6">
            <a:extLst xmlns:a="http://schemas.openxmlformats.org/drawingml/2006/main">
              <a:ext uri="{FF2B5EF4-FFF2-40B4-BE49-F238E27FC236}">
                <a16:creationId xmlns:a16="http://schemas.microsoft.com/office/drawing/2014/main" id="{D90CB24C-5028-4C10-91CD-A96ACB7658E7}"/>
              </a:ext>
            </a:extLst>
          </p:cNvPr>
          <p:cNvSpPr>
            <a:spLocks xmlns:a="http://schemas.openxmlformats.org/drawingml/2006/main" noGrp="1"/>
          </p:cNvSpPr>
          <p:nvPr/>
        </p:nvSpPr>
        <p:spPr>
          <a:xfrm xmlns:a="http://schemas.openxmlformats.org/drawingml/2006/main">
            <a:off x="10032819" y="7805969"/>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79AECE"/>
            </a:solidFill>
            <a:prstDash val="solid"/>
          </a:ln>
        </p:spPr>
      </p:sp>
      <p:sp>
        <p:nvSpPr>
          <p:cNvPr id="165" name="s-dot-mpdd-I_BAL-7">
            <a:extLst xmlns:a="http://schemas.openxmlformats.org/drawingml/2006/main">
              <a:ext uri="{FF2B5EF4-FFF2-40B4-BE49-F238E27FC236}">
                <a16:creationId xmlns:a16="http://schemas.microsoft.com/office/drawing/2014/main" id="{4C88DACD-5B7A-4EE6-A5DE-612AFB116CD3}"/>
              </a:ext>
            </a:extLst>
          </p:cNvPr>
          <p:cNvSpPr>
            <a:spLocks xmlns:a="http://schemas.openxmlformats.org/drawingml/2006/main" noGrp="1"/>
          </p:cNvSpPr>
          <p:nvPr/>
        </p:nvSpPr>
        <p:spPr>
          <a:xfrm xmlns:a="http://schemas.openxmlformats.org/drawingml/2006/main">
            <a:off x="10998926" y="7802197"/>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79AECE"/>
            </a:solidFill>
            <a:prstDash val="solid"/>
          </a:ln>
        </p:spPr>
      </p:sp>
      <p:sp>
        <p:nvSpPr>
          <p:cNvPr id="166" name="s-dot-btad-I_TRI-0">
            <a:extLst xmlns:a="http://schemas.openxmlformats.org/drawingml/2006/main">
              <a:ext uri="{FF2B5EF4-FFF2-40B4-BE49-F238E27FC236}">
                <a16:creationId xmlns:a16="http://schemas.microsoft.com/office/drawing/2014/main" id="{B2A49D4F-85E2-4989-A63D-69A2AAE9663F}"/>
              </a:ext>
            </a:extLst>
          </p:cNvPr>
          <p:cNvSpPr>
            <a:spLocks xmlns:a="http://schemas.openxmlformats.org/drawingml/2006/main" noGrp="1"/>
          </p:cNvSpPr>
          <p:nvPr/>
        </p:nvSpPr>
        <p:spPr>
          <a:xfrm xmlns:a="http://schemas.openxmlformats.org/drawingml/2006/main">
            <a:off x="4593499" y="8038333"/>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167" name="s-dot-btad-I_TRI-1">
            <a:extLst xmlns:a="http://schemas.openxmlformats.org/drawingml/2006/main">
              <a:ext uri="{FF2B5EF4-FFF2-40B4-BE49-F238E27FC236}">
                <a16:creationId xmlns:a16="http://schemas.microsoft.com/office/drawing/2014/main" id="{7CF69161-0CAA-4AF7-9937-1992BB1D2B68}"/>
              </a:ext>
            </a:extLst>
          </p:cNvPr>
          <p:cNvSpPr>
            <a:spLocks xmlns:a="http://schemas.openxmlformats.org/drawingml/2006/main" noGrp="1"/>
          </p:cNvSpPr>
          <p:nvPr/>
        </p:nvSpPr>
        <p:spPr>
          <a:xfrm xmlns:a="http://schemas.openxmlformats.org/drawingml/2006/main">
            <a:off x="5559606" y="7955736"/>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168" name="s-dot-btad-I_TRI-2">
            <a:extLst xmlns:a="http://schemas.openxmlformats.org/drawingml/2006/main">
              <a:ext uri="{FF2B5EF4-FFF2-40B4-BE49-F238E27FC236}">
                <a16:creationId xmlns:a16="http://schemas.microsoft.com/office/drawing/2014/main" id="{DBA29D2E-0264-476D-821C-3B6BCB14FCFC}"/>
              </a:ext>
            </a:extLst>
          </p:cNvPr>
          <p:cNvSpPr>
            <a:spLocks xmlns:a="http://schemas.openxmlformats.org/drawingml/2006/main" noGrp="1"/>
          </p:cNvSpPr>
          <p:nvPr/>
        </p:nvSpPr>
        <p:spPr>
          <a:xfrm xmlns:a="http://schemas.openxmlformats.org/drawingml/2006/main">
            <a:off x="6525714" y="7830260"/>
            <a:ext cx="114300" cy="114300"/>
          </a:xfrm>
          <a:prstGeom xmlns:a="http://schemas.openxmlformats.org/drawingml/2006/main" prst="roundRect">
            <a:avLst>
              <a:gd name="adj" fmla="val 50000"/>
            </a:avLst>
          </a:prstGeom>
          <a:solidFill xmlns:a="http://schemas.openxmlformats.org/drawingml/2006/main">
            <a:srgbClr val="B27C20"/>
          </a:solidFill>
          <a:ln xmlns:a="http://schemas.openxmlformats.org/drawingml/2006/main" w="15240">
            <a:solidFill>
              <a:srgbClr val="B27C20"/>
            </a:solidFill>
            <a:prstDash val="solid"/>
          </a:ln>
        </p:spPr>
      </p:sp>
      <p:sp>
        <p:nvSpPr>
          <p:cNvPr id="169" name="s-dot-btad-I_TRI-3">
            <a:extLst xmlns:a="http://schemas.openxmlformats.org/drawingml/2006/main">
              <a:ext uri="{FF2B5EF4-FFF2-40B4-BE49-F238E27FC236}">
                <a16:creationId xmlns:a16="http://schemas.microsoft.com/office/drawing/2014/main" id="{1B9F1ACD-EC7A-4FC3-918A-286DF0E09C00}"/>
              </a:ext>
            </a:extLst>
          </p:cNvPr>
          <p:cNvSpPr>
            <a:spLocks xmlns:a="http://schemas.openxmlformats.org/drawingml/2006/main" noGrp="1"/>
          </p:cNvSpPr>
          <p:nvPr/>
        </p:nvSpPr>
        <p:spPr>
          <a:xfrm xmlns:a="http://schemas.openxmlformats.org/drawingml/2006/main">
            <a:off x="7482296" y="7869378"/>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B27C20"/>
            </a:solidFill>
            <a:prstDash val="solid"/>
          </a:ln>
        </p:spPr>
      </p:sp>
      <p:sp>
        <p:nvSpPr>
          <p:cNvPr id="170" name="s-dot-btad-I_TRI-4">
            <a:extLst xmlns:a="http://schemas.openxmlformats.org/drawingml/2006/main">
              <a:ext uri="{FF2B5EF4-FFF2-40B4-BE49-F238E27FC236}">
                <a16:creationId xmlns:a16="http://schemas.microsoft.com/office/drawing/2014/main" id="{DCD14B56-5F15-43AE-91B6-7A252834F85F}"/>
              </a:ext>
            </a:extLst>
          </p:cNvPr>
          <p:cNvSpPr>
            <a:spLocks xmlns:a="http://schemas.openxmlformats.org/drawingml/2006/main" noGrp="1"/>
          </p:cNvSpPr>
          <p:nvPr/>
        </p:nvSpPr>
        <p:spPr>
          <a:xfrm xmlns:a="http://schemas.openxmlformats.org/drawingml/2006/main">
            <a:off x="8448403" y="7935036"/>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B27C20"/>
            </a:solidFill>
            <a:prstDash val="solid"/>
          </a:ln>
        </p:spPr>
      </p:sp>
      <p:sp>
        <p:nvSpPr>
          <p:cNvPr id="171" name="s-dot-btad-I_TRI-5">
            <a:extLst xmlns:a="http://schemas.openxmlformats.org/drawingml/2006/main">
              <a:ext uri="{FF2B5EF4-FFF2-40B4-BE49-F238E27FC236}">
                <a16:creationId xmlns:a16="http://schemas.microsoft.com/office/drawing/2014/main" id="{F63F9E83-DFEF-4AF9-AAE5-21E88D3A3099}"/>
              </a:ext>
            </a:extLst>
          </p:cNvPr>
          <p:cNvSpPr>
            <a:spLocks xmlns:a="http://schemas.openxmlformats.org/drawingml/2006/main" noGrp="1"/>
          </p:cNvSpPr>
          <p:nvPr/>
        </p:nvSpPr>
        <p:spPr>
          <a:xfrm xmlns:a="http://schemas.openxmlformats.org/drawingml/2006/main">
            <a:off x="9414510" y="7868777"/>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B27C20"/>
            </a:solidFill>
            <a:prstDash val="solid"/>
          </a:ln>
        </p:spPr>
      </p:sp>
      <p:sp>
        <p:nvSpPr>
          <p:cNvPr id="172" name="s-dot-btad-I_TRI-6">
            <a:extLst xmlns:a="http://schemas.openxmlformats.org/drawingml/2006/main">
              <a:ext uri="{FF2B5EF4-FFF2-40B4-BE49-F238E27FC236}">
                <a16:creationId xmlns:a16="http://schemas.microsoft.com/office/drawing/2014/main" id="{FF56461D-DAA3-49EE-8489-F0490D637F34}"/>
              </a:ext>
            </a:extLst>
          </p:cNvPr>
          <p:cNvSpPr>
            <a:spLocks xmlns:a="http://schemas.openxmlformats.org/drawingml/2006/main" noGrp="1"/>
          </p:cNvSpPr>
          <p:nvPr/>
        </p:nvSpPr>
        <p:spPr>
          <a:xfrm xmlns:a="http://schemas.openxmlformats.org/drawingml/2006/main">
            <a:off x="10380617" y="7902817"/>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B27C20"/>
            </a:solidFill>
            <a:prstDash val="solid"/>
          </a:ln>
        </p:spPr>
      </p:sp>
      <p:sp>
        <p:nvSpPr>
          <p:cNvPr id="173" name="s-dot-btad-I_TRI-7">
            <a:extLst xmlns:a="http://schemas.openxmlformats.org/drawingml/2006/main">
              <a:ext uri="{FF2B5EF4-FFF2-40B4-BE49-F238E27FC236}">
                <a16:creationId xmlns:a16="http://schemas.microsoft.com/office/drawing/2014/main" id="{94949850-3D3E-450C-9892-E5B718EFA2AE}"/>
              </a:ext>
            </a:extLst>
          </p:cNvPr>
          <p:cNvSpPr>
            <a:spLocks xmlns:a="http://schemas.openxmlformats.org/drawingml/2006/main" noGrp="1"/>
          </p:cNvSpPr>
          <p:nvPr/>
        </p:nvSpPr>
        <p:spPr>
          <a:xfrm xmlns:a="http://schemas.openxmlformats.org/drawingml/2006/main">
            <a:off x="11346724" y="7879249"/>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B27C20"/>
            </a:solidFill>
            <a:prstDash val="solid"/>
          </a:ln>
        </p:spPr>
      </p:sp>
      <p:sp>
        <p:nvSpPr>
          <p:cNvPr id="174" name="s-dot-btad-I_BAL-0">
            <a:extLst xmlns:a="http://schemas.openxmlformats.org/drawingml/2006/main">
              <a:ext uri="{FF2B5EF4-FFF2-40B4-BE49-F238E27FC236}">
                <a16:creationId xmlns:a16="http://schemas.microsoft.com/office/drawing/2014/main" id="{EB1072FD-A98E-43C2-B8DD-62FBD4AD16ED}"/>
              </a:ext>
            </a:extLst>
          </p:cNvPr>
          <p:cNvSpPr>
            <a:spLocks xmlns:a="http://schemas.openxmlformats.org/drawingml/2006/main" noGrp="1"/>
          </p:cNvSpPr>
          <p:nvPr/>
        </p:nvSpPr>
        <p:spPr>
          <a:xfrm xmlns:a="http://schemas.openxmlformats.org/drawingml/2006/main">
            <a:off x="4593499" y="8069242"/>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175" name="s-dot-btad-I_BAL-1">
            <a:extLst xmlns:a="http://schemas.openxmlformats.org/drawingml/2006/main">
              <a:ext uri="{FF2B5EF4-FFF2-40B4-BE49-F238E27FC236}">
                <a16:creationId xmlns:a16="http://schemas.microsoft.com/office/drawing/2014/main" id="{0FC4C5BF-4EB6-417E-BBE9-64F716C6C82D}"/>
              </a:ext>
            </a:extLst>
          </p:cNvPr>
          <p:cNvSpPr>
            <a:spLocks xmlns:a="http://schemas.openxmlformats.org/drawingml/2006/main" noGrp="1"/>
          </p:cNvSpPr>
          <p:nvPr/>
        </p:nvSpPr>
        <p:spPr>
          <a:xfrm xmlns:a="http://schemas.openxmlformats.org/drawingml/2006/main">
            <a:off x="5559606" y="7989622"/>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176" name="s-dot-btad-I_BAL-2">
            <a:extLst xmlns:a="http://schemas.openxmlformats.org/drawingml/2006/main">
              <a:ext uri="{FF2B5EF4-FFF2-40B4-BE49-F238E27FC236}">
                <a16:creationId xmlns:a16="http://schemas.microsoft.com/office/drawing/2014/main" id="{94D28C29-F224-4FCB-BBF0-13D6ED415D5B}"/>
              </a:ext>
            </a:extLst>
          </p:cNvPr>
          <p:cNvSpPr>
            <a:spLocks xmlns:a="http://schemas.openxmlformats.org/drawingml/2006/main" noGrp="1"/>
          </p:cNvSpPr>
          <p:nvPr/>
        </p:nvSpPr>
        <p:spPr>
          <a:xfrm xmlns:a="http://schemas.openxmlformats.org/drawingml/2006/main">
            <a:off x="6525714" y="7906596"/>
            <a:ext cx="114300" cy="114300"/>
          </a:xfrm>
          <a:prstGeom xmlns:a="http://schemas.openxmlformats.org/drawingml/2006/main" prst="roundRect">
            <a:avLst>
              <a:gd name="adj" fmla="val 50000"/>
            </a:avLst>
          </a:prstGeom>
          <a:solidFill xmlns:a="http://schemas.openxmlformats.org/drawingml/2006/main">
            <a:srgbClr val="D9B478"/>
          </a:solidFill>
          <a:ln xmlns:a="http://schemas.openxmlformats.org/drawingml/2006/main" w="15240">
            <a:solidFill>
              <a:srgbClr val="D9B478"/>
            </a:solidFill>
            <a:prstDash val="solid"/>
          </a:ln>
        </p:spPr>
      </p:sp>
      <p:sp>
        <p:nvSpPr>
          <p:cNvPr id="177" name="s-dot-btad-I_BAL-3">
            <a:extLst xmlns:a="http://schemas.openxmlformats.org/drawingml/2006/main">
              <a:ext uri="{FF2B5EF4-FFF2-40B4-BE49-F238E27FC236}">
                <a16:creationId xmlns:a16="http://schemas.microsoft.com/office/drawing/2014/main" id="{3C516AAA-A199-4443-9DC3-1658C75BB9B2}"/>
              </a:ext>
            </a:extLst>
          </p:cNvPr>
          <p:cNvSpPr>
            <a:spLocks xmlns:a="http://schemas.openxmlformats.org/drawingml/2006/main" noGrp="1"/>
          </p:cNvSpPr>
          <p:nvPr/>
        </p:nvSpPr>
        <p:spPr>
          <a:xfrm xmlns:a="http://schemas.openxmlformats.org/drawingml/2006/main">
            <a:off x="7482296" y="7877567"/>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D9B478"/>
            </a:solidFill>
            <a:prstDash val="solid"/>
          </a:ln>
        </p:spPr>
      </p:sp>
      <p:sp>
        <p:nvSpPr>
          <p:cNvPr id="178" name="s-dot-btad-I_BAL-4">
            <a:extLst xmlns:a="http://schemas.openxmlformats.org/drawingml/2006/main">
              <a:ext uri="{FF2B5EF4-FFF2-40B4-BE49-F238E27FC236}">
                <a16:creationId xmlns:a16="http://schemas.microsoft.com/office/drawing/2014/main" id="{93EEE24B-B3B5-4DE5-B31D-362DA850070E}"/>
              </a:ext>
            </a:extLst>
          </p:cNvPr>
          <p:cNvSpPr>
            <a:spLocks xmlns:a="http://schemas.openxmlformats.org/drawingml/2006/main" noGrp="1"/>
          </p:cNvSpPr>
          <p:nvPr/>
        </p:nvSpPr>
        <p:spPr>
          <a:xfrm xmlns:a="http://schemas.openxmlformats.org/drawingml/2006/main">
            <a:off x="8448403" y="7991728"/>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D9B478"/>
            </a:solidFill>
            <a:prstDash val="solid"/>
          </a:ln>
        </p:spPr>
      </p:sp>
      <p:sp>
        <p:nvSpPr>
          <p:cNvPr id="179" name="s-dot-btad-I_BAL-5">
            <a:extLst xmlns:a="http://schemas.openxmlformats.org/drawingml/2006/main">
              <a:ext uri="{FF2B5EF4-FFF2-40B4-BE49-F238E27FC236}">
                <a16:creationId xmlns:a16="http://schemas.microsoft.com/office/drawing/2014/main" id="{C3B03911-3FE6-4470-A6C7-7C6F58DBDF8C}"/>
              </a:ext>
            </a:extLst>
          </p:cNvPr>
          <p:cNvSpPr>
            <a:spLocks xmlns:a="http://schemas.openxmlformats.org/drawingml/2006/main" noGrp="1"/>
          </p:cNvSpPr>
          <p:nvPr/>
        </p:nvSpPr>
        <p:spPr>
          <a:xfrm xmlns:a="http://schemas.openxmlformats.org/drawingml/2006/main">
            <a:off x="9414510" y="7898803"/>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D9B478"/>
            </a:solidFill>
            <a:prstDash val="solid"/>
          </a:ln>
        </p:spPr>
      </p:sp>
      <p:sp>
        <p:nvSpPr>
          <p:cNvPr id="180" name="s-dot-btad-I_BAL-6">
            <a:extLst xmlns:a="http://schemas.openxmlformats.org/drawingml/2006/main">
              <a:ext uri="{FF2B5EF4-FFF2-40B4-BE49-F238E27FC236}">
                <a16:creationId xmlns:a16="http://schemas.microsoft.com/office/drawing/2014/main" id="{9CD3437C-0E31-4661-834C-C2E024ACB6B1}"/>
              </a:ext>
            </a:extLst>
          </p:cNvPr>
          <p:cNvSpPr>
            <a:spLocks xmlns:a="http://schemas.openxmlformats.org/drawingml/2006/main" noGrp="1"/>
          </p:cNvSpPr>
          <p:nvPr/>
        </p:nvSpPr>
        <p:spPr>
          <a:xfrm xmlns:a="http://schemas.openxmlformats.org/drawingml/2006/main">
            <a:off x="10380617" y="7948004"/>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D9B478"/>
            </a:solidFill>
            <a:prstDash val="solid"/>
          </a:ln>
        </p:spPr>
      </p:sp>
      <p:sp>
        <p:nvSpPr>
          <p:cNvPr id="181" name="s-dot-btad-I_BAL-7">
            <a:extLst xmlns:a="http://schemas.openxmlformats.org/drawingml/2006/main">
              <a:ext uri="{FF2B5EF4-FFF2-40B4-BE49-F238E27FC236}">
                <a16:creationId xmlns:a16="http://schemas.microsoft.com/office/drawing/2014/main" id="{B0350D34-0C30-49E7-90DE-38616E2D73F3}"/>
              </a:ext>
            </a:extLst>
          </p:cNvPr>
          <p:cNvSpPr>
            <a:spLocks xmlns:a="http://schemas.openxmlformats.org/drawingml/2006/main" noGrp="1"/>
          </p:cNvSpPr>
          <p:nvPr/>
        </p:nvSpPr>
        <p:spPr>
          <a:xfrm xmlns:a="http://schemas.openxmlformats.org/drawingml/2006/main">
            <a:off x="11346724" y="7931376"/>
            <a:ext cx="133350" cy="133350"/>
          </a:xfrm>
          <a:prstGeom xmlns:a="http://schemas.openxmlformats.org/drawingml/2006/main" prst="roundRect">
            <a:avLst>
              <a:gd name="adj" fmla="val 35714"/>
            </a:avLst>
          </a:prstGeom>
          <a:solidFill xmlns:a="http://schemas.openxmlformats.org/drawingml/2006/main">
            <a:srgbClr val="FFFFFF"/>
          </a:solidFill>
          <a:ln xmlns:a="http://schemas.openxmlformats.org/drawingml/2006/main" w="15240">
            <a:solidFill>
              <a:srgbClr val="D9B478"/>
            </a:solidFill>
            <a:prstDash val="solid"/>
          </a:ln>
        </p:spPr>
      </p:sp>
      <p:sp>
        <p:nvSpPr>
          <p:cNvPr id="182" name="s-key-0">
            <a:extLst xmlns:a="http://schemas.openxmlformats.org/drawingml/2006/main">
              <a:ext uri="{FF2B5EF4-FFF2-40B4-BE49-F238E27FC236}">
                <a16:creationId xmlns:a16="http://schemas.microsoft.com/office/drawing/2014/main" id="{E7C5F1D1-70C2-4441-A96E-E97EF58DFD11}"/>
              </a:ext>
            </a:extLst>
          </p:cNvPr>
          <p:cNvSpPr>
            <a:spLocks xmlns:a="http://schemas.openxmlformats.org/drawingml/2006/main" noGrp="1"/>
          </p:cNvSpPr>
          <p:nvPr/>
        </p:nvSpPr>
        <p:spPr>
          <a:xfrm xmlns:a="http://schemas.openxmlformats.org/drawingml/2006/main">
            <a:off x="4476750" y="7219950"/>
            <a:ext cx="190500" cy="1524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5240">
            <a:solidFill>
              <a:srgbClr val="1E2E38"/>
            </a:solidFill>
            <a:prstDash val="solid"/>
          </a:ln>
        </p:spPr>
      </p:sp>
      <p:sp>
        <p:nvSpPr>
          <p:cNvPr id="183" name="s-key-lab-0">
            <a:extLst xmlns:a="http://schemas.openxmlformats.org/drawingml/2006/main">
              <a:ext uri="{FF2B5EF4-FFF2-40B4-BE49-F238E27FC236}">
                <a16:creationId xmlns:a16="http://schemas.microsoft.com/office/drawing/2014/main" id="{ABFBFC60-62B2-45D9-922B-996A2287E570}"/>
              </a:ext>
            </a:extLst>
          </p:cNvPr>
          <p:cNvSpPr>
            <a:spLocks xmlns:a="http://schemas.openxmlformats.org/drawingml/2006/main" noGrp="1"/>
          </p:cNvSpPr>
          <p:nvPr/>
        </p:nvSpPr>
        <p:spPr>
          <a:xfrm xmlns:a="http://schemas.openxmlformats.org/drawingml/2006/main">
            <a:off x="4724400" y="71628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I_TRI</a:t>
            </a:r>
          </a:p>
        </p:txBody>
      </p:sp>
      <p:sp>
        <p:nvSpPr>
          <p:cNvPr id="184" name="s-key-1">
            <a:extLst xmlns:a="http://schemas.openxmlformats.org/drawingml/2006/main">
              <a:ext uri="{FF2B5EF4-FFF2-40B4-BE49-F238E27FC236}">
                <a16:creationId xmlns:a16="http://schemas.microsoft.com/office/drawing/2014/main" id="{2159A449-B122-4B2A-8427-D3F664EDD500}"/>
              </a:ext>
            </a:extLst>
          </p:cNvPr>
          <p:cNvSpPr>
            <a:spLocks xmlns:a="http://schemas.openxmlformats.org/drawingml/2006/main" noGrp="1"/>
          </p:cNvSpPr>
          <p:nvPr/>
        </p:nvSpPr>
        <p:spPr>
          <a:xfrm xmlns:a="http://schemas.openxmlformats.org/drawingml/2006/main">
            <a:off x="6286500" y="7219950"/>
            <a:ext cx="190500" cy="1524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5240">
            <a:solidFill>
              <a:srgbClr val="1E2E38"/>
            </a:solidFill>
            <a:prstDash val="solid"/>
          </a:ln>
        </p:spPr>
      </p:sp>
      <p:sp>
        <p:nvSpPr>
          <p:cNvPr id="185" name="s-key-lab-1">
            <a:extLst xmlns:a="http://schemas.openxmlformats.org/drawingml/2006/main">
              <a:ext uri="{FF2B5EF4-FFF2-40B4-BE49-F238E27FC236}">
                <a16:creationId xmlns:a16="http://schemas.microsoft.com/office/drawing/2014/main" id="{A971AAA1-81C4-49D0-89F8-84DF64B5E02E}"/>
              </a:ext>
            </a:extLst>
          </p:cNvPr>
          <p:cNvSpPr>
            <a:spLocks xmlns:a="http://schemas.openxmlformats.org/drawingml/2006/main" noGrp="1"/>
          </p:cNvSpPr>
          <p:nvPr/>
        </p:nvSpPr>
        <p:spPr>
          <a:xfrm xmlns:a="http://schemas.openxmlformats.org/drawingml/2006/main">
            <a:off x="6534150" y="71628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MPDD I_BAL</a:t>
            </a:r>
          </a:p>
        </p:txBody>
      </p:sp>
      <p:sp>
        <p:nvSpPr>
          <p:cNvPr id="186" name="s-key-2">
            <a:extLst xmlns:a="http://schemas.openxmlformats.org/drawingml/2006/main">
              <a:ext uri="{FF2B5EF4-FFF2-40B4-BE49-F238E27FC236}">
                <a16:creationId xmlns:a16="http://schemas.microsoft.com/office/drawing/2014/main" id="{A266AD45-70B4-47E1-8309-DA1B622AAB67}"/>
              </a:ext>
            </a:extLst>
          </p:cNvPr>
          <p:cNvSpPr>
            <a:spLocks xmlns:a="http://schemas.openxmlformats.org/drawingml/2006/main" noGrp="1"/>
          </p:cNvSpPr>
          <p:nvPr/>
        </p:nvSpPr>
        <p:spPr>
          <a:xfrm xmlns:a="http://schemas.openxmlformats.org/drawingml/2006/main">
            <a:off x="8096250" y="7219950"/>
            <a:ext cx="190500" cy="1524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5240">
            <a:solidFill>
              <a:srgbClr val="1E2E38"/>
            </a:solidFill>
            <a:prstDash val="solid"/>
          </a:ln>
        </p:spPr>
      </p:sp>
      <p:sp>
        <p:nvSpPr>
          <p:cNvPr id="187" name="s-key-lab-2">
            <a:extLst xmlns:a="http://schemas.openxmlformats.org/drawingml/2006/main">
              <a:ext uri="{FF2B5EF4-FFF2-40B4-BE49-F238E27FC236}">
                <a16:creationId xmlns:a16="http://schemas.microsoft.com/office/drawing/2014/main" id="{5A827A07-9327-4C8F-8E52-3D4162130923}"/>
              </a:ext>
            </a:extLst>
          </p:cNvPr>
          <p:cNvSpPr>
            <a:spLocks xmlns:a="http://schemas.openxmlformats.org/drawingml/2006/main" noGrp="1"/>
          </p:cNvSpPr>
          <p:nvPr/>
        </p:nvSpPr>
        <p:spPr>
          <a:xfrm xmlns:a="http://schemas.openxmlformats.org/drawingml/2006/main">
            <a:off x="8343900" y="71628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I_TRI</a:t>
            </a:r>
          </a:p>
        </p:txBody>
      </p:sp>
      <p:sp>
        <p:nvSpPr>
          <p:cNvPr id="188" name="s-key-3">
            <a:extLst xmlns:a="http://schemas.openxmlformats.org/drawingml/2006/main">
              <a:ext uri="{FF2B5EF4-FFF2-40B4-BE49-F238E27FC236}">
                <a16:creationId xmlns:a16="http://schemas.microsoft.com/office/drawing/2014/main" id="{E0701A74-57F0-47C6-A1B8-D08FA1FA640C}"/>
              </a:ext>
            </a:extLst>
          </p:cNvPr>
          <p:cNvSpPr>
            <a:spLocks xmlns:a="http://schemas.openxmlformats.org/drawingml/2006/main" noGrp="1"/>
          </p:cNvSpPr>
          <p:nvPr/>
        </p:nvSpPr>
        <p:spPr>
          <a:xfrm xmlns:a="http://schemas.openxmlformats.org/drawingml/2006/main">
            <a:off x="9906000" y="7219950"/>
            <a:ext cx="190500" cy="1524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5240">
            <a:solidFill>
              <a:srgbClr val="1E2E38"/>
            </a:solidFill>
            <a:prstDash val="solid"/>
          </a:ln>
        </p:spPr>
      </p:sp>
      <p:sp>
        <p:nvSpPr>
          <p:cNvPr id="189" name="s-key-lab-3">
            <a:extLst xmlns:a="http://schemas.openxmlformats.org/drawingml/2006/main">
              <a:ext uri="{FF2B5EF4-FFF2-40B4-BE49-F238E27FC236}">
                <a16:creationId xmlns:a16="http://schemas.microsoft.com/office/drawing/2014/main" id="{DFD15DA1-B77E-4CEC-B4C3-D60D956BB370}"/>
              </a:ext>
            </a:extLst>
          </p:cNvPr>
          <p:cNvSpPr>
            <a:spLocks xmlns:a="http://schemas.openxmlformats.org/drawingml/2006/main" noGrp="1"/>
          </p:cNvSpPr>
          <p:nvPr/>
        </p:nvSpPr>
        <p:spPr>
          <a:xfrm xmlns:a="http://schemas.openxmlformats.org/drawingml/2006/main">
            <a:off x="10153650" y="71628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BTAD I_BAL</a:t>
            </a:r>
          </a:p>
        </p:txBody>
      </p:sp>
    </p:spTree>
    <p:extLst>
      <p:ext uri="{BB962C8B-B14F-4D97-AF65-F5344CB8AC3E}">
        <p14:creationId xmlns:p14="http://schemas.microsoft.com/office/powerpoint/2010/main" val="16140027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band-a">
            <a:extLst xmlns:a="http://schemas.openxmlformats.org/drawingml/2006/main">
              <a:ext uri="{FF2B5EF4-FFF2-40B4-BE49-F238E27FC236}">
                <a16:creationId xmlns:a16="http://schemas.microsoft.com/office/drawing/2014/main" id="{C5609B63-C4F7-4B57-9D4D-9E45A3843461}"/>
              </a:ext>
            </a:extLst>
          </p:cNvPr>
          <p:cNvSpPr>
            <a:spLocks xmlns:a="http://schemas.openxmlformats.org/drawingml/2006/main" noGrp="1"/>
          </p:cNvSpPr>
          <p:nvPr/>
        </p:nvSpPr>
        <p:spPr>
          <a:xfrm xmlns:a="http://schemas.openxmlformats.org/drawingml/2006/main">
            <a:off x="152400" y="76200"/>
            <a:ext cx="11887200" cy="293370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B04B7615-56EB-4E41-8652-96765EA140BA}"/>
              </a:ext>
            </a:extLst>
          </p:cNvPr>
          <p:cNvSpPr>
            <a:spLocks xmlns:a="http://schemas.openxmlformats.org/drawingml/2006/main" noGrp="1"/>
          </p:cNvSpPr>
          <p:nvPr/>
        </p:nvSpPr>
        <p:spPr>
          <a:xfrm xmlns:a="http://schemas.openxmlformats.org/drawingml/2006/main">
            <a:off x="152400" y="3124200"/>
            <a:ext cx="11887200" cy="253365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c">
            <a:extLst xmlns:a="http://schemas.openxmlformats.org/drawingml/2006/main">
              <a:ext uri="{FF2B5EF4-FFF2-40B4-BE49-F238E27FC236}">
                <a16:creationId xmlns:a16="http://schemas.microsoft.com/office/drawing/2014/main" id="{AF39FF41-FACF-4620-B30F-F57DC3CD4A37}"/>
              </a:ext>
            </a:extLst>
          </p:cNvPr>
          <p:cNvSpPr>
            <a:spLocks xmlns:a="http://schemas.openxmlformats.org/drawingml/2006/main" noGrp="1"/>
          </p:cNvSpPr>
          <p:nvPr/>
        </p:nvSpPr>
        <p:spPr>
          <a:xfrm xmlns:a="http://schemas.openxmlformats.org/drawingml/2006/main">
            <a:off x="152400" y="5772150"/>
            <a:ext cx="11887200" cy="253365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035DD037-820E-442A-A9B2-2279C331BB61}"/>
              </a:ext>
            </a:extLst>
          </p:cNvPr>
          <p:cNvSpPr>
            <a:spLocks xmlns:a="http://schemas.openxmlformats.org/drawingml/2006/main" noGrp="1"/>
          </p:cNvSpPr>
          <p:nvPr/>
        </p:nvSpPr>
        <p:spPr>
          <a:xfrm xmlns:a="http://schemas.openxmlformats.org/drawingml/2006/main">
            <a:off x="304800" y="1524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06EC5F76-5242-483D-B451-4AE3D431DBBD}"/>
              </a:ext>
            </a:extLst>
          </p:cNvPr>
          <p:cNvSpPr>
            <a:spLocks xmlns:a="http://schemas.openxmlformats.org/drawingml/2006/main" noGrp="1"/>
          </p:cNvSpPr>
          <p:nvPr/>
        </p:nvSpPr>
        <p:spPr>
          <a:xfrm xmlns:a="http://schemas.openxmlformats.org/drawingml/2006/main">
            <a:off x="323850" y="1524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93FEDD9A-717B-424F-9841-31119F6F2B5B}"/>
              </a:ext>
            </a:extLst>
          </p:cNvPr>
          <p:cNvSpPr>
            <a:spLocks xmlns:a="http://schemas.openxmlformats.org/drawingml/2006/main" noGrp="1"/>
          </p:cNvSpPr>
          <p:nvPr/>
        </p:nvSpPr>
        <p:spPr>
          <a:xfrm xmlns:a="http://schemas.openxmlformats.org/drawingml/2006/main">
            <a:off x="838200" y="1143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Peak GPU memory</a:t>
            </a:r>
          </a:p>
        </p:txBody>
      </p:sp>
      <p:sp>
        <p:nvSpPr>
          <p:cNvPr id="7" name="sec-a-sub">
            <a:extLst xmlns:a="http://schemas.openxmlformats.org/drawingml/2006/main">
              <a:ext uri="{FF2B5EF4-FFF2-40B4-BE49-F238E27FC236}">
                <a16:creationId xmlns:a16="http://schemas.microsoft.com/office/drawing/2014/main" id="{3A0AEFBB-F09B-44C8-8AE7-B2B7B276D6CF}"/>
              </a:ext>
            </a:extLst>
          </p:cNvPr>
          <p:cNvSpPr>
            <a:spLocks xmlns:a="http://schemas.openxmlformats.org/drawingml/2006/main" noGrp="1"/>
          </p:cNvSpPr>
          <p:nvPr/>
        </p:nvSpPr>
        <p:spPr>
          <a:xfrm xmlns:a="http://schemas.openxmlformats.org/drawingml/2006/main">
            <a:off x="838200" y="4762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per unit, in MB</a:t>
            </a:r>
          </a:p>
        </p:txBody>
      </p:sp>
      <p:sp>
        <p:nvSpPr>
          <p:cNvPr id="8" name="g0-label">
            <a:extLst xmlns:a="http://schemas.openxmlformats.org/drawingml/2006/main">
              <a:ext uri="{FF2B5EF4-FFF2-40B4-BE49-F238E27FC236}">
                <a16:creationId xmlns:a16="http://schemas.microsoft.com/office/drawing/2014/main" id="{092332C2-E758-4F34-BC0E-F7BE7A47611F}"/>
              </a:ext>
            </a:extLst>
          </p:cNvPr>
          <p:cNvSpPr>
            <a:spLocks xmlns:a="http://schemas.openxmlformats.org/drawingml/2006/main" noGrp="1"/>
          </p:cNvSpPr>
          <p:nvPr/>
        </p:nvSpPr>
        <p:spPr>
          <a:xfrm xmlns:a="http://schemas.openxmlformats.org/drawingml/2006/main">
            <a:off x="381000" y="8763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MPDD</a:t>
            </a:r>
          </a:p>
        </p:txBody>
      </p:sp>
      <p:sp>
        <p:nvSpPr>
          <p:cNvPr id="9" name="g0-bar">
            <a:extLst xmlns:a="http://schemas.openxmlformats.org/drawingml/2006/main">
              <a:ext uri="{FF2B5EF4-FFF2-40B4-BE49-F238E27FC236}">
                <a16:creationId xmlns:a16="http://schemas.microsoft.com/office/drawing/2014/main" id="{A828E1C9-B11B-4CF0-A539-F38EA35FD979}"/>
              </a:ext>
            </a:extLst>
          </p:cNvPr>
          <p:cNvSpPr>
            <a:spLocks xmlns:a="http://schemas.openxmlformats.org/drawingml/2006/main" noGrp="1"/>
          </p:cNvSpPr>
          <p:nvPr/>
        </p:nvSpPr>
        <p:spPr>
          <a:xfrm xmlns:a="http://schemas.openxmlformats.org/drawingml/2006/main">
            <a:off x="4476750" y="933450"/>
            <a:ext cx="1488825" cy="209550"/>
          </a:xfrm>
          <a:prstGeom xmlns:a="http://schemas.openxmlformats.org/drawingml/2006/main" prst="rect">
            <a:avLst/>
          </a:prstGeom>
          <a:solidFill xmlns:a="http://schemas.openxmlformats.org/drawingml/2006/main">
            <a:srgbClr val="CFE3F2"/>
          </a:solidFill>
          <a:ln xmlns:a="http://schemas.openxmlformats.org/drawingml/2006/main" w="13335">
            <a:solidFill>
              <a:srgbClr val="2E6F9E"/>
            </a:solidFill>
            <a:prstDash val="solid"/>
          </a:ln>
        </p:spPr>
      </p:sp>
      <p:sp>
        <p:nvSpPr>
          <p:cNvPr id="10" name="g0-value">
            <a:extLst xmlns:a="http://schemas.openxmlformats.org/drawingml/2006/main">
              <a:ext uri="{FF2B5EF4-FFF2-40B4-BE49-F238E27FC236}">
                <a16:creationId xmlns:a16="http://schemas.microsoft.com/office/drawing/2014/main" id="{84AFF41D-26DD-43BB-9BA8-15BB6EA55EA4}"/>
              </a:ext>
            </a:extLst>
          </p:cNvPr>
          <p:cNvSpPr>
            <a:spLocks xmlns:a="http://schemas.openxmlformats.org/drawingml/2006/main" noGrp="1"/>
          </p:cNvSpPr>
          <p:nvPr/>
        </p:nvSpPr>
        <p:spPr>
          <a:xfrm xmlns:a="http://schemas.openxmlformats.org/drawingml/2006/main">
            <a:off x="6060825" y="8763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111.6 MB</a:t>
            </a:r>
          </a:p>
        </p:txBody>
      </p:sp>
      <p:sp>
        <p:nvSpPr>
          <p:cNvPr id="11" name="g1-label">
            <a:extLst xmlns:a="http://schemas.openxmlformats.org/drawingml/2006/main">
              <a:ext uri="{FF2B5EF4-FFF2-40B4-BE49-F238E27FC236}">
                <a16:creationId xmlns:a16="http://schemas.microsoft.com/office/drawing/2014/main" id="{F1B348F0-AC51-4AED-AA5E-5D724FB929FD}"/>
              </a:ext>
            </a:extLst>
          </p:cNvPr>
          <p:cNvSpPr>
            <a:spLocks xmlns:a="http://schemas.openxmlformats.org/drawingml/2006/main" noGrp="1"/>
          </p:cNvSpPr>
          <p:nvPr/>
        </p:nvSpPr>
        <p:spPr>
          <a:xfrm xmlns:a="http://schemas.openxmlformats.org/drawingml/2006/main">
            <a:off x="381000" y="1333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BTAD</a:t>
            </a:r>
          </a:p>
        </p:txBody>
      </p:sp>
      <p:sp>
        <p:nvSpPr>
          <p:cNvPr id="12" name="g1-bar">
            <a:extLst xmlns:a="http://schemas.openxmlformats.org/drawingml/2006/main">
              <a:ext uri="{FF2B5EF4-FFF2-40B4-BE49-F238E27FC236}">
                <a16:creationId xmlns:a16="http://schemas.microsoft.com/office/drawing/2014/main" id="{1601CB6E-2B61-4978-8DDB-935333B18104}"/>
              </a:ext>
            </a:extLst>
          </p:cNvPr>
          <p:cNvSpPr>
            <a:spLocks xmlns:a="http://schemas.openxmlformats.org/drawingml/2006/main" noGrp="1"/>
          </p:cNvSpPr>
          <p:nvPr/>
        </p:nvSpPr>
        <p:spPr>
          <a:xfrm xmlns:a="http://schemas.openxmlformats.org/drawingml/2006/main">
            <a:off x="4476750" y="1390650"/>
            <a:ext cx="1584202" cy="209550"/>
          </a:xfrm>
          <a:prstGeom xmlns:a="http://schemas.openxmlformats.org/drawingml/2006/main" prst="rect">
            <a:avLst/>
          </a:prstGeom>
          <a:solidFill xmlns:a="http://schemas.openxmlformats.org/drawingml/2006/main">
            <a:srgbClr val="CFE3F2"/>
          </a:solidFill>
          <a:ln xmlns:a="http://schemas.openxmlformats.org/drawingml/2006/main" w="13335">
            <a:solidFill>
              <a:srgbClr val="2E6F9E"/>
            </a:solidFill>
            <a:prstDash val="solid"/>
          </a:ln>
        </p:spPr>
      </p:sp>
      <p:sp>
        <p:nvSpPr>
          <p:cNvPr id="13" name="g1-value">
            <a:extLst xmlns:a="http://schemas.openxmlformats.org/drawingml/2006/main">
              <a:ext uri="{FF2B5EF4-FFF2-40B4-BE49-F238E27FC236}">
                <a16:creationId xmlns:a16="http://schemas.microsoft.com/office/drawing/2014/main" id="{142C09A7-CA4D-4138-9CA5-7F04F003884B}"/>
              </a:ext>
            </a:extLst>
          </p:cNvPr>
          <p:cNvSpPr>
            <a:spLocks xmlns:a="http://schemas.openxmlformats.org/drawingml/2006/main" noGrp="1"/>
          </p:cNvSpPr>
          <p:nvPr/>
        </p:nvSpPr>
        <p:spPr>
          <a:xfrm xmlns:a="http://schemas.openxmlformats.org/drawingml/2006/main">
            <a:off x="6156202" y="13335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118.8 MB</a:t>
            </a:r>
          </a:p>
        </p:txBody>
      </p:sp>
      <p:sp>
        <p:nvSpPr>
          <p:cNvPr id="14" name="g2-label">
            <a:extLst xmlns:a="http://schemas.openxmlformats.org/drawingml/2006/main">
              <a:ext uri="{FF2B5EF4-FFF2-40B4-BE49-F238E27FC236}">
                <a16:creationId xmlns:a16="http://schemas.microsoft.com/office/drawing/2014/main" id="{C302F3FD-AD98-4281-9762-7843AFBA2170}"/>
              </a:ext>
            </a:extLst>
          </p:cNvPr>
          <p:cNvSpPr>
            <a:spLocks xmlns:a="http://schemas.openxmlformats.org/drawingml/2006/main" noGrp="1"/>
          </p:cNvSpPr>
          <p:nvPr/>
        </p:nvSpPr>
        <p:spPr>
          <a:xfrm xmlns:a="http://schemas.openxmlformats.org/drawingml/2006/main">
            <a:off x="381000" y="1790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controlled + </a:t>
            </a:r>
            <a:r>
              <a:rPr sz="2250" b="0" i="1">
                <a:solidFill>
                  <a:srgbClr val="1E2E38"/>
                </a:solidFill>
                <a:latin typeface="Times New Roman"/>
                <a:ea typeface="Times New Roman"/>
                <a:cs typeface="Times New Roman"/>
              </a:rPr>
              <a:t>D</a:t>
            </a:r>
            <a:r>
              <a:rPr sz="2250" b="0" i="0">
                <a:solidFill>
                  <a:srgbClr val="1E2E38"/>
                </a:solidFill>
                <a:latin typeface="Times New Roman"/>
                <a:ea typeface="Times New Roman"/>
                <a:cs typeface="Times New Roman"/>
              </a:rPr>
              <a:t> branch</a:t>
            </a:r>
          </a:p>
        </p:txBody>
      </p:sp>
      <p:sp>
        <p:nvSpPr>
          <p:cNvPr id="15" name="g2-bar">
            <a:extLst xmlns:a="http://schemas.openxmlformats.org/drawingml/2006/main">
              <a:ext uri="{FF2B5EF4-FFF2-40B4-BE49-F238E27FC236}">
                <a16:creationId xmlns:a16="http://schemas.microsoft.com/office/drawing/2014/main" id="{CEF3FC08-4516-46BD-B7FE-D64C59CD72FB}"/>
              </a:ext>
            </a:extLst>
          </p:cNvPr>
          <p:cNvSpPr>
            <a:spLocks xmlns:a="http://schemas.openxmlformats.org/drawingml/2006/main" noGrp="1"/>
          </p:cNvSpPr>
          <p:nvPr/>
        </p:nvSpPr>
        <p:spPr>
          <a:xfrm xmlns:a="http://schemas.openxmlformats.org/drawingml/2006/main">
            <a:off x="4476750" y="1847850"/>
            <a:ext cx="5570030" cy="209550"/>
          </a:xfrm>
          <a:prstGeom xmlns:a="http://schemas.openxmlformats.org/drawingml/2006/main" prst="rect">
            <a:avLst/>
          </a:prstGeom>
          <a:solidFill xmlns:a="http://schemas.openxmlformats.org/drawingml/2006/main">
            <a:srgbClr val="D6EADD"/>
          </a:solidFill>
          <a:ln xmlns:a="http://schemas.openxmlformats.org/drawingml/2006/main" w="13335">
            <a:solidFill>
              <a:srgbClr val="3F7C5E"/>
            </a:solidFill>
            <a:prstDash val="solid"/>
          </a:ln>
        </p:spPr>
      </p:sp>
      <p:sp>
        <p:nvSpPr>
          <p:cNvPr id="16" name="g2-value">
            <a:extLst xmlns:a="http://schemas.openxmlformats.org/drawingml/2006/main">
              <a:ext uri="{FF2B5EF4-FFF2-40B4-BE49-F238E27FC236}">
                <a16:creationId xmlns:a16="http://schemas.microsoft.com/office/drawing/2014/main" id="{298CEB52-076C-4D8E-B072-F7A34E69BFC4}"/>
              </a:ext>
            </a:extLst>
          </p:cNvPr>
          <p:cNvSpPr>
            <a:spLocks xmlns:a="http://schemas.openxmlformats.org/drawingml/2006/main" noGrp="1"/>
          </p:cNvSpPr>
          <p:nvPr/>
        </p:nvSpPr>
        <p:spPr>
          <a:xfrm xmlns:a="http://schemas.openxmlformats.org/drawingml/2006/main">
            <a:off x="10142030" y="17907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417.7 MB</a:t>
            </a:r>
          </a:p>
        </p:txBody>
      </p:sp>
      <p:sp>
        <p:nvSpPr>
          <p:cNvPr id="17" name="g3-label">
            <a:extLst xmlns:a="http://schemas.openxmlformats.org/drawingml/2006/main">
              <a:ext uri="{FF2B5EF4-FFF2-40B4-BE49-F238E27FC236}">
                <a16:creationId xmlns:a16="http://schemas.microsoft.com/office/drawing/2014/main" id="{6F9C094A-419D-4161-A29D-C518E475CE19}"/>
              </a:ext>
            </a:extLst>
          </p:cNvPr>
          <p:cNvSpPr>
            <a:spLocks xmlns:a="http://schemas.openxmlformats.org/drawingml/2006/main" noGrp="1"/>
          </p:cNvSpPr>
          <p:nvPr/>
        </p:nvSpPr>
        <p:spPr>
          <a:xfrm xmlns:a="http://schemas.openxmlformats.org/drawingml/2006/main">
            <a:off x="381000" y="2247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PatchCore 224</a:t>
            </a:r>
          </a:p>
        </p:txBody>
      </p:sp>
      <p:sp>
        <p:nvSpPr>
          <p:cNvPr id="18" name="g-na">
            <a:extLst xmlns:a="http://schemas.openxmlformats.org/drawingml/2006/main">
              <a:ext uri="{FF2B5EF4-FFF2-40B4-BE49-F238E27FC236}">
                <a16:creationId xmlns:a16="http://schemas.microsoft.com/office/drawing/2014/main" id="{439D4BA9-CD0F-4CB7-ADFD-638ECF849536}"/>
              </a:ext>
            </a:extLst>
          </p:cNvPr>
          <p:cNvSpPr>
            <a:spLocks xmlns:a="http://schemas.openxmlformats.org/drawingml/2006/main" noGrp="1"/>
          </p:cNvSpPr>
          <p:nvPr/>
        </p:nvSpPr>
        <p:spPr>
          <a:xfrm xmlns:a="http://schemas.openxmlformats.org/drawingml/2006/main">
            <a:off x="4476750" y="2305050"/>
            <a:ext cx="2381250" cy="209550"/>
          </a:xfrm>
          <a:prstGeom xmlns:a="http://schemas.openxmlformats.org/drawingml/2006/main" prst="rect">
            <a:avLst/>
          </a:prstGeom>
          <a:solidFill xmlns:a="http://schemas.openxmlformats.org/drawingml/2006/main">
            <a:srgbClr val="F2F4F5"/>
          </a:solidFill>
          <a:ln xmlns:a="http://schemas.openxmlformats.org/drawingml/2006/main" w="13335">
            <a:solidFill>
              <a:srgbClr val="94A5AE"/>
            </a:solidFill>
            <a:prstDash val="solid"/>
          </a:ln>
        </p:spPr>
      </p:sp>
      <p:sp>
        <p:nvSpPr>
          <p:cNvPr id="19" name="g-na-note">
            <a:extLst xmlns:a="http://schemas.openxmlformats.org/drawingml/2006/main">
              <a:ext uri="{FF2B5EF4-FFF2-40B4-BE49-F238E27FC236}">
                <a16:creationId xmlns:a16="http://schemas.microsoft.com/office/drawing/2014/main" id="{C43667F4-43F6-4632-B229-D169EE5B9B7F}"/>
              </a:ext>
            </a:extLst>
          </p:cNvPr>
          <p:cNvSpPr>
            <a:spLocks xmlns:a="http://schemas.openxmlformats.org/drawingml/2006/main" noGrp="1"/>
          </p:cNvSpPr>
          <p:nvPr/>
        </p:nvSpPr>
        <p:spPr>
          <a:xfrm xmlns:a="http://schemas.openxmlformats.org/drawingml/2006/main">
            <a:off x="6972300" y="22479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94A5AE"/>
                </a:solidFill>
                <a:latin typeface="Times New Roman"/>
                <a:ea typeface="Times New Roman"/>
                <a:cs typeface="Times New Roman"/>
              </a:defRPr>
            </a:pPr>
            <a:r>
              <a:rPr sz="2250" b="0" i="0">
                <a:solidFill>
                  <a:srgbClr val="94A5AE"/>
                </a:solidFill>
                <a:latin typeface="Times New Roman"/>
                <a:ea typeface="Times New Roman"/>
                <a:cs typeface="Times New Roman"/>
              </a:rPr>
              <a:t>not measurable on this machine</a:t>
            </a:r>
          </a:p>
        </p:txBody>
      </p:sp>
      <p:sp>
        <p:nvSpPr>
          <p:cNvPr id="20" name="g-note">
            <a:extLst xmlns:a="http://schemas.openxmlformats.org/drawingml/2006/main">
              <a:ext uri="{FF2B5EF4-FFF2-40B4-BE49-F238E27FC236}">
                <a16:creationId xmlns:a16="http://schemas.microsoft.com/office/drawing/2014/main" id="{204415FC-DD51-46ED-ABFA-A1F8D8BC290C}"/>
              </a:ext>
            </a:extLst>
          </p:cNvPr>
          <p:cNvSpPr>
            <a:spLocks xmlns:a="http://schemas.openxmlformats.org/drawingml/2006/main" noGrp="1"/>
          </p:cNvSpPr>
          <p:nvPr/>
        </p:nvSpPr>
        <p:spPr>
          <a:xfrm xmlns:a="http://schemas.openxmlformats.org/drawingml/2006/main">
            <a:off x="381000" y="26289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nvidia-smi returns </a:t>
            </a:r>
            <a:r>
              <a:rPr sz="2250" b="0" i="1">
                <a:solidFill>
                  <a:srgbClr val="5E717C"/>
                </a:solidFill>
                <a:latin typeface="Times New Roman"/>
                <a:ea typeface="Times New Roman"/>
                <a:cs typeface="Times New Roman"/>
              </a:rPr>
              <a:t>N</a:t>
            </a:r>
            <a:r>
              <a:rPr sz="2250" b="0" i="0">
                <a:solidFill>
                  <a:srgbClr val="5E717C"/>
                </a:solidFill>
                <a:latin typeface="Times New Roman"/>
                <a:ea typeface="Times New Roman"/>
                <a:cs typeface="Times New Roman"/>
              </a:rPr>
              <a:t>/A here, so the PatchCore row stays empty.</a:t>
            </a:r>
          </a:p>
        </p:txBody>
      </p:sp>
      <p:sp>
        <p:nvSpPr>
          <p:cNvPr id="21" name="sec-b-chip">
            <a:extLst xmlns:a="http://schemas.openxmlformats.org/drawingml/2006/main">
              <a:ext uri="{FF2B5EF4-FFF2-40B4-BE49-F238E27FC236}">
                <a16:creationId xmlns:a16="http://schemas.microsoft.com/office/drawing/2014/main" id="{F6C93122-C6D8-4F50-A515-C70AFE9538D6}"/>
              </a:ext>
            </a:extLst>
          </p:cNvPr>
          <p:cNvSpPr>
            <a:spLocks xmlns:a="http://schemas.openxmlformats.org/drawingml/2006/main" noGrp="1"/>
          </p:cNvSpPr>
          <p:nvPr/>
        </p:nvSpPr>
        <p:spPr>
          <a:xfrm xmlns:a="http://schemas.openxmlformats.org/drawingml/2006/main">
            <a:off x="304800" y="320040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22" name="sec-b-chip-text">
            <a:extLst xmlns:a="http://schemas.openxmlformats.org/drawingml/2006/main">
              <a:ext uri="{FF2B5EF4-FFF2-40B4-BE49-F238E27FC236}">
                <a16:creationId xmlns:a16="http://schemas.microsoft.com/office/drawing/2014/main" id="{D0AE63A6-D00E-4906-96F7-353623E18207}"/>
              </a:ext>
            </a:extLst>
          </p:cNvPr>
          <p:cNvSpPr>
            <a:spLocks xmlns:a="http://schemas.openxmlformats.org/drawingml/2006/main" noGrp="1"/>
          </p:cNvSpPr>
          <p:nvPr/>
        </p:nvSpPr>
        <p:spPr>
          <a:xfrm xmlns:a="http://schemas.openxmlformats.org/drawingml/2006/main">
            <a:off x="323850" y="32004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23" name="sec-b">
            <a:extLst xmlns:a="http://schemas.openxmlformats.org/drawingml/2006/main">
              <a:ext uri="{FF2B5EF4-FFF2-40B4-BE49-F238E27FC236}">
                <a16:creationId xmlns:a16="http://schemas.microsoft.com/office/drawing/2014/main" id="{ED227136-683C-4D83-B4FD-3E3542DD9267}"/>
              </a:ext>
            </a:extLst>
          </p:cNvPr>
          <p:cNvSpPr>
            <a:spLocks xmlns:a="http://schemas.openxmlformats.org/drawingml/2006/main" noGrp="1"/>
          </p:cNvSpPr>
          <p:nvPr/>
        </p:nvSpPr>
        <p:spPr>
          <a:xfrm xmlns:a="http://schemas.openxmlformats.org/drawingml/2006/main">
            <a:off x="838200" y="31623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Peak process RAM</a:t>
            </a:r>
          </a:p>
        </p:txBody>
      </p:sp>
      <p:sp>
        <p:nvSpPr>
          <p:cNvPr id="24" name="sec-b-sub">
            <a:extLst xmlns:a="http://schemas.openxmlformats.org/drawingml/2006/main">
              <a:ext uri="{FF2B5EF4-FFF2-40B4-BE49-F238E27FC236}">
                <a16:creationId xmlns:a16="http://schemas.microsoft.com/office/drawing/2014/main" id="{EA917554-1590-4942-B32A-DDBA88EFE9BA}"/>
              </a:ext>
            </a:extLst>
          </p:cNvPr>
          <p:cNvSpPr>
            <a:spLocks xmlns:a="http://schemas.openxmlformats.org/drawingml/2006/main" noGrp="1"/>
          </p:cNvSpPr>
          <p:nvPr/>
        </p:nvSpPr>
        <p:spPr>
          <a:xfrm xmlns:a="http://schemas.openxmlformats.org/drawingml/2006/main">
            <a:off x="838200" y="35242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per unit, in MB · controlled </a:t>
            </a:r>
            <a:r>
              <a:rPr sz="2250" b="0" i="1">
                <a:solidFill>
                  <a:srgbClr val="5E717C"/>
                </a:solidFill>
                <a:latin typeface="Times New Roman"/>
                <a:ea typeface="Times New Roman"/>
                <a:cs typeface="Times New Roman"/>
              </a:rPr>
              <a:t>A1</a:t>
            </a:r>
            <a:r>
              <a:rPr sz="2250" b="0" i="0">
                <a:solidFill>
                  <a:srgbClr val="5E717C"/>
                </a:solidFill>
                <a:latin typeface="Times New Roman"/>
                <a:ea typeface="Times New Roman"/>
                <a:cs typeface="Times New Roman"/>
              </a:rPr>
              <a:t> has no recorded field</a:t>
            </a:r>
          </a:p>
        </p:txBody>
      </p:sp>
      <p:sp>
        <p:nvSpPr>
          <p:cNvPr id="25" name="r0-label">
            <a:extLst xmlns:a="http://schemas.openxmlformats.org/drawingml/2006/main">
              <a:ext uri="{FF2B5EF4-FFF2-40B4-BE49-F238E27FC236}">
                <a16:creationId xmlns:a16="http://schemas.microsoft.com/office/drawing/2014/main" id="{CDE4EBC2-2FED-4AC7-8B66-982F217249BD}"/>
              </a:ext>
            </a:extLst>
          </p:cNvPr>
          <p:cNvSpPr>
            <a:spLocks xmlns:a="http://schemas.openxmlformats.org/drawingml/2006/main" noGrp="1"/>
          </p:cNvSpPr>
          <p:nvPr/>
        </p:nvSpPr>
        <p:spPr>
          <a:xfrm xmlns:a="http://schemas.openxmlformats.org/drawingml/2006/main">
            <a:off x="381000" y="39243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MPDD</a:t>
            </a:r>
          </a:p>
        </p:txBody>
      </p:sp>
      <p:sp>
        <p:nvSpPr>
          <p:cNvPr id="26" name="r0-bar">
            <a:extLst xmlns:a="http://schemas.openxmlformats.org/drawingml/2006/main">
              <a:ext uri="{FF2B5EF4-FFF2-40B4-BE49-F238E27FC236}">
                <a16:creationId xmlns:a16="http://schemas.microsoft.com/office/drawing/2014/main" id="{CFA8560B-EDB1-41A0-8EE8-BB27B112A396}"/>
              </a:ext>
            </a:extLst>
          </p:cNvPr>
          <p:cNvSpPr>
            <a:spLocks xmlns:a="http://schemas.openxmlformats.org/drawingml/2006/main" noGrp="1"/>
          </p:cNvSpPr>
          <p:nvPr/>
        </p:nvSpPr>
        <p:spPr>
          <a:xfrm xmlns:a="http://schemas.openxmlformats.org/drawingml/2006/main">
            <a:off x="4476750" y="3971925"/>
            <a:ext cx="719571" cy="209550"/>
          </a:xfrm>
          <a:prstGeom xmlns:a="http://schemas.openxmlformats.org/drawingml/2006/main" prst="rect">
            <a:avLst/>
          </a:prstGeom>
          <a:solidFill xmlns:a="http://schemas.openxmlformats.org/drawingml/2006/main">
            <a:srgbClr val="CFE3F2"/>
          </a:solidFill>
          <a:ln xmlns:a="http://schemas.openxmlformats.org/drawingml/2006/main" w="13335">
            <a:solidFill>
              <a:srgbClr val="2E6F9E"/>
            </a:solidFill>
            <a:prstDash val="solid"/>
          </a:ln>
        </p:spPr>
      </p:sp>
      <p:sp>
        <p:nvSpPr>
          <p:cNvPr id="27" name="r0-value">
            <a:extLst xmlns:a="http://schemas.openxmlformats.org/drawingml/2006/main">
              <a:ext uri="{FF2B5EF4-FFF2-40B4-BE49-F238E27FC236}">
                <a16:creationId xmlns:a16="http://schemas.microsoft.com/office/drawing/2014/main" id="{8A63E6DF-579F-4FC9-BEC7-8B17DF3A5A0C}"/>
              </a:ext>
            </a:extLst>
          </p:cNvPr>
          <p:cNvSpPr>
            <a:spLocks xmlns:a="http://schemas.openxmlformats.org/drawingml/2006/main" noGrp="1"/>
          </p:cNvSpPr>
          <p:nvPr/>
        </p:nvSpPr>
        <p:spPr>
          <a:xfrm xmlns:a="http://schemas.openxmlformats.org/drawingml/2006/main">
            <a:off x="5291571" y="39243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0.97 GB</a:t>
            </a:r>
          </a:p>
        </p:txBody>
      </p:sp>
      <p:sp>
        <p:nvSpPr>
          <p:cNvPr id="28" name="r1-label">
            <a:extLst xmlns:a="http://schemas.openxmlformats.org/drawingml/2006/main">
              <a:ext uri="{FF2B5EF4-FFF2-40B4-BE49-F238E27FC236}">
                <a16:creationId xmlns:a16="http://schemas.microsoft.com/office/drawing/2014/main" id="{5E3646A5-ED23-4313-96BD-FCB586631015}"/>
              </a:ext>
            </a:extLst>
          </p:cNvPr>
          <p:cNvSpPr>
            <a:spLocks xmlns:a="http://schemas.openxmlformats.org/drawingml/2006/main" noGrp="1"/>
          </p:cNvSpPr>
          <p:nvPr/>
        </p:nvSpPr>
        <p:spPr>
          <a:xfrm xmlns:a="http://schemas.openxmlformats.org/drawingml/2006/main">
            <a:off x="381000" y="4381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BTAD</a:t>
            </a:r>
          </a:p>
        </p:txBody>
      </p:sp>
      <p:sp>
        <p:nvSpPr>
          <p:cNvPr id="29" name="r1-bar">
            <a:extLst xmlns:a="http://schemas.openxmlformats.org/drawingml/2006/main">
              <a:ext uri="{FF2B5EF4-FFF2-40B4-BE49-F238E27FC236}">
                <a16:creationId xmlns:a16="http://schemas.microsoft.com/office/drawing/2014/main" id="{99E193D6-EEF3-4D6A-956D-8DCF5F9D15FE}"/>
              </a:ext>
            </a:extLst>
          </p:cNvPr>
          <p:cNvSpPr>
            <a:spLocks xmlns:a="http://schemas.openxmlformats.org/drawingml/2006/main" noGrp="1"/>
          </p:cNvSpPr>
          <p:nvPr/>
        </p:nvSpPr>
        <p:spPr>
          <a:xfrm xmlns:a="http://schemas.openxmlformats.org/drawingml/2006/main">
            <a:off x="4476750" y="4429125"/>
            <a:ext cx="1295792" cy="209550"/>
          </a:xfrm>
          <a:prstGeom xmlns:a="http://schemas.openxmlformats.org/drawingml/2006/main" prst="rect">
            <a:avLst/>
          </a:prstGeom>
          <a:solidFill xmlns:a="http://schemas.openxmlformats.org/drawingml/2006/main">
            <a:srgbClr val="CFE3F2"/>
          </a:solidFill>
          <a:ln xmlns:a="http://schemas.openxmlformats.org/drawingml/2006/main" w="13335">
            <a:solidFill>
              <a:srgbClr val="2E6F9E"/>
            </a:solidFill>
            <a:prstDash val="solid"/>
          </a:ln>
        </p:spPr>
      </p:sp>
      <p:sp>
        <p:nvSpPr>
          <p:cNvPr id="30" name="r1-value">
            <a:extLst xmlns:a="http://schemas.openxmlformats.org/drawingml/2006/main">
              <a:ext uri="{FF2B5EF4-FFF2-40B4-BE49-F238E27FC236}">
                <a16:creationId xmlns:a16="http://schemas.microsoft.com/office/drawing/2014/main" id="{402C4C10-420B-4985-9E32-867CCA0E896D}"/>
              </a:ext>
            </a:extLst>
          </p:cNvPr>
          <p:cNvSpPr>
            <a:spLocks xmlns:a="http://schemas.openxmlformats.org/drawingml/2006/main" noGrp="1"/>
          </p:cNvSpPr>
          <p:nvPr/>
        </p:nvSpPr>
        <p:spPr>
          <a:xfrm xmlns:a="http://schemas.openxmlformats.org/drawingml/2006/main">
            <a:off x="5867792" y="43815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1.75 GB</a:t>
            </a:r>
          </a:p>
        </p:txBody>
      </p:sp>
      <p:sp>
        <p:nvSpPr>
          <p:cNvPr id="31" name="r2-label">
            <a:extLst xmlns:a="http://schemas.openxmlformats.org/drawingml/2006/main">
              <a:ext uri="{FF2B5EF4-FFF2-40B4-BE49-F238E27FC236}">
                <a16:creationId xmlns:a16="http://schemas.microsoft.com/office/drawing/2014/main" id="{288BA5E7-7444-4F26-AC95-00759F0C7AAB}"/>
              </a:ext>
            </a:extLst>
          </p:cNvPr>
          <p:cNvSpPr>
            <a:spLocks xmlns:a="http://schemas.openxmlformats.org/drawingml/2006/main" noGrp="1"/>
          </p:cNvSpPr>
          <p:nvPr/>
        </p:nvSpPr>
        <p:spPr>
          <a:xfrm xmlns:a="http://schemas.openxmlformats.org/drawingml/2006/main">
            <a:off x="381000" y="4838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PatchCore 224  MPDD</a:t>
            </a:r>
          </a:p>
        </p:txBody>
      </p:sp>
      <p:sp>
        <p:nvSpPr>
          <p:cNvPr id="32" name="r2-bar">
            <a:extLst xmlns:a="http://schemas.openxmlformats.org/drawingml/2006/main">
              <a:ext uri="{FF2B5EF4-FFF2-40B4-BE49-F238E27FC236}">
                <a16:creationId xmlns:a16="http://schemas.microsoft.com/office/drawing/2014/main" id="{8817D8D6-ED14-42F9-B18C-BDCD186176B1}"/>
              </a:ext>
            </a:extLst>
          </p:cNvPr>
          <p:cNvSpPr>
            <a:spLocks xmlns:a="http://schemas.openxmlformats.org/drawingml/2006/main" noGrp="1"/>
          </p:cNvSpPr>
          <p:nvPr/>
        </p:nvSpPr>
        <p:spPr>
          <a:xfrm xmlns:a="http://schemas.openxmlformats.org/drawingml/2006/main">
            <a:off x="4476750" y="4886325"/>
            <a:ext cx="4649025" cy="209550"/>
          </a:xfrm>
          <a:prstGeom xmlns:a="http://schemas.openxmlformats.org/drawingml/2006/main" prst="rect">
            <a:avLst/>
          </a:prstGeom>
          <a:solidFill xmlns:a="http://schemas.openxmlformats.org/drawingml/2006/main">
            <a:srgbClr val="FBE7C4"/>
          </a:solidFill>
          <a:ln xmlns:a="http://schemas.openxmlformats.org/drawingml/2006/main" w="13335">
            <a:solidFill>
              <a:srgbClr val="B27C20"/>
            </a:solidFill>
            <a:prstDash val="solid"/>
          </a:ln>
        </p:spPr>
      </p:sp>
      <p:sp>
        <p:nvSpPr>
          <p:cNvPr id="33" name="r2-value">
            <a:extLst xmlns:a="http://schemas.openxmlformats.org/drawingml/2006/main">
              <a:ext uri="{FF2B5EF4-FFF2-40B4-BE49-F238E27FC236}">
                <a16:creationId xmlns:a16="http://schemas.microsoft.com/office/drawing/2014/main" id="{C011B9C8-9C5D-4A26-A30E-D7F53D86C8DE}"/>
              </a:ext>
            </a:extLst>
          </p:cNvPr>
          <p:cNvSpPr>
            <a:spLocks xmlns:a="http://schemas.openxmlformats.org/drawingml/2006/main" noGrp="1"/>
          </p:cNvSpPr>
          <p:nvPr/>
        </p:nvSpPr>
        <p:spPr>
          <a:xfrm xmlns:a="http://schemas.openxmlformats.org/drawingml/2006/main">
            <a:off x="9221026" y="48387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6.28 GB</a:t>
            </a:r>
          </a:p>
        </p:txBody>
      </p:sp>
      <p:sp>
        <p:nvSpPr>
          <p:cNvPr id="34" name="r3-label">
            <a:extLst xmlns:a="http://schemas.openxmlformats.org/drawingml/2006/main">
              <a:ext uri="{FF2B5EF4-FFF2-40B4-BE49-F238E27FC236}">
                <a16:creationId xmlns:a16="http://schemas.microsoft.com/office/drawing/2014/main" id="{34ACDBF7-8976-4178-A678-C15A458AD6A2}"/>
              </a:ext>
            </a:extLst>
          </p:cNvPr>
          <p:cNvSpPr>
            <a:spLocks xmlns:a="http://schemas.openxmlformats.org/drawingml/2006/main" noGrp="1"/>
          </p:cNvSpPr>
          <p:nvPr/>
        </p:nvSpPr>
        <p:spPr>
          <a:xfrm xmlns:a="http://schemas.openxmlformats.org/drawingml/2006/main">
            <a:off x="381000" y="5295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PatchCore 224  BTAD</a:t>
            </a:r>
          </a:p>
        </p:txBody>
      </p:sp>
      <p:sp>
        <p:nvSpPr>
          <p:cNvPr id="35" name="r3-bar">
            <a:extLst xmlns:a="http://schemas.openxmlformats.org/drawingml/2006/main">
              <a:ext uri="{FF2B5EF4-FFF2-40B4-BE49-F238E27FC236}">
                <a16:creationId xmlns:a16="http://schemas.microsoft.com/office/drawing/2014/main" id="{FEECD6B0-3C6F-4EEB-9FE8-E3577AACDCA7}"/>
              </a:ext>
            </a:extLst>
          </p:cNvPr>
          <p:cNvSpPr>
            <a:spLocks xmlns:a="http://schemas.openxmlformats.org/drawingml/2006/main" noGrp="1"/>
          </p:cNvSpPr>
          <p:nvPr/>
        </p:nvSpPr>
        <p:spPr>
          <a:xfrm xmlns:a="http://schemas.openxmlformats.org/drawingml/2006/main">
            <a:off x="4476750" y="5343525"/>
            <a:ext cx="6144101" cy="209550"/>
          </a:xfrm>
          <a:prstGeom xmlns:a="http://schemas.openxmlformats.org/drawingml/2006/main" prst="rect">
            <a:avLst/>
          </a:prstGeom>
          <a:solidFill xmlns:a="http://schemas.openxmlformats.org/drawingml/2006/main">
            <a:srgbClr val="FBE7C4"/>
          </a:solidFill>
          <a:ln xmlns:a="http://schemas.openxmlformats.org/drawingml/2006/main" w="13335">
            <a:solidFill>
              <a:srgbClr val="B27C20"/>
            </a:solidFill>
            <a:prstDash val="solid"/>
          </a:ln>
        </p:spPr>
      </p:sp>
      <p:sp>
        <p:nvSpPr>
          <p:cNvPr id="36" name="r3-value">
            <a:extLst xmlns:a="http://schemas.openxmlformats.org/drawingml/2006/main">
              <a:ext uri="{FF2B5EF4-FFF2-40B4-BE49-F238E27FC236}">
                <a16:creationId xmlns:a16="http://schemas.microsoft.com/office/drawing/2014/main" id="{7D551EFA-DC75-465D-A0DA-BE7167440917}"/>
              </a:ext>
            </a:extLst>
          </p:cNvPr>
          <p:cNvSpPr>
            <a:spLocks xmlns:a="http://schemas.openxmlformats.org/drawingml/2006/main" noGrp="1"/>
          </p:cNvSpPr>
          <p:nvPr/>
        </p:nvSpPr>
        <p:spPr>
          <a:xfrm xmlns:a="http://schemas.openxmlformats.org/drawingml/2006/main">
            <a:off x="10716101" y="52959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8.29 GB</a:t>
            </a:r>
          </a:p>
        </p:txBody>
      </p:sp>
      <p:sp>
        <p:nvSpPr>
          <p:cNvPr id="37" name="sec-c-chip">
            <a:extLst xmlns:a="http://schemas.openxmlformats.org/drawingml/2006/main">
              <a:ext uri="{FF2B5EF4-FFF2-40B4-BE49-F238E27FC236}">
                <a16:creationId xmlns:a16="http://schemas.microsoft.com/office/drawing/2014/main" id="{8FD52D30-0265-4588-A5DA-CDDB1D5DFD21}"/>
              </a:ext>
            </a:extLst>
          </p:cNvPr>
          <p:cNvSpPr>
            <a:spLocks xmlns:a="http://schemas.openxmlformats.org/drawingml/2006/main" noGrp="1"/>
          </p:cNvSpPr>
          <p:nvPr/>
        </p:nvSpPr>
        <p:spPr>
          <a:xfrm xmlns:a="http://schemas.openxmlformats.org/drawingml/2006/main">
            <a:off x="304800" y="58483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38" name="sec-c-chip-text">
            <a:extLst xmlns:a="http://schemas.openxmlformats.org/drawingml/2006/main">
              <a:ext uri="{FF2B5EF4-FFF2-40B4-BE49-F238E27FC236}">
                <a16:creationId xmlns:a16="http://schemas.microsoft.com/office/drawing/2014/main" id="{141DE574-3CFC-408F-ABD3-A09FFFF0ACE5}"/>
              </a:ext>
            </a:extLst>
          </p:cNvPr>
          <p:cNvSpPr>
            <a:spLocks xmlns:a="http://schemas.openxmlformats.org/drawingml/2006/main" noGrp="1"/>
          </p:cNvSpPr>
          <p:nvPr/>
        </p:nvSpPr>
        <p:spPr>
          <a:xfrm xmlns:a="http://schemas.openxmlformats.org/drawingml/2006/main">
            <a:off x="323850" y="58483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c</a:t>
            </a:r>
          </a:p>
        </p:txBody>
      </p:sp>
      <p:sp>
        <p:nvSpPr>
          <p:cNvPr id="39" name="sec-c">
            <a:extLst xmlns:a="http://schemas.openxmlformats.org/drawingml/2006/main">
              <a:ext uri="{FF2B5EF4-FFF2-40B4-BE49-F238E27FC236}">
                <a16:creationId xmlns:a16="http://schemas.microsoft.com/office/drawing/2014/main" id="{2DFEFD2E-D21B-4A2A-AA16-2D3AB14002A8}"/>
              </a:ext>
            </a:extLst>
          </p:cNvPr>
          <p:cNvSpPr>
            <a:spLocks xmlns:a="http://schemas.openxmlformats.org/drawingml/2006/main" noGrp="1"/>
          </p:cNvSpPr>
          <p:nvPr/>
        </p:nvSpPr>
        <p:spPr>
          <a:xfrm xmlns:a="http://schemas.openxmlformats.org/drawingml/2006/main">
            <a:off x="838200" y="58102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550">
                <a:solidFill>
                  <a:srgbClr val="1E2E38"/>
                </a:solidFill>
                <a:latin typeface="Times New Roman"/>
                <a:ea typeface="Times New Roman"/>
                <a:cs typeface="Times New Roman"/>
              </a:defRPr>
            </a:pPr>
            <a:r>
              <a:rPr sz="2550" b="1" i="0">
                <a:solidFill>
                  <a:srgbClr val="1E2E38"/>
                </a:solidFill>
                <a:latin typeface="Times New Roman"/>
                <a:ea typeface="Times New Roman"/>
                <a:cs typeface="Times New Roman"/>
              </a:rPr>
              <a:t>Stage time per unit</a:t>
            </a:r>
          </a:p>
        </p:txBody>
      </p:sp>
      <p:sp>
        <p:nvSpPr>
          <p:cNvPr id="40" name="sec-c-sub">
            <a:extLst xmlns:a="http://schemas.openxmlformats.org/drawingml/2006/main">
              <a:ext uri="{FF2B5EF4-FFF2-40B4-BE49-F238E27FC236}">
                <a16:creationId xmlns:a16="http://schemas.microsoft.com/office/drawing/2014/main" id="{FE26D478-3C1A-44B5-80F6-ADAD4FEE3BB8}"/>
              </a:ext>
            </a:extLst>
          </p:cNvPr>
          <p:cNvSpPr>
            <a:spLocks xmlns:a="http://schemas.openxmlformats.org/drawingml/2006/main" noGrp="1"/>
          </p:cNvSpPr>
          <p:nvPr/>
        </p:nvSpPr>
        <p:spPr>
          <a:xfrm xmlns:a="http://schemas.openxmlformats.org/drawingml/2006/main">
            <a:off x="838200" y="617220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one unit = one dataset × seed × </a:t>
            </a:r>
            <a:r>
              <a:rPr sz="2250" b="0" i="1">
                <a:solidFill>
                  <a:srgbClr val="5E717C"/>
                </a:solidFill>
                <a:latin typeface="Times New Roman"/>
                <a:ea typeface="Times New Roman"/>
                <a:cs typeface="Times New Roman"/>
              </a:rPr>
              <a:t>K</a:t>
            </a:r>
            <a:r>
              <a:rPr sz="2250" b="0" i="0">
                <a:solidFill>
                  <a:srgbClr val="5E717C"/>
                </a:solidFill>
                <a:latin typeface="Times New Roman"/>
                <a:ea typeface="Times New Roman"/>
                <a:cs typeface="Times New Roman"/>
              </a:rPr>
              <a:t> · PatchCore reports a single total</a:t>
            </a:r>
          </a:p>
        </p:txBody>
      </p:sp>
      <p:sp>
        <p:nvSpPr>
          <p:cNvPr id="41" name="t0-label">
            <a:extLst xmlns:a="http://schemas.openxmlformats.org/drawingml/2006/main">
              <a:ext uri="{FF2B5EF4-FFF2-40B4-BE49-F238E27FC236}">
                <a16:creationId xmlns:a16="http://schemas.microsoft.com/office/drawing/2014/main" id="{4CA90881-5044-46D1-BE24-9F3164729592}"/>
              </a:ext>
            </a:extLst>
          </p:cNvPr>
          <p:cNvSpPr>
            <a:spLocks xmlns:a="http://schemas.openxmlformats.org/drawingml/2006/main" noGrp="1"/>
          </p:cNvSpPr>
          <p:nvPr/>
        </p:nvSpPr>
        <p:spPr>
          <a:xfrm xmlns:a="http://schemas.openxmlformats.org/drawingml/2006/main">
            <a:off x="381000" y="6572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MPDD</a:t>
            </a:r>
          </a:p>
        </p:txBody>
      </p:sp>
      <p:sp>
        <p:nvSpPr>
          <p:cNvPr id="42" name="t0-bank">
            <a:extLst xmlns:a="http://schemas.openxmlformats.org/drawingml/2006/main">
              <a:ext uri="{FF2B5EF4-FFF2-40B4-BE49-F238E27FC236}">
                <a16:creationId xmlns:a16="http://schemas.microsoft.com/office/drawing/2014/main" id="{F0001410-B4BB-473A-949F-0AA23C896A11}"/>
              </a:ext>
            </a:extLst>
          </p:cNvPr>
          <p:cNvSpPr>
            <a:spLocks xmlns:a="http://schemas.openxmlformats.org/drawingml/2006/main" noGrp="1"/>
          </p:cNvSpPr>
          <p:nvPr/>
        </p:nvSpPr>
        <p:spPr>
          <a:xfrm xmlns:a="http://schemas.openxmlformats.org/drawingml/2006/main">
            <a:off x="4476750" y="6619875"/>
            <a:ext cx="23336" cy="209550"/>
          </a:xfrm>
          <a:prstGeom xmlns:a="http://schemas.openxmlformats.org/drawingml/2006/main" prst="rect">
            <a:avLst/>
          </a:prstGeom>
          <a:solidFill xmlns:a="http://schemas.openxmlformats.org/drawingml/2006/main">
            <a:srgbClr val="B9D6EA"/>
          </a:solidFill>
          <a:ln xmlns:a="http://schemas.openxmlformats.org/drawingml/2006/main" w="0">
            <a:noFill/>
            <a:prstDash val="solid"/>
          </a:ln>
        </p:spPr>
      </p:sp>
      <p:sp>
        <p:nvSpPr>
          <p:cNvPr id="43" name="t0-retrieval">
            <a:extLst xmlns:a="http://schemas.openxmlformats.org/drawingml/2006/main">
              <a:ext uri="{FF2B5EF4-FFF2-40B4-BE49-F238E27FC236}">
                <a16:creationId xmlns:a16="http://schemas.microsoft.com/office/drawing/2014/main" id="{A2026BFC-436E-497C-8B19-19228AAE4DC9}"/>
              </a:ext>
            </a:extLst>
          </p:cNvPr>
          <p:cNvSpPr>
            <a:spLocks xmlns:a="http://schemas.openxmlformats.org/drawingml/2006/main" noGrp="1"/>
          </p:cNvSpPr>
          <p:nvPr/>
        </p:nvSpPr>
        <p:spPr>
          <a:xfrm xmlns:a="http://schemas.openxmlformats.org/drawingml/2006/main">
            <a:off x="4500086" y="6619875"/>
            <a:ext cx="1492409" cy="209550"/>
          </a:xfrm>
          <a:prstGeom xmlns:a="http://schemas.openxmlformats.org/drawingml/2006/main" prst="rect">
            <a:avLst/>
          </a:prstGeom>
          <a:solidFill xmlns:a="http://schemas.openxmlformats.org/drawingml/2006/main">
            <a:srgbClr val="2E6F9E"/>
          </a:solidFill>
          <a:ln xmlns:a="http://schemas.openxmlformats.org/drawingml/2006/main" w="0">
            <a:noFill/>
            <a:prstDash val="solid"/>
          </a:ln>
        </p:spPr>
      </p:sp>
      <p:sp>
        <p:nvSpPr>
          <p:cNvPr id="44" name="t0-retrieval-t">
            <a:extLst xmlns:a="http://schemas.openxmlformats.org/drawingml/2006/main">
              <a:ext uri="{FF2B5EF4-FFF2-40B4-BE49-F238E27FC236}">
                <a16:creationId xmlns:a16="http://schemas.microsoft.com/office/drawing/2014/main" id="{ABBF5581-94B9-4121-80FF-4C2860261E7B}"/>
              </a:ext>
            </a:extLst>
          </p:cNvPr>
          <p:cNvSpPr>
            <a:spLocks xmlns:a="http://schemas.openxmlformats.org/drawingml/2006/main" noGrp="1"/>
          </p:cNvSpPr>
          <p:nvPr/>
        </p:nvSpPr>
        <p:spPr>
          <a:xfrm xmlns:a="http://schemas.openxmlformats.org/drawingml/2006/main">
            <a:off x="4500086" y="6581775"/>
            <a:ext cx="149240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FFFFFF"/>
                </a:solidFill>
                <a:latin typeface="Times New Roman"/>
                <a:ea typeface="Times New Roman"/>
                <a:cs typeface="Times New Roman"/>
              </a:defRPr>
            </a:pPr>
            <a:r>
              <a:rPr sz="2250" b="0" i="0">
                <a:solidFill>
                  <a:srgbClr val="FFFFFF"/>
                </a:solidFill>
                <a:latin typeface="Times New Roman"/>
                <a:ea typeface="Times New Roman"/>
                <a:cs typeface="Times New Roman"/>
              </a:rPr>
              <a:t>40.3</a:t>
            </a:r>
          </a:p>
        </p:txBody>
      </p:sp>
      <p:sp>
        <p:nvSpPr>
          <p:cNvPr id="45" name="t0-evaluation">
            <a:extLst xmlns:a="http://schemas.openxmlformats.org/drawingml/2006/main">
              <a:ext uri="{FF2B5EF4-FFF2-40B4-BE49-F238E27FC236}">
                <a16:creationId xmlns:a16="http://schemas.microsoft.com/office/drawing/2014/main" id="{E3D1F05A-B448-4C09-822D-18696F9D622E}"/>
              </a:ext>
            </a:extLst>
          </p:cNvPr>
          <p:cNvSpPr>
            <a:spLocks xmlns:a="http://schemas.openxmlformats.org/drawingml/2006/main" noGrp="1"/>
          </p:cNvSpPr>
          <p:nvPr/>
        </p:nvSpPr>
        <p:spPr>
          <a:xfrm xmlns:a="http://schemas.openxmlformats.org/drawingml/2006/main">
            <a:off x="5992495" y="6619875"/>
            <a:ext cx="325596" cy="209550"/>
          </a:xfrm>
          <a:prstGeom xmlns:a="http://schemas.openxmlformats.org/drawingml/2006/main" prst="rect">
            <a:avLst/>
          </a:prstGeom>
          <a:solidFill xmlns:a="http://schemas.openxmlformats.org/drawingml/2006/main">
            <a:srgbClr val="7FAFCE"/>
          </a:solidFill>
          <a:ln xmlns:a="http://schemas.openxmlformats.org/drawingml/2006/main" w="0">
            <a:noFill/>
            <a:prstDash val="solid"/>
          </a:ln>
        </p:spPr>
      </p:sp>
      <p:sp>
        <p:nvSpPr>
          <p:cNvPr id="46" name="t0-total">
            <a:extLst xmlns:a="http://schemas.openxmlformats.org/drawingml/2006/main">
              <a:ext uri="{FF2B5EF4-FFF2-40B4-BE49-F238E27FC236}">
                <a16:creationId xmlns:a16="http://schemas.microsoft.com/office/drawing/2014/main" id="{10E64DC5-8C53-49B4-A7AE-928C6AAC66FD}"/>
              </a:ext>
            </a:extLst>
          </p:cNvPr>
          <p:cNvSpPr>
            <a:spLocks xmlns:a="http://schemas.openxmlformats.org/drawingml/2006/main" noGrp="1"/>
          </p:cNvSpPr>
          <p:nvPr/>
        </p:nvSpPr>
        <p:spPr>
          <a:xfrm xmlns:a="http://schemas.openxmlformats.org/drawingml/2006/main">
            <a:off x="6413341" y="65722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49.7 </a:t>
            </a:r>
            <a:r>
              <a:rPr sz="2250" b="0" i="1">
                <a:solidFill>
                  <a:srgbClr val="1E2E38"/>
                </a:solidFill>
                <a:latin typeface="Times New Roman"/>
                <a:ea typeface="Times New Roman"/>
                <a:cs typeface="Times New Roman"/>
              </a:rPr>
              <a:t>s</a:t>
            </a:r>
          </a:p>
        </p:txBody>
      </p:sp>
      <p:sp>
        <p:nvSpPr>
          <p:cNvPr id="47" name="t1-label">
            <a:extLst xmlns:a="http://schemas.openxmlformats.org/drawingml/2006/main">
              <a:ext uri="{FF2B5EF4-FFF2-40B4-BE49-F238E27FC236}">
                <a16:creationId xmlns:a16="http://schemas.microsoft.com/office/drawing/2014/main" id="{C3AE5BFA-16D9-4A68-A950-BC9B39559B86}"/>
              </a:ext>
            </a:extLst>
          </p:cNvPr>
          <p:cNvSpPr>
            <a:spLocks xmlns:a="http://schemas.openxmlformats.org/drawingml/2006/main" noGrp="1"/>
          </p:cNvSpPr>
          <p:nvPr/>
        </p:nvSpPr>
        <p:spPr>
          <a:xfrm xmlns:a="http://schemas.openxmlformats.org/drawingml/2006/main">
            <a:off x="381000" y="7029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AnomalyDINO BTAD</a:t>
            </a:r>
          </a:p>
        </p:txBody>
      </p:sp>
      <p:sp>
        <p:nvSpPr>
          <p:cNvPr id="48" name="t1-bank">
            <a:extLst xmlns:a="http://schemas.openxmlformats.org/drawingml/2006/main">
              <a:ext uri="{FF2B5EF4-FFF2-40B4-BE49-F238E27FC236}">
                <a16:creationId xmlns:a16="http://schemas.microsoft.com/office/drawing/2014/main" id="{FB11C2C1-6906-440A-800B-974A2FDBE098}"/>
              </a:ext>
            </a:extLst>
          </p:cNvPr>
          <p:cNvSpPr>
            <a:spLocks xmlns:a="http://schemas.openxmlformats.org/drawingml/2006/main" noGrp="1"/>
          </p:cNvSpPr>
          <p:nvPr/>
        </p:nvSpPr>
        <p:spPr>
          <a:xfrm xmlns:a="http://schemas.openxmlformats.org/drawingml/2006/main">
            <a:off x="4476750" y="7077075"/>
            <a:ext cx="6297" cy="209550"/>
          </a:xfrm>
          <a:prstGeom xmlns:a="http://schemas.openxmlformats.org/drawingml/2006/main" prst="rect">
            <a:avLst/>
          </a:prstGeom>
          <a:solidFill xmlns:a="http://schemas.openxmlformats.org/drawingml/2006/main">
            <a:srgbClr val="B9D6EA"/>
          </a:solidFill>
          <a:ln xmlns:a="http://schemas.openxmlformats.org/drawingml/2006/main" w="0">
            <a:noFill/>
            <a:prstDash val="solid"/>
          </a:ln>
        </p:spPr>
      </p:sp>
      <p:sp>
        <p:nvSpPr>
          <p:cNvPr id="49" name="t1-retrieval">
            <a:extLst xmlns:a="http://schemas.openxmlformats.org/drawingml/2006/main">
              <a:ext uri="{FF2B5EF4-FFF2-40B4-BE49-F238E27FC236}">
                <a16:creationId xmlns:a16="http://schemas.microsoft.com/office/drawing/2014/main" id="{C4DE33AB-1AE8-4E2A-9F02-B81AB908F340}"/>
              </a:ext>
            </a:extLst>
          </p:cNvPr>
          <p:cNvSpPr>
            <a:spLocks xmlns:a="http://schemas.openxmlformats.org/drawingml/2006/main" noGrp="1"/>
          </p:cNvSpPr>
          <p:nvPr/>
        </p:nvSpPr>
        <p:spPr>
          <a:xfrm xmlns:a="http://schemas.openxmlformats.org/drawingml/2006/main">
            <a:off x="4483047" y="7077075"/>
            <a:ext cx="1679099" cy="209550"/>
          </a:xfrm>
          <a:prstGeom xmlns:a="http://schemas.openxmlformats.org/drawingml/2006/main" prst="rect">
            <a:avLst/>
          </a:prstGeom>
          <a:solidFill xmlns:a="http://schemas.openxmlformats.org/drawingml/2006/main">
            <a:srgbClr val="2E6F9E"/>
          </a:solidFill>
          <a:ln xmlns:a="http://schemas.openxmlformats.org/drawingml/2006/main" w="0">
            <a:noFill/>
            <a:prstDash val="solid"/>
          </a:ln>
        </p:spPr>
      </p:sp>
      <p:sp>
        <p:nvSpPr>
          <p:cNvPr id="50" name="t1-retrieval-t">
            <a:extLst xmlns:a="http://schemas.openxmlformats.org/drawingml/2006/main">
              <a:ext uri="{FF2B5EF4-FFF2-40B4-BE49-F238E27FC236}">
                <a16:creationId xmlns:a16="http://schemas.microsoft.com/office/drawing/2014/main" id="{134B7217-A69A-4DB7-80F6-B169E93314EC}"/>
              </a:ext>
            </a:extLst>
          </p:cNvPr>
          <p:cNvSpPr>
            <a:spLocks xmlns:a="http://schemas.openxmlformats.org/drawingml/2006/main" noGrp="1"/>
          </p:cNvSpPr>
          <p:nvPr/>
        </p:nvSpPr>
        <p:spPr>
          <a:xfrm xmlns:a="http://schemas.openxmlformats.org/drawingml/2006/main">
            <a:off x="4483047" y="7038975"/>
            <a:ext cx="1679099"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FFFFFF"/>
                </a:solidFill>
                <a:latin typeface="Times New Roman"/>
                <a:ea typeface="Times New Roman"/>
                <a:cs typeface="Times New Roman"/>
              </a:defRPr>
            </a:pPr>
            <a:r>
              <a:rPr sz="2250" b="0" i="0">
                <a:solidFill>
                  <a:srgbClr val="FFFFFF"/>
                </a:solidFill>
                <a:latin typeface="Times New Roman"/>
                <a:ea typeface="Times New Roman"/>
                <a:cs typeface="Times New Roman"/>
              </a:rPr>
              <a:t>45.3</a:t>
            </a:r>
          </a:p>
        </p:txBody>
      </p:sp>
      <p:sp>
        <p:nvSpPr>
          <p:cNvPr id="51" name="t1-evaluation">
            <a:extLst xmlns:a="http://schemas.openxmlformats.org/drawingml/2006/main">
              <a:ext uri="{FF2B5EF4-FFF2-40B4-BE49-F238E27FC236}">
                <a16:creationId xmlns:a16="http://schemas.microsoft.com/office/drawing/2014/main" id="{44199D40-8223-4ADE-8810-940389F62688}"/>
              </a:ext>
            </a:extLst>
          </p:cNvPr>
          <p:cNvSpPr>
            <a:spLocks xmlns:a="http://schemas.openxmlformats.org/drawingml/2006/main" noGrp="1"/>
          </p:cNvSpPr>
          <p:nvPr/>
        </p:nvSpPr>
        <p:spPr>
          <a:xfrm xmlns:a="http://schemas.openxmlformats.org/drawingml/2006/main">
            <a:off x="6162146" y="7077075"/>
            <a:ext cx="616373" cy="209550"/>
          </a:xfrm>
          <a:prstGeom xmlns:a="http://schemas.openxmlformats.org/drawingml/2006/main" prst="rect">
            <a:avLst/>
          </a:prstGeom>
          <a:solidFill xmlns:a="http://schemas.openxmlformats.org/drawingml/2006/main">
            <a:srgbClr val="7FAFCE"/>
          </a:solidFill>
          <a:ln xmlns:a="http://schemas.openxmlformats.org/drawingml/2006/main" w="0">
            <a:noFill/>
            <a:prstDash val="solid"/>
          </a:ln>
        </p:spPr>
      </p:sp>
      <p:sp>
        <p:nvSpPr>
          <p:cNvPr id="52" name="t1-total">
            <a:extLst xmlns:a="http://schemas.openxmlformats.org/drawingml/2006/main">
              <a:ext uri="{FF2B5EF4-FFF2-40B4-BE49-F238E27FC236}">
                <a16:creationId xmlns:a16="http://schemas.microsoft.com/office/drawing/2014/main" id="{C9C53140-73CE-4917-9250-A0A56ECFDD58}"/>
              </a:ext>
            </a:extLst>
          </p:cNvPr>
          <p:cNvSpPr>
            <a:spLocks xmlns:a="http://schemas.openxmlformats.org/drawingml/2006/main" noGrp="1"/>
          </p:cNvSpPr>
          <p:nvPr/>
        </p:nvSpPr>
        <p:spPr>
          <a:xfrm xmlns:a="http://schemas.openxmlformats.org/drawingml/2006/main">
            <a:off x="6873769" y="70294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62.1 </a:t>
            </a:r>
            <a:r>
              <a:rPr sz="2250" b="0" i="1">
                <a:solidFill>
                  <a:srgbClr val="1E2E38"/>
                </a:solidFill>
                <a:latin typeface="Times New Roman"/>
                <a:ea typeface="Times New Roman"/>
                <a:cs typeface="Times New Roman"/>
              </a:rPr>
              <a:t>s</a:t>
            </a:r>
          </a:p>
        </p:txBody>
      </p:sp>
      <p:sp>
        <p:nvSpPr>
          <p:cNvPr id="53" name="t2-label">
            <a:extLst xmlns:a="http://schemas.openxmlformats.org/drawingml/2006/main">
              <a:ext uri="{FF2B5EF4-FFF2-40B4-BE49-F238E27FC236}">
                <a16:creationId xmlns:a16="http://schemas.microsoft.com/office/drawing/2014/main" id="{532A43E5-5030-46C7-8F20-1AD73DF7F3D0}"/>
              </a:ext>
            </a:extLst>
          </p:cNvPr>
          <p:cNvSpPr>
            <a:spLocks xmlns:a="http://schemas.openxmlformats.org/drawingml/2006/main" noGrp="1"/>
          </p:cNvSpPr>
          <p:nvPr/>
        </p:nvSpPr>
        <p:spPr>
          <a:xfrm xmlns:a="http://schemas.openxmlformats.org/drawingml/2006/main">
            <a:off x="381000" y="74866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PatchCore 224 MPDD</a:t>
            </a:r>
          </a:p>
        </p:txBody>
      </p:sp>
      <p:sp>
        <p:nvSpPr>
          <p:cNvPr id="54" name="t2-retrieval">
            <a:extLst xmlns:a="http://schemas.openxmlformats.org/drawingml/2006/main">
              <a:ext uri="{FF2B5EF4-FFF2-40B4-BE49-F238E27FC236}">
                <a16:creationId xmlns:a16="http://schemas.microsoft.com/office/drawing/2014/main" id="{09339952-0586-4D34-8720-FCE9C8899352}"/>
              </a:ext>
            </a:extLst>
          </p:cNvPr>
          <p:cNvSpPr>
            <a:spLocks xmlns:a="http://schemas.openxmlformats.org/drawingml/2006/main" noGrp="1"/>
          </p:cNvSpPr>
          <p:nvPr/>
        </p:nvSpPr>
        <p:spPr>
          <a:xfrm xmlns:a="http://schemas.openxmlformats.org/drawingml/2006/main">
            <a:off x="4476750" y="7534275"/>
            <a:ext cx="5274733" cy="209550"/>
          </a:xfrm>
          <a:prstGeom xmlns:a="http://schemas.openxmlformats.org/drawingml/2006/main" prst="rect">
            <a:avLst/>
          </a:prstGeom>
          <a:solidFill xmlns:a="http://schemas.openxmlformats.org/drawingml/2006/main">
            <a:srgbClr val="B27C20"/>
          </a:solidFill>
          <a:ln xmlns:a="http://schemas.openxmlformats.org/drawingml/2006/main" w="0">
            <a:noFill/>
            <a:prstDash val="solid"/>
          </a:ln>
        </p:spPr>
      </p:sp>
      <p:sp>
        <p:nvSpPr>
          <p:cNvPr id="55" name="t2-retrieval-t">
            <a:extLst xmlns:a="http://schemas.openxmlformats.org/drawingml/2006/main">
              <a:ext uri="{FF2B5EF4-FFF2-40B4-BE49-F238E27FC236}">
                <a16:creationId xmlns:a16="http://schemas.microsoft.com/office/drawing/2014/main" id="{7EF4EC39-AB31-4E26-8420-2E9998F0D2A5}"/>
              </a:ext>
            </a:extLst>
          </p:cNvPr>
          <p:cNvSpPr>
            <a:spLocks xmlns:a="http://schemas.openxmlformats.org/drawingml/2006/main" noGrp="1"/>
          </p:cNvSpPr>
          <p:nvPr/>
        </p:nvSpPr>
        <p:spPr>
          <a:xfrm xmlns:a="http://schemas.openxmlformats.org/drawingml/2006/main">
            <a:off x="4476750" y="7496175"/>
            <a:ext cx="527473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FFFFFF"/>
                </a:solidFill>
                <a:latin typeface="Times New Roman"/>
                <a:ea typeface="Times New Roman"/>
                <a:cs typeface="Times New Roman"/>
              </a:defRPr>
            </a:pPr>
            <a:r>
              <a:rPr sz="2250" b="0" i="0">
                <a:solidFill>
                  <a:srgbClr val="FFFFFF"/>
                </a:solidFill>
                <a:latin typeface="Times New Roman"/>
                <a:ea typeface="Times New Roman"/>
                <a:cs typeface="Times New Roman"/>
              </a:rPr>
              <a:t>142.4</a:t>
            </a:r>
          </a:p>
        </p:txBody>
      </p:sp>
      <p:sp>
        <p:nvSpPr>
          <p:cNvPr id="56" name="t2-total">
            <a:extLst xmlns:a="http://schemas.openxmlformats.org/drawingml/2006/main">
              <a:ext uri="{FF2B5EF4-FFF2-40B4-BE49-F238E27FC236}">
                <a16:creationId xmlns:a16="http://schemas.microsoft.com/office/drawing/2014/main" id="{6D4078E2-625C-4607-BAAA-1940190CF499}"/>
              </a:ext>
            </a:extLst>
          </p:cNvPr>
          <p:cNvSpPr>
            <a:spLocks xmlns:a="http://schemas.openxmlformats.org/drawingml/2006/main" noGrp="1"/>
          </p:cNvSpPr>
          <p:nvPr/>
        </p:nvSpPr>
        <p:spPr>
          <a:xfrm xmlns:a="http://schemas.openxmlformats.org/drawingml/2006/main">
            <a:off x="9846733" y="74866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142.4 </a:t>
            </a:r>
            <a:r>
              <a:rPr sz="2250" b="0" i="1">
                <a:solidFill>
                  <a:srgbClr val="1E2E38"/>
                </a:solidFill>
                <a:latin typeface="Times New Roman"/>
                <a:ea typeface="Times New Roman"/>
                <a:cs typeface="Times New Roman"/>
              </a:rPr>
              <a:t>s</a:t>
            </a:r>
          </a:p>
        </p:txBody>
      </p:sp>
      <p:sp>
        <p:nvSpPr>
          <p:cNvPr id="57" name="t3-label">
            <a:extLst xmlns:a="http://schemas.openxmlformats.org/drawingml/2006/main">
              <a:ext uri="{FF2B5EF4-FFF2-40B4-BE49-F238E27FC236}">
                <a16:creationId xmlns:a16="http://schemas.microsoft.com/office/drawing/2014/main" id="{A33477D9-0DE2-4AB7-874F-2879DAF3593E}"/>
              </a:ext>
            </a:extLst>
          </p:cNvPr>
          <p:cNvSpPr>
            <a:spLocks xmlns:a="http://schemas.openxmlformats.org/drawingml/2006/main" noGrp="1"/>
          </p:cNvSpPr>
          <p:nvPr/>
        </p:nvSpPr>
        <p:spPr>
          <a:xfrm xmlns:a="http://schemas.openxmlformats.org/drawingml/2006/main">
            <a:off x="381000" y="7943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PatchCore 224 BTAD</a:t>
            </a:r>
          </a:p>
        </p:txBody>
      </p:sp>
      <p:sp>
        <p:nvSpPr>
          <p:cNvPr id="58" name="t3-retrieval">
            <a:extLst xmlns:a="http://schemas.openxmlformats.org/drawingml/2006/main">
              <a:ext uri="{FF2B5EF4-FFF2-40B4-BE49-F238E27FC236}">
                <a16:creationId xmlns:a16="http://schemas.microsoft.com/office/drawing/2014/main" id="{FAF24179-BCD5-4FB2-9548-58EF3B4C3860}"/>
              </a:ext>
            </a:extLst>
          </p:cNvPr>
          <p:cNvSpPr>
            <a:spLocks xmlns:a="http://schemas.openxmlformats.org/drawingml/2006/main" noGrp="1"/>
          </p:cNvSpPr>
          <p:nvPr/>
        </p:nvSpPr>
        <p:spPr>
          <a:xfrm xmlns:a="http://schemas.openxmlformats.org/drawingml/2006/main">
            <a:off x="4476750" y="7991475"/>
            <a:ext cx="5711825" cy="209550"/>
          </a:xfrm>
          <a:prstGeom xmlns:a="http://schemas.openxmlformats.org/drawingml/2006/main" prst="rect">
            <a:avLst/>
          </a:prstGeom>
          <a:solidFill xmlns:a="http://schemas.openxmlformats.org/drawingml/2006/main">
            <a:srgbClr val="B27C20"/>
          </a:solidFill>
          <a:ln xmlns:a="http://schemas.openxmlformats.org/drawingml/2006/main" w="0">
            <a:noFill/>
            <a:prstDash val="solid"/>
          </a:ln>
        </p:spPr>
      </p:sp>
      <p:sp>
        <p:nvSpPr>
          <p:cNvPr id="59" name="t3-retrieval-t">
            <a:extLst xmlns:a="http://schemas.openxmlformats.org/drawingml/2006/main">
              <a:ext uri="{FF2B5EF4-FFF2-40B4-BE49-F238E27FC236}">
                <a16:creationId xmlns:a16="http://schemas.microsoft.com/office/drawing/2014/main" id="{4307ECCA-ECBD-41E2-80CC-54E47184516A}"/>
              </a:ext>
            </a:extLst>
          </p:cNvPr>
          <p:cNvSpPr>
            <a:spLocks xmlns:a="http://schemas.openxmlformats.org/drawingml/2006/main" noGrp="1"/>
          </p:cNvSpPr>
          <p:nvPr/>
        </p:nvSpPr>
        <p:spPr>
          <a:xfrm xmlns:a="http://schemas.openxmlformats.org/drawingml/2006/main">
            <a:off x="4476750" y="7953375"/>
            <a:ext cx="5711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FFFFFF"/>
                </a:solidFill>
                <a:latin typeface="Times New Roman"/>
                <a:ea typeface="Times New Roman"/>
                <a:cs typeface="Times New Roman"/>
              </a:defRPr>
            </a:pPr>
            <a:r>
              <a:rPr sz="2250" b="0" i="0">
                <a:solidFill>
                  <a:srgbClr val="FFFFFF"/>
                </a:solidFill>
                <a:latin typeface="Times New Roman"/>
                <a:ea typeface="Times New Roman"/>
                <a:cs typeface="Times New Roman"/>
              </a:rPr>
              <a:t>154.2</a:t>
            </a:r>
          </a:p>
        </p:txBody>
      </p:sp>
      <p:sp>
        <p:nvSpPr>
          <p:cNvPr id="60" name="t3-total">
            <a:extLst xmlns:a="http://schemas.openxmlformats.org/drawingml/2006/main">
              <a:ext uri="{FF2B5EF4-FFF2-40B4-BE49-F238E27FC236}">
                <a16:creationId xmlns:a16="http://schemas.microsoft.com/office/drawing/2014/main" id="{C1BBD402-DD07-4E1D-9FB2-A9A5C876BDDA}"/>
              </a:ext>
            </a:extLst>
          </p:cNvPr>
          <p:cNvSpPr>
            <a:spLocks xmlns:a="http://schemas.openxmlformats.org/drawingml/2006/main" noGrp="1"/>
          </p:cNvSpPr>
          <p:nvPr/>
        </p:nvSpPr>
        <p:spPr>
          <a:xfrm xmlns:a="http://schemas.openxmlformats.org/drawingml/2006/main">
            <a:off x="10283825" y="79438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154.2 </a:t>
            </a:r>
            <a:r>
              <a:rPr sz="2250" b="0" i="1">
                <a:solidFill>
                  <a:srgbClr val="1E2E38"/>
                </a:solidFill>
                <a:latin typeface="Times New Roman"/>
                <a:ea typeface="Times New Roman"/>
                <a:cs typeface="Times New Roman"/>
              </a:rPr>
              <a:t>s</a:t>
            </a:r>
          </a:p>
        </p:txBody>
      </p:sp>
    </p:spTree>
    <p:extLst>
      <p:ext uri="{BB962C8B-B14F-4D97-AF65-F5344CB8AC3E}">
        <p14:creationId xmlns:p14="http://schemas.microsoft.com/office/powerpoint/2010/main" val="8956910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band-a">
            <a:extLst xmlns:a="http://schemas.openxmlformats.org/drawingml/2006/main">
              <a:ext uri="{FF2B5EF4-FFF2-40B4-BE49-F238E27FC236}">
                <a16:creationId xmlns:a16="http://schemas.microsoft.com/office/drawing/2014/main" id="{9E0E427F-0248-40E8-924B-58291321237D}"/>
              </a:ext>
            </a:extLst>
          </p:cNvPr>
          <p:cNvSpPr>
            <a:spLocks xmlns:a="http://schemas.openxmlformats.org/drawingml/2006/main" noGrp="1"/>
          </p:cNvSpPr>
          <p:nvPr/>
        </p:nvSpPr>
        <p:spPr>
          <a:xfrm xmlns:a="http://schemas.openxmlformats.org/drawingml/2006/main">
            <a:off x="152400" y="76200"/>
            <a:ext cx="11887200" cy="3448050"/>
          </a:xfrm>
          <a:prstGeom xmlns:a="http://schemas.openxmlformats.org/drawingml/2006/main" prst="rect">
            <a:avLst/>
          </a:prstGeom>
          <a:solidFill xmlns:a="http://schemas.openxmlformats.org/drawingml/2006/main">
            <a:srgbClr val="F4F9FC"/>
          </a:solidFill>
          <a:ln xmlns:a="http://schemas.openxmlformats.org/drawingml/2006/main" w="0">
            <a:noFill/>
            <a:prstDash val="solid"/>
          </a:ln>
        </p:spPr>
      </p:sp>
      <p:sp>
        <p:nvSpPr>
          <p:cNvPr id="2" name="band-b">
            <a:extLst xmlns:a="http://schemas.openxmlformats.org/drawingml/2006/main">
              <a:ext uri="{FF2B5EF4-FFF2-40B4-BE49-F238E27FC236}">
                <a16:creationId xmlns:a16="http://schemas.microsoft.com/office/drawing/2014/main" id="{8593E753-D4A8-457D-BD3A-6A887CA3FC41}"/>
              </a:ext>
            </a:extLst>
          </p:cNvPr>
          <p:cNvSpPr>
            <a:spLocks xmlns:a="http://schemas.openxmlformats.org/drawingml/2006/main" noGrp="1"/>
          </p:cNvSpPr>
          <p:nvPr/>
        </p:nvSpPr>
        <p:spPr>
          <a:xfrm xmlns:a="http://schemas.openxmlformats.org/drawingml/2006/main">
            <a:off x="152400" y="3657600"/>
            <a:ext cx="11887200" cy="2438400"/>
          </a:xfrm>
          <a:prstGeom xmlns:a="http://schemas.openxmlformats.org/drawingml/2006/main" prst="rect">
            <a:avLst/>
          </a:prstGeom>
          <a:solidFill xmlns:a="http://schemas.openxmlformats.org/drawingml/2006/main">
            <a:srgbClr val="FDF8F1"/>
          </a:solidFill>
          <a:ln xmlns:a="http://schemas.openxmlformats.org/drawingml/2006/main" w="0">
            <a:noFill/>
            <a:prstDash val="solid"/>
          </a:ln>
        </p:spPr>
      </p:sp>
      <p:sp>
        <p:nvSpPr>
          <p:cNvPr id="3" name="band-c">
            <a:extLst xmlns:a="http://schemas.openxmlformats.org/drawingml/2006/main">
              <a:ext uri="{FF2B5EF4-FFF2-40B4-BE49-F238E27FC236}">
                <a16:creationId xmlns:a16="http://schemas.microsoft.com/office/drawing/2014/main" id="{9CF03FFE-628D-4B92-BE7B-BD03F25612B9}"/>
              </a:ext>
            </a:extLst>
          </p:cNvPr>
          <p:cNvSpPr>
            <a:spLocks xmlns:a="http://schemas.openxmlformats.org/drawingml/2006/main" noGrp="1"/>
          </p:cNvSpPr>
          <p:nvPr/>
        </p:nvSpPr>
        <p:spPr>
          <a:xfrm xmlns:a="http://schemas.openxmlformats.org/drawingml/2006/main">
            <a:off x="152400" y="6172200"/>
            <a:ext cx="11887200" cy="2247900"/>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 name="sec-a-chip">
            <a:extLst xmlns:a="http://schemas.openxmlformats.org/drawingml/2006/main">
              <a:ext uri="{FF2B5EF4-FFF2-40B4-BE49-F238E27FC236}">
                <a16:creationId xmlns:a16="http://schemas.microsoft.com/office/drawing/2014/main" id="{D05C1DE1-00B1-4E4A-8DAE-0850DAAD0C28}"/>
              </a:ext>
            </a:extLst>
          </p:cNvPr>
          <p:cNvSpPr>
            <a:spLocks xmlns:a="http://schemas.openxmlformats.org/drawingml/2006/main" noGrp="1"/>
          </p:cNvSpPr>
          <p:nvPr/>
        </p:nvSpPr>
        <p:spPr>
          <a:xfrm xmlns:a="http://schemas.openxmlformats.org/drawingml/2006/main">
            <a:off x="304800" y="1714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5" name="sec-a-chip-text">
            <a:extLst xmlns:a="http://schemas.openxmlformats.org/drawingml/2006/main">
              <a:ext uri="{FF2B5EF4-FFF2-40B4-BE49-F238E27FC236}">
                <a16:creationId xmlns:a16="http://schemas.microsoft.com/office/drawing/2014/main" id="{8563E9C1-8A75-4437-A148-D76DD926A967}"/>
              </a:ext>
            </a:extLst>
          </p:cNvPr>
          <p:cNvSpPr>
            <a:spLocks xmlns:a="http://schemas.openxmlformats.org/drawingml/2006/main" noGrp="1"/>
          </p:cNvSpPr>
          <p:nvPr/>
        </p:nvSpPr>
        <p:spPr>
          <a:xfrm xmlns:a="http://schemas.openxmlformats.org/drawingml/2006/main">
            <a:off x="323850" y="171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a</a:t>
            </a:r>
          </a:p>
        </p:txBody>
      </p:sp>
      <p:sp>
        <p:nvSpPr>
          <p:cNvPr id="6" name="sec-a">
            <a:extLst xmlns:a="http://schemas.openxmlformats.org/drawingml/2006/main">
              <a:ext uri="{FF2B5EF4-FFF2-40B4-BE49-F238E27FC236}">
                <a16:creationId xmlns:a16="http://schemas.microsoft.com/office/drawing/2014/main" id="{10464C6B-D005-4C1F-966F-DAD8C850CAE0}"/>
              </a:ext>
            </a:extLst>
          </p:cNvPr>
          <p:cNvSpPr>
            <a:spLocks xmlns:a="http://schemas.openxmlformats.org/drawingml/2006/main" noGrp="1"/>
          </p:cNvSpPr>
          <p:nvPr/>
        </p:nvSpPr>
        <p:spPr>
          <a:xfrm xmlns:a="http://schemas.openxmlformats.org/drawingml/2006/main">
            <a:off x="876300" y="1333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The four branches and their native geometry</a:t>
            </a:r>
          </a:p>
        </p:txBody>
      </p:sp>
      <p:sp>
        <p:nvSpPr>
          <p:cNvPr id="7" name="enc-B">
            <a:extLst xmlns:a="http://schemas.openxmlformats.org/drawingml/2006/main">
              <a:ext uri="{FF2B5EF4-FFF2-40B4-BE49-F238E27FC236}">
                <a16:creationId xmlns:a16="http://schemas.microsoft.com/office/drawing/2014/main" id="{3B0D35D4-20D4-47D8-82D4-6276ECD84BAB}"/>
              </a:ext>
            </a:extLst>
          </p:cNvPr>
          <p:cNvSpPr>
            <a:spLocks xmlns:a="http://schemas.openxmlformats.org/drawingml/2006/main" noGrp="1"/>
          </p:cNvSpPr>
          <p:nvPr/>
        </p:nvSpPr>
        <p:spPr>
          <a:xfrm xmlns:a="http://schemas.openxmlformats.org/drawingml/2006/main">
            <a:off x="228600" y="685800"/>
            <a:ext cx="28956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5240">
            <a:solidFill>
              <a:srgbClr val="CBD6DC"/>
            </a:solidFill>
            <a:prstDash val="solid"/>
          </a:ln>
        </p:spPr>
      </p:sp>
      <p:sp>
        <p:nvSpPr>
          <p:cNvPr id="8" name="enc-B-tag">
            <a:extLst xmlns:a="http://schemas.openxmlformats.org/drawingml/2006/main">
              <a:ext uri="{FF2B5EF4-FFF2-40B4-BE49-F238E27FC236}">
                <a16:creationId xmlns:a16="http://schemas.microsoft.com/office/drawing/2014/main" id="{6A6F8B92-EF63-4F30-A3AE-73AAD2B678FC}"/>
              </a:ext>
            </a:extLst>
          </p:cNvPr>
          <p:cNvSpPr>
            <a:spLocks xmlns:a="http://schemas.openxmlformats.org/drawingml/2006/main" noGrp="1"/>
          </p:cNvSpPr>
          <p:nvPr/>
        </p:nvSpPr>
        <p:spPr>
          <a:xfrm xmlns:a="http://schemas.openxmlformats.org/drawingml/2006/main">
            <a:off x="342900" y="762000"/>
            <a:ext cx="4191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9" name="enc-B-tag-text">
            <a:extLst xmlns:a="http://schemas.openxmlformats.org/drawingml/2006/main">
              <a:ext uri="{FF2B5EF4-FFF2-40B4-BE49-F238E27FC236}">
                <a16:creationId xmlns:a16="http://schemas.microsoft.com/office/drawing/2014/main" id="{C1499C3B-61C0-4D27-99C2-3CB52ED5DA70}"/>
              </a:ext>
            </a:extLst>
          </p:cNvPr>
          <p:cNvSpPr>
            <a:spLocks xmlns:a="http://schemas.openxmlformats.org/drawingml/2006/main" noGrp="1"/>
          </p:cNvSpPr>
          <p:nvPr/>
        </p:nvSpPr>
        <p:spPr>
          <a:xfrm xmlns:a="http://schemas.openxmlformats.org/drawingml/2006/main">
            <a:off x="381000" y="7620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B</a:t>
            </a:r>
          </a:p>
        </p:txBody>
      </p:sp>
      <p:sp>
        <p:nvSpPr>
          <p:cNvPr id="10" name="enc-B-title">
            <a:extLst xmlns:a="http://schemas.openxmlformats.org/drawingml/2006/main">
              <a:ext uri="{FF2B5EF4-FFF2-40B4-BE49-F238E27FC236}">
                <a16:creationId xmlns:a16="http://schemas.microsoft.com/office/drawing/2014/main" id="{17DDCE70-D36E-41E3-8850-2686D1B3238F}"/>
              </a:ext>
            </a:extLst>
          </p:cNvPr>
          <p:cNvSpPr>
            <a:spLocks xmlns:a="http://schemas.openxmlformats.org/drawingml/2006/main" noGrp="1"/>
          </p:cNvSpPr>
          <p:nvPr/>
        </p:nvSpPr>
        <p:spPr>
          <a:xfrm xmlns:a="http://schemas.openxmlformats.org/drawingml/2006/main">
            <a:off x="819150" y="762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DINOv2-</a:t>
            </a:r>
            <a:r>
              <a:rPr sz="2250" b="1" i="1">
                <a:solidFill>
                  <a:srgbClr val="1E2E38"/>
                </a:solidFill>
                <a:latin typeface="Times New Roman"/>
                <a:ea typeface="Times New Roman"/>
                <a:cs typeface="Times New Roman"/>
              </a:rPr>
              <a:t>B</a:t>
            </a:r>
          </a:p>
        </p:txBody>
      </p:sp>
      <p:sp>
        <p:nvSpPr>
          <p:cNvPr id="11" name="enc-B-r0">
            <a:extLst xmlns:a="http://schemas.openxmlformats.org/drawingml/2006/main">
              <a:ext uri="{FF2B5EF4-FFF2-40B4-BE49-F238E27FC236}">
                <a16:creationId xmlns:a16="http://schemas.microsoft.com/office/drawing/2014/main" id="{06E65BC9-8D04-4CB6-9DBF-24BFD4A20E1D}"/>
              </a:ext>
            </a:extLst>
          </p:cNvPr>
          <p:cNvSpPr>
            <a:spLocks xmlns:a="http://schemas.openxmlformats.org/drawingml/2006/main" noGrp="1"/>
          </p:cNvSpPr>
          <p:nvPr/>
        </p:nvSpPr>
        <p:spPr>
          <a:xfrm xmlns:a="http://schemas.openxmlformats.org/drawingml/2006/main">
            <a:off x="342900" y="1447800"/>
            <a:ext cx="2667000" cy="361950"/>
          </a:xfrm>
          <a:prstGeom xmlns:a="http://schemas.openxmlformats.org/drawingml/2006/main" prst="roundRect">
            <a:avLst>
              <a:gd name="adj" fmla="val 15789"/>
            </a:avLst>
          </a:prstGeom>
          <a:solidFill xmlns:a="http://schemas.openxmlformats.org/drawingml/2006/main">
            <a:srgbClr val="EDF1F3"/>
          </a:solidFill>
          <a:ln xmlns:a="http://schemas.openxmlformats.org/drawingml/2006/main" w="15240">
            <a:solidFill>
              <a:srgbClr val="94A5AE"/>
            </a:solidFill>
            <a:prstDash val="solid"/>
          </a:ln>
        </p:spPr>
      </p:sp>
      <p:sp>
        <p:nvSpPr>
          <p:cNvPr id="12" name="enc-B-r0-t">
            <a:extLst xmlns:a="http://schemas.openxmlformats.org/drawingml/2006/main">
              <a:ext uri="{FF2B5EF4-FFF2-40B4-BE49-F238E27FC236}">
                <a16:creationId xmlns:a16="http://schemas.microsoft.com/office/drawing/2014/main" id="{305FCCFC-4644-49C2-91F6-B0E34F105043}"/>
              </a:ext>
            </a:extLst>
          </p:cNvPr>
          <p:cNvSpPr>
            <a:spLocks xmlns:a="http://schemas.openxmlformats.org/drawingml/2006/main" noGrp="1"/>
          </p:cNvSpPr>
          <p:nvPr/>
        </p:nvSpPr>
        <p:spPr>
          <a:xfrm xmlns:a="http://schemas.openxmlformats.org/drawingml/2006/main">
            <a:off x="381000" y="14478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ViT-</a:t>
            </a:r>
            <a:r>
              <a:rPr sz="2250" b="0" i="1">
                <a:solidFill>
                  <a:srgbClr val="1E2E38"/>
                </a:solidFill>
                <a:latin typeface="Times New Roman"/>
                <a:ea typeface="Times New Roman"/>
                <a:cs typeface="Times New Roman"/>
              </a:rPr>
              <a:t>B</a:t>
            </a:r>
            <a:r>
              <a:rPr sz="2250" b="0" i="0">
                <a:solidFill>
                  <a:srgbClr val="1E2E38"/>
                </a:solidFill>
                <a:latin typeface="Times New Roman"/>
                <a:ea typeface="Times New Roman"/>
                <a:cs typeface="Times New Roman"/>
              </a:rPr>
              <a:t>/14, frozen</a:t>
            </a:r>
          </a:p>
        </p:txBody>
      </p:sp>
      <p:sp>
        <p:nvSpPr>
          <p:cNvPr id="13" name="enc-B-r1">
            <a:extLst xmlns:a="http://schemas.openxmlformats.org/drawingml/2006/main">
              <a:ext uri="{FF2B5EF4-FFF2-40B4-BE49-F238E27FC236}">
                <a16:creationId xmlns:a16="http://schemas.microsoft.com/office/drawing/2014/main" id="{2DAFD988-8C72-4601-98F7-24710861F972}"/>
              </a:ext>
            </a:extLst>
          </p:cNvPr>
          <p:cNvSpPr>
            <a:spLocks xmlns:a="http://schemas.openxmlformats.org/drawingml/2006/main" noGrp="1"/>
          </p:cNvSpPr>
          <p:nvPr/>
        </p:nvSpPr>
        <p:spPr>
          <a:xfrm xmlns:a="http://schemas.openxmlformats.org/drawingml/2006/main">
            <a:off x="342900" y="1866900"/>
            <a:ext cx="2667000" cy="361950"/>
          </a:xfrm>
          <a:prstGeom xmlns:a="http://schemas.openxmlformats.org/drawingml/2006/main" prst="roundRect">
            <a:avLst>
              <a:gd name="adj" fmla="val 15789"/>
            </a:avLst>
          </a:prstGeom>
          <a:solidFill xmlns:a="http://schemas.openxmlformats.org/drawingml/2006/main">
            <a:srgbClr val="EEF5FA"/>
          </a:solidFill>
          <a:ln xmlns:a="http://schemas.openxmlformats.org/drawingml/2006/main" w="15240">
            <a:solidFill>
              <a:srgbClr val="2E6F9E"/>
            </a:solidFill>
            <a:prstDash val="solid"/>
          </a:ln>
        </p:spPr>
      </p:sp>
      <p:sp>
        <p:nvSpPr>
          <p:cNvPr id="14" name="enc-B-r1-t">
            <a:extLst xmlns:a="http://schemas.openxmlformats.org/drawingml/2006/main">
              <a:ext uri="{FF2B5EF4-FFF2-40B4-BE49-F238E27FC236}">
                <a16:creationId xmlns:a16="http://schemas.microsoft.com/office/drawing/2014/main" id="{D0785822-5A96-4CD9-84E0-CE6AB5FDD8B3}"/>
              </a:ext>
            </a:extLst>
          </p:cNvPr>
          <p:cNvSpPr>
            <a:spLocks xmlns:a="http://schemas.openxmlformats.org/drawingml/2006/main" noGrp="1"/>
          </p:cNvSpPr>
          <p:nvPr/>
        </p:nvSpPr>
        <p:spPr>
          <a:xfrm xmlns:a="http://schemas.openxmlformats.org/drawingml/2006/main">
            <a:off x="381000" y="18669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448 canvas, cropped</a:t>
            </a:r>
          </a:p>
        </p:txBody>
      </p:sp>
      <p:sp>
        <p:nvSpPr>
          <p:cNvPr id="15" name="enc-B-r2">
            <a:extLst xmlns:a="http://schemas.openxmlformats.org/drawingml/2006/main">
              <a:ext uri="{FF2B5EF4-FFF2-40B4-BE49-F238E27FC236}">
                <a16:creationId xmlns:a16="http://schemas.microsoft.com/office/drawing/2014/main" id="{B1ED36F9-14DD-4BE2-9645-0ED7AE2CE0B3}"/>
              </a:ext>
            </a:extLst>
          </p:cNvPr>
          <p:cNvSpPr>
            <a:spLocks xmlns:a="http://schemas.openxmlformats.org/drawingml/2006/main" noGrp="1"/>
          </p:cNvSpPr>
          <p:nvPr/>
        </p:nvSpPr>
        <p:spPr>
          <a:xfrm xmlns:a="http://schemas.openxmlformats.org/drawingml/2006/main">
            <a:off x="342900" y="228600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16" name="enc-B-r2-t">
            <a:extLst xmlns:a="http://schemas.openxmlformats.org/drawingml/2006/main">
              <a:ext uri="{FF2B5EF4-FFF2-40B4-BE49-F238E27FC236}">
                <a16:creationId xmlns:a16="http://schemas.microsoft.com/office/drawing/2014/main" id="{7DC7D215-5763-459A-A211-09C20EE77E35}"/>
              </a:ext>
            </a:extLst>
          </p:cNvPr>
          <p:cNvSpPr>
            <a:spLocks xmlns:a="http://schemas.openxmlformats.org/drawingml/2006/main" noGrp="1"/>
          </p:cNvSpPr>
          <p:nvPr/>
        </p:nvSpPr>
        <p:spPr>
          <a:xfrm xmlns:a="http://schemas.openxmlformats.org/drawingml/2006/main">
            <a:off x="381000" y="22860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32 × 32 patch tokens</a:t>
            </a:r>
          </a:p>
        </p:txBody>
      </p:sp>
      <p:sp>
        <p:nvSpPr>
          <p:cNvPr id="17" name="enc-B-r3">
            <a:extLst xmlns:a="http://schemas.openxmlformats.org/drawingml/2006/main">
              <a:ext uri="{FF2B5EF4-FFF2-40B4-BE49-F238E27FC236}">
                <a16:creationId xmlns:a16="http://schemas.microsoft.com/office/drawing/2014/main" id="{F08DA06C-8277-4EF2-809A-3DF9429A5FC4}"/>
              </a:ext>
            </a:extLst>
          </p:cNvPr>
          <p:cNvSpPr>
            <a:spLocks xmlns:a="http://schemas.openxmlformats.org/drawingml/2006/main" noGrp="1"/>
          </p:cNvSpPr>
          <p:nvPr/>
        </p:nvSpPr>
        <p:spPr>
          <a:xfrm xmlns:a="http://schemas.openxmlformats.org/drawingml/2006/main">
            <a:off x="342900" y="2705100"/>
            <a:ext cx="2667000" cy="361950"/>
          </a:xfrm>
          <a:prstGeom xmlns:a="http://schemas.openxmlformats.org/drawingml/2006/main" prst="roundRect">
            <a:avLst>
              <a:gd name="adj" fmla="val 15789"/>
            </a:avLst>
          </a:prstGeom>
          <a:solidFill xmlns:a="http://schemas.openxmlformats.org/drawingml/2006/main">
            <a:srgbClr val="DCEBF7"/>
          </a:solidFill>
          <a:ln xmlns:a="http://schemas.openxmlformats.org/drawingml/2006/main" w="15240">
            <a:solidFill>
              <a:srgbClr val="2E6F9E"/>
            </a:solidFill>
            <a:prstDash val="solid"/>
          </a:ln>
        </p:spPr>
      </p:sp>
      <p:sp>
        <p:nvSpPr>
          <p:cNvPr id="18" name="enc-B-r3-t">
            <a:extLst xmlns:a="http://schemas.openxmlformats.org/drawingml/2006/main">
              <a:ext uri="{FF2B5EF4-FFF2-40B4-BE49-F238E27FC236}">
                <a16:creationId xmlns:a16="http://schemas.microsoft.com/office/drawing/2014/main" id="{7921B994-2B43-4CB1-AD0B-1E399B35DF6D}"/>
              </a:ext>
            </a:extLst>
          </p:cNvPr>
          <p:cNvSpPr>
            <a:spLocks xmlns:a="http://schemas.openxmlformats.org/drawingml/2006/main" noGrp="1"/>
          </p:cNvSpPr>
          <p:nvPr/>
        </p:nvSpPr>
        <p:spPr>
          <a:xfrm xmlns:a="http://schemas.openxmlformats.org/drawingml/2006/main">
            <a:off x="381000" y="27051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768-</a:t>
            </a:r>
            <a:r>
              <a:rPr sz="2250" b="0" i="1">
                <a:solidFill>
                  <a:srgbClr val="1E2E38"/>
                </a:solidFill>
                <a:latin typeface="Times New Roman"/>
                <a:ea typeface="Times New Roman"/>
                <a:cs typeface="Times New Roman"/>
              </a:rPr>
              <a:t>D</a:t>
            </a:r>
            <a:r>
              <a:rPr sz="2250" b="0" i="0">
                <a:solidFill>
                  <a:srgbClr val="1E2E38"/>
                </a:solidFill>
                <a:latin typeface="Times New Roman"/>
                <a:ea typeface="Times New Roman"/>
                <a:cs typeface="Times New Roman"/>
              </a:rPr>
              <a:t>, ℓ2 unit</a:t>
            </a:r>
          </a:p>
        </p:txBody>
      </p:sp>
      <p:sp>
        <p:nvSpPr>
          <p:cNvPr id="19" name="enc-B-common">
            <a:extLst xmlns:a="http://schemas.openxmlformats.org/drawingml/2006/main">
              <a:ext uri="{FF2B5EF4-FFF2-40B4-BE49-F238E27FC236}">
                <a16:creationId xmlns:a16="http://schemas.microsoft.com/office/drawing/2014/main" id="{529EE6F8-7CA8-4ADA-A6B6-2DFFEB96F9D1}"/>
              </a:ext>
            </a:extLst>
          </p:cNvPr>
          <p:cNvSpPr>
            <a:spLocks xmlns:a="http://schemas.openxmlformats.org/drawingml/2006/main" noGrp="1"/>
          </p:cNvSpPr>
          <p:nvPr/>
        </p:nvSpPr>
        <p:spPr>
          <a:xfrm xmlns:a="http://schemas.openxmlformats.org/drawingml/2006/main">
            <a:off x="323850" y="3143250"/>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already on the grid</a:t>
            </a:r>
          </a:p>
        </p:txBody>
      </p:sp>
      <p:sp>
        <p:nvSpPr>
          <p:cNvPr id="20" name="enc-C">
            <a:extLst xmlns:a="http://schemas.openxmlformats.org/drawingml/2006/main">
              <a:ext uri="{FF2B5EF4-FFF2-40B4-BE49-F238E27FC236}">
                <a16:creationId xmlns:a16="http://schemas.microsoft.com/office/drawing/2014/main" id="{EC419313-2EAA-4796-9F4A-B3CA169B8FE4}"/>
              </a:ext>
            </a:extLst>
          </p:cNvPr>
          <p:cNvSpPr>
            <a:spLocks xmlns:a="http://schemas.openxmlformats.org/drawingml/2006/main" noGrp="1"/>
          </p:cNvSpPr>
          <p:nvPr/>
        </p:nvSpPr>
        <p:spPr>
          <a:xfrm xmlns:a="http://schemas.openxmlformats.org/drawingml/2006/main">
            <a:off x="3200400" y="685800"/>
            <a:ext cx="28956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5240">
            <a:solidFill>
              <a:srgbClr val="CBD6DC"/>
            </a:solidFill>
            <a:prstDash val="solid"/>
          </a:ln>
        </p:spPr>
      </p:sp>
      <p:sp>
        <p:nvSpPr>
          <p:cNvPr id="21" name="enc-C-tag">
            <a:extLst xmlns:a="http://schemas.openxmlformats.org/drawingml/2006/main">
              <a:ext uri="{FF2B5EF4-FFF2-40B4-BE49-F238E27FC236}">
                <a16:creationId xmlns:a16="http://schemas.microsoft.com/office/drawing/2014/main" id="{77B60703-87CF-48DB-9BA7-99BB179FFF0D}"/>
              </a:ext>
            </a:extLst>
          </p:cNvPr>
          <p:cNvSpPr>
            <a:spLocks xmlns:a="http://schemas.openxmlformats.org/drawingml/2006/main" noGrp="1"/>
          </p:cNvSpPr>
          <p:nvPr/>
        </p:nvSpPr>
        <p:spPr>
          <a:xfrm xmlns:a="http://schemas.openxmlformats.org/drawingml/2006/main">
            <a:off x="3314700" y="762000"/>
            <a:ext cx="4191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22" name="enc-C-tag-text">
            <a:extLst xmlns:a="http://schemas.openxmlformats.org/drawingml/2006/main">
              <a:ext uri="{FF2B5EF4-FFF2-40B4-BE49-F238E27FC236}">
                <a16:creationId xmlns:a16="http://schemas.microsoft.com/office/drawing/2014/main" id="{2C1D57B2-E098-4E56-9CAC-4807256C7729}"/>
              </a:ext>
            </a:extLst>
          </p:cNvPr>
          <p:cNvSpPr>
            <a:spLocks xmlns:a="http://schemas.openxmlformats.org/drawingml/2006/main" noGrp="1"/>
          </p:cNvSpPr>
          <p:nvPr/>
        </p:nvSpPr>
        <p:spPr>
          <a:xfrm xmlns:a="http://schemas.openxmlformats.org/drawingml/2006/main">
            <a:off x="3352800" y="7620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C</a:t>
            </a:r>
          </a:p>
        </p:txBody>
      </p:sp>
      <p:sp>
        <p:nvSpPr>
          <p:cNvPr id="23" name="enc-C-title">
            <a:extLst xmlns:a="http://schemas.openxmlformats.org/drawingml/2006/main">
              <a:ext uri="{FF2B5EF4-FFF2-40B4-BE49-F238E27FC236}">
                <a16:creationId xmlns:a16="http://schemas.microsoft.com/office/drawing/2014/main" id="{D94440BA-3530-4E92-B3A1-2C16B8265E67}"/>
              </a:ext>
            </a:extLst>
          </p:cNvPr>
          <p:cNvSpPr>
            <a:spLocks xmlns:a="http://schemas.openxmlformats.org/drawingml/2006/main" noGrp="1"/>
          </p:cNvSpPr>
          <p:nvPr/>
        </p:nvSpPr>
        <p:spPr>
          <a:xfrm xmlns:a="http://schemas.openxmlformats.org/drawingml/2006/main">
            <a:off x="3790950" y="762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AnomalyCLIP visual</a:t>
            </a:r>
          </a:p>
        </p:txBody>
      </p:sp>
      <p:sp>
        <p:nvSpPr>
          <p:cNvPr id="24" name="enc-C-r0">
            <a:extLst xmlns:a="http://schemas.openxmlformats.org/drawingml/2006/main">
              <a:ext uri="{FF2B5EF4-FFF2-40B4-BE49-F238E27FC236}">
                <a16:creationId xmlns:a16="http://schemas.microsoft.com/office/drawing/2014/main" id="{580FBC3D-0455-49BD-8F10-E447AFC2CC3F}"/>
              </a:ext>
            </a:extLst>
          </p:cNvPr>
          <p:cNvSpPr>
            <a:spLocks xmlns:a="http://schemas.openxmlformats.org/drawingml/2006/main" noGrp="1"/>
          </p:cNvSpPr>
          <p:nvPr/>
        </p:nvSpPr>
        <p:spPr>
          <a:xfrm xmlns:a="http://schemas.openxmlformats.org/drawingml/2006/main">
            <a:off x="3314700" y="1447800"/>
            <a:ext cx="2667000" cy="361950"/>
          </a:xfrm>
          <a:prstGeom xmlns:a="http://schemas.openxmlformats.org/drawingml/2006/main" prst="roundRect">
            <a:avLst>
              <a:gd name="adj" fmla="val 15789"/>
            </a:avLst>
          </a:prstGeom>
          <a:solidFill xmlns:a="http://schemas.openxmlformats.org/drawingml/2006/main">
            <a:srgbClr val="EDF1F3"/>
          </a:solidFill>
          <a:ln xmlns:a="http://schemas.openxmlformats.org/drawingml/2006/main" w="15240">
            <a:solidFill>
              <a:srgbClr val="94A5AE"/>
            </a:solidFill>
            <a:prstDash val="solid"/>
          </a:ln>
        </p:spPr>
      </p:sp>
      <p:sp>
        <p:nvSpPr>
          <p:cNvPr id="25" name="enc-C-r0-t">
            <a:extLst xmlns:a="http://schemas.openxmlformats.org/drawingml/2006/main">
              <a:ext uri="{FF2B5EF4-FFF2-40B4-BE49-F238E27FC236}">
                <a16:creationId xmlns:a16="http://schemas.microsoft.com/office/drawing/2014/main" id="{EBBBDD59-B72C-4E95-A035-5BE13314FE15}"/>
              </a:ext>
            </a:extLst>
          </p:cNvPr>
          <p:cNvSpPr>
            <a:spLocks xmlns:a="http://schemas.openxmlformats.org/drawingml/2006/main" noGrp="1"/>
          </p:cNvSpPr>
          <p:nvPr/>
        </p:nvSpPr>
        <p:spPr>
          <a:xfrm xmlns:a="http://schemas.openxmlformats.org/drawingml/2006/main">
            <a:off x="3352800" y="14478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ViT-</a:t>
            </a:r>
            <a:r>
              <a:rPr sz="2250" b="0" i="1">
                <a:solidFill>
                  <a:srgbClr val="1E2E38"/>
                </a:solidFill>
                <a:latin typeface="Times New Roman"/>
                <a:ea typeface="Times New Roman"/>
                <a:cs typeface="Times New Roman"/>
              </a:rPr>
              <a:t>L</a:t>
            </a:r>
            <a:r>
              <a:rPr sz="2250" b="0" i="0">
                <a:solidFill>
                  <a:srgbClr val="1E2E38"/>
                </a:solidFill>
                <a:latin typeface="Times New Roman"/>
                <a:ea typeface="Times New Roman"/>
                <a:cs typeface="Times New Roman"/>
              </a:rPr>
              <a:t>/14, frozen</a:t>
            </a:r>
          </a:p>
        </p:txBody>
      </p:sp>
      <p:sp>
        <p:nvSpPr>
          <p:cNvPr id="26" name="enc-C-r1">
            <a:extLst xmlns:a="http://schemas.openxmlformats.org/drawingml/2006/main">
              <a:ext uri="{FF2B5EF4-FFF2-40B4-BE49-F238E27FC236}">
                <a16:creationId xmlns:a16="http://schemas.microsoft.com/office/drawing/2014/main" id="{B980621C-4A52-472D-9D78-4974DC22A617}"/>
              </a:ext>
            </a:extLst>
          </p:cNvPr>
          <p:cNvSpPr>
            <a:spLocks xmlns:a="http://schemas.openxmlformats.org/drawingml/2006/main" noGrp="1"/>
          </p:cNvSpPr>
          <p:nvPr/>
        </p:nvSpPr>
        <p:spPr>
          <a:xfrm xmlns:a="http://schemas.openxmlformats.org/drawingml/2006/main">
            <a:off x="3314700" y="1866900"/>
            <a:ext cx="2667000" cy="361950"/>
          </a:xfrm>
          <a:prstGeom xmlns:a="http://schemas.openxmlformats.org/drawingml/2006/main" prst="roundRect">
            <a:avLst>
              <a:gd name="adj" fmla="val 15789"/>
            </a:avLst>
          </a:prstGeom>
          <a:solidFill xmlns:a="http://schemas.openxmlformats.org/drawingml/2006/main">
            <a:srgbClr val="FBF3E0"/>
          </a:solidFill>
          <a:ln xmlns:a="http://schemas.openxmlformats.org/drawingml/2006/main" w="15240">
            <a:solidFill>
              <a:srgbClr val="B27C20"/>
            </a:solidFill>
            <a:prstDash val="solid"/>
          </a:ln>
        </p:spPr>
      </p:sp>
      <p:sp>
        <p:nvSpPr>
          <p:cNvPr id="27" name="enc-C-r1-t">
            <a:extLst xmlns:a="http://schemas.openxmlformats.org/drawingml/2006/main">
              <a:ext uri="{FF2B5EF4-FFF2-40B4-BE49-F238E27FC236}">
                <a16:creationId xmlns:a16="http://schemas.microsoft.com/office/drawing/2014/main" id="{0DD9A0A4-752D-4A54-9E55-F37F5CFD281B}"/>
              </a:ext>
            </a:extLst>
          </p:cNvPr>
          <p:cNvSpPr>
            <a:spLocks xmlns:a="http://schemas.openxmlformats.org/drawingml/2006/main" noGrp="1"/>
          </p:cNvSpPr>
          <p:nvPr/>
        </p:nvSpPr>
        <p:spPr>
          <a:xfrm xmlns:a="http://schemas.openxmlformats.org/drawingml/2006/main">
            <a:off x="3352800" y="18669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518 × 518 input</a:t>
            </a:r>
          </a:p>
        </p:txBody>
      </p:sp>
      <p:sp>
        <p:nvSpPr>
          <p:cNvPr id="28" name="enc-C-r2">
            <a:extLst xmlns:a="http://schemas.openxmlformats.org/drawingml/2006/main">
              <a:ext uri="{FF2B5EF4-FFF2-40B4-BE49-F238E27FC236}">
                <a16:creationId xmlns:a16="http://schemas.microsoft.com/office/drawing/2014/main" id="{CE91BDDA-C387-4436-847B-3945B00A64CD}"/>
              </a:ext>
            </a:extLst>
          </p:cNvPr>
          <p:cNvSpPr>
            <a:spLocks xmlns:a="http://schemas.openxmlformats.org/drawingml/2006/main" noGrp="1"/>
          </p:cNvSpPr>
          <p:nvPr/>
        </p:nvSpPr>
        <p:spPr>
          <a:xfrm xmlns:a="http://schemas.openxmlformats.org/drawingml/2006/main">
            <a:off x="3314700" y="228600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29" name="enc-C-r2-t">
            <a:extLst xmlns:a="http://schemas.openxmlformats.org/drawingml/2006/main">
              <a:ext uri="{FF2B5EF4-FFF2-40B4-BE49-F238E27FC236}">
                <a16:creationId xmlns:a16="http://schemas.microsoft.com/office/drawing/2014/main" id="{36BED4F9-3FD2-4625-A046-56B8F2BAB9B0}"/>
              </a:ext>
            </a:extLst>
          </p:cNvPr>
          <p:cNvSpPr>
            <a:spLocks xmlns:a="http://schemas.openxmlformats.org/drawingml/2006/main" noGrp="1"/>
          </p:cNvSpPr>
          <p:nvPr/>
        </p:nvSpPr>
        <p:spPr>
          <a:xfrm xmlns:a="http://schemas.openxmlformats.org/drawingml/2006/main">
            <a:off x="3352800" y="22860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37 × 37 patch tokens</a:t>
            </a:r>
          </a:p>
        </p:txBody>
      </p:sp>
      <p:sp>
        <p:nvSpPr>
          <p:cNvPr id="30" name="enc-C-r3">
            <a:extLst xmlns:a="http://schemas.openxmlformats.org/drawingml/2006/main">
              <a:ext uri="{FF2B5EF4-FFF2-40B4-BE49-F238E27FC236}">
                <a16:creationId xmlns:a16="http://schemas.microsoft.com/office/drawing/2014/main" id="{985A32EE-19EA-463F-9ECA-1CD0A895B82F}"/>
              </a:ext>
            </a:extLst>
          </p:cNvPr>
          <p:cNvSpPr>
            <a:spLocks xmlns:a="http://schemas.openxmlformats.org/drawingml/2006/main" noGrp="1"/>
          </p:cNvSpPr>
          <p:nvPr/>
        </p:nvSpPr>
        <p:spPr>
          <a:xfrm xmlns:a="http://schemas.openxmlformats.org/drawingml/2006/main">
            <a:off x="3314700" y="2705100"/>
            <a:ext cx="2667000" cy="361950"/>
          </a:xfrm>
          <a:prstGeom xmlns:a="http://schemas.openxmlformats.org/drawingml/2006/main" prst="roundRect">
            <a:avLst>
              <a:gd name="adj" fmla="val 15789"/>
            </a:avLst>
          </a:prstGeom>
          <a:solidFill xmlns:a="http://schemas.openxmlformats.org/drawingml/2006/main">
            <a:srgbClr val="FFF0CF"/>
          </a:solidFill>
          <a:ln xmlns:a="http://schemas.openxmlformats.org/drawingml/2006/main" w="15240">
            <a:solidFill>
              <a:srgbClr val="B27C20"/>
            </a:solidFill>
            <a:prstDash val="solid"/>
          </a:ln>
        </p:spPr>
      </p:sp>
      <p:sp>
        <p:nvSpPr>
          <p:cNvPr id="31" name="enc-C-r3-t">
            <a:extLst xmlns:a="http://schemas.openxmlformats.org/drawingml/2006/main">
              <a:ext uri="{FF2B5EF4-FFF2-40B4-BE49-F238E27FC236}">
                <a16:creationId xmlns:a16="http://schemas.microsoft.com/office/drawing/2014/main" id="{62E5D7E2-4CB8-49E0-9A3F-81D10E402E41}"/>
              </a:ext>
            </a:extLst>
          </p:cNvPr>
          <p:cNvSpPr>
            <a:spLocks xmlns:a="http://schemas.openxmlformats.org/drawingml/2006/main" noGrp="1"/>
          </p:cNvSpPr>
          <p:nvPr/>
        </p:nvSpPr>
        <p:spPr>
          <a:xfrm xmlns:a="http://schemas.openxmlformats.org/drawingml/2006/main">
            <a:off x="3352800" y="27051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projected to 768-</a:t>
            </a:r>
            <a:r>
              <a:rPr sz="2250" b="0" i="1">
                <a:solidFill>
                  <a:srgbClr val="1E2E38"/>
                </a:solidFill>
                <a:latin typeface="Times New Roman"/>
                <a:ea typeface="Times New Roman"/>
                <a:cs typeface="Times New Roman"/>
              </a:rPr>
              <a:t>D</a:t>
            </a:r>
          </a:p>
        </p:txBody>
      </p:sp>
      <p:sp>
        <p:nvSpPr>
          <p:cNvPr id="32" name="enc-C-common">
            <a:extLst xmlns:a="http://schemas.openxmlformats.org/drawingml/2006/main">
              <a:ext uri="{FF2B5EF4-FFF2-40B4-BE49-F238E27FC236}">
                <a16:creationId xmlns:a16="http://schemas.microsoft.com/office/drawing/2014/main" id="{94E213C9-2582-47BB-BC53-0F1473E5EFD4}"/>
              </a:ext>
            </a:extLst>
          </p:cNvPr>
          <p:cNvSpPr>
            <a:spLocks xmlns:a="http://schemas.openxmlformats.org/drawingml/2006/main" noGrp="1"/>
          </p:cNvSpPr>
          <p:nvPr/>
        </p:nvSpPr>
        <p:spPr>
          <a:xfrm xmlns:a="http://schemas.openxmlformats.org/drawingml/2006/main">
            <a:off x="3295650" y="3143250"/>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resampled to </a:t>
            </a:r>
            <a:r>
              <a:rPr sz="2250" b="0" i="1">
                <a:solidFill>
                  <a:srgbClr val="5E717C"/>
                </a:solidFill>
                <a:latin typeface="Times New Roman"/>
                <a:ea typeface="Times New Roman"/>
                <a:cs typeface="Times New Roman"/>
              </a:rPr>
              <a:t>B</a:t>
            </a:r>
            <a:r>
              <a:rPr sz="2250" b="0" i="0">
                <a:solidFill>
                  <a:srgbClr val="5E717C"/>
                </a:solidFill>
                <a:latin typeface="Times New Roman"/>
                <a:ea typeface="Times New Roman"/>
                <a:cs typeface="Times New Roman"/>
              </a:rPr>
              <a:t>'</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grid</a:t>
            </a:r>
          </a:p>
        </p:txBody>
      </p:sp>
      <p:sp>
        <p:nvSpPr>
          <p:cNvPr id="33" name="enc-S">
            <a:extLst xmlns:a="http://schemas.openxmlformats.org/drawingml/2006/main">
              <a:ext uri="{FF2B5EF4-FFF2-40B4-BE49-F238E27FC236}">
                <a16:creationId xmlns:a16="http://schemas.microsoft.com/office/drawing/2014/main" id="{DE08204F-DC43-4D8D-9EB1-09467FB72843}"/>
              </a:ext>
            </a:extLst>
          </p:cNvPr>
          <p:cNvSpPr>
            <a:spLocks xmlns:a="http://schemas.openxmlformats.org/drawingml/2006/main" noGrp="1"/>
          </p:cNvSpPr>
          <p:nvPr/>
        </p:nvSpPr>
        <p:spPr>
          <a:xfrm xmlns:a="http://schemas.openxmlformats.org/drawingml/2006/main">
            <a:off x="6172200" y="685800"/>
            <a:ext cx="28956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5240">
            <a:solidFill>
              <a:srgbClr val="CBD6DC"/>
            </a:solidFill>
            <a:prstDash val="solid"/>
          </a:ln>
        </p:spPr>
      </p:sp>
      <p:sp>
        <p:nvSpPr>
          <p:cNvPr id="34" name="enc-S-tag">
            <a:extLst xmlns:a="http://schemas.openxmlformats.org/drawingml/2006/main">
              <a:ext uri="{FF2B5EF4-FFF2-40B4-BE49-F238E27FC236}">
                <a16:creationId xmlns:a16="http://schemas.microsoft.com/office/drawing/2014/main" id="{8307F65B-DC4E-441A-A5A9-B15EC18E4F20}"/>
              </a:ext>
            </a:extLst>
          </p:cNvPr>
          <p:cNvSpPr>
            <a:spLocks xmlns:a="http://schemas.openxmlformats.org/drawingml/2006/main" noGrp="1"/>
          </p:cNvSpPr>
          <p:nvPr/>
        </p:nvSpPr>
        <p:spPr>
          <a:xfrm xmlns:a="http://schemas.openxmlformats.org/drawingml/2006/main">
            <a:off x="6286500" y="762000"/>
            <a:ext cx="4191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35" name="enc-S-tag-text">
            <a:extLst xmlns:a="http://schemas.openxmlformats.org/drawingml/2006/main">
              <a:ext uri="{FF2B5EF4-FFF2-40B4-BE49-F238E27FC236}">
                <a16:creationId xmlns:a16="http://schemas.microsoft.com/office/drawing/2014/main" id="{146AB9D0-9D9D-43B4-8FE5-6C89ACC1C3F6}"/>
              </a:ext>
            </a:extLst>
          </p:cNvPr>
          <p:cNvSpPr>
            <a:spLocks xmlns:a="http://schemas.openxmlformats.org/drawingml/2006/main" noGrp="1"/>
          </p:cNvSpPr>
          <p:nvPr/>
        </p:nvSpPr>
        <p:spPr>
          <a:xfrm xmlns:a="http://schemas.openxmlformats.org/drawingml/2006/main">
            <a:off x="6324600" y="7620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S</a:t>
            </a:r>
          </a:p>
        </p:txBody>
      </p:sp>
      <p:sp>
        <p:nvSpPr>
          <p:cNvPr id="36" name="enc-S-title">
            <a:extLst xmlns:a="http://schemas.openxmlformats.org/drawingml/2006/main">
              <a:ext uri="{FF2B5EF4-FFF2-40B4-BE49-F238E27FC236}">
                <a16:creationId xmlns:a16="http://schemas.microsoft.com/office/drawing/2014/main" id="{CACA2E17-C587-4817-9767-E067BF3A9F45}"/>
              </a:ext>
            </a:extLst>
          </p:cNvPr>
          <p:cNvSpPr>
            <a:spLocks xmlns:a="http://schemas.openxmlformats.org/drawingml/2006/main" noGrp="1"/>
          </p:cNvSpPr>
          <p:nvPr/>
        </p:nvSpPr>
        <p:spPr>
          <a:xfrm xmlns:a="http://schemas.openxmlformats.org/drawingml/2006/main">
            <a:off x="6762750" y="762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DINOv2-</a:t>
            </a:r>
            <a:r>
              <a:rPr sz="2250" b="1" i="1">
                <a:solidFill>
                  <a:srgbClr val="1E2E38"/>
                </a:solidFill>
                <a:latin typeface="Times New Roman"/>
                <a:ea typeface="Times New Roman"/>
                <a:cs typeface="Times New Roman"/>
              </a:rPr>
              <a:t>S</a:t>
            </a:r>
          </a:p>
        </p:txBody>
      </p:sp>
      <p:sp>
        <p:nvSpPr>
          <p:cNvPr id="37" name="enc-S-r0">
            <a:extLst xmlns:a="http://schemas.openxmlformats.org/drawingml/2006/main">
              <a:ext uri="{FF2B5EF4-FFF2-40B4-BE49-F238E27FC236}">
                <a16:creationId xmlns:a16="http://schemas.microsoft.com/office/drawing/2014/main" id="{ABEF07C8-929D-4D6C-A364-C21651CE5D66}"/>
              </a:ext>
            </a:extLst>
          </p:cNvPr>
          <p:cNvSpPr>
            <a:spLocks xmlns:a="http://schemas.openxmlformats.org/drawingml/2006/main" noGrp="1"/>
          </p:cNvSpPr>
          <p:nvPr/>
        </p:nvSpPr>
        <p:spPr>
          <a:xfrm xmlns:a="http://schemas.openxmlformats.org/drawingml/2006/main">
            <a:off x="6286500" y="1447800"/>
            <a:ext cx="2667000" cy="361950"/>
          </a:xfrm>
          <a:prstGeom xmlns:a="http://schemas.openxmlformats.org/drawingml/2006/main" prst="roundRect">
            <a:avLst>
              <a:gd name="adj" fmla="val 15789"/>
            </a:avLst>
          </a:prstGeom>
          <a:solidFill xmlns:a="http://schemas.openxmlformats.org/drawingml/2006/main">
            <a:srgbClr val="EDF1F3"/>
          </a:solidFill>
          <a:ln xmlns:a="http://schemas.openxmlformats.org/drawingml/2006/main" w="15240">
            <a:solidFill>
              <a:srgbClr val="94A5AE"/>
            </a:solidFill>
            <a:prstDash val="solid"/>
          </a:ln>
        </p:spPr>
      </p:sp>
      <p:sp>
        <p:nvSpPr>
          <p:cNvPr id="38" name="enc-S-r0-t">
            <a:extLst xmlns:a="http://schemas.openxmlformats.org/drawingml/2006/main">
              <a:ext uri="{FF2B5EF4-FFF2-40B4-BE49-F238E27FC236}">
                <a16:creationId xmlns:a16="http://schemas.microsoft.com/office/drawing/2014/main" id="{7801AFDF-E770-45E0-ADA5-A6B628866598}"/>
              </a:ext>
            </a:extLst>
          </p:cNvPr>
          <p:cNvSpPr>
            <a:spLocks xmlns:a="http://schemas.openxmlformats.org/drawingml/2006/main" noGrp="1"/>
          </p:cNvSpPr>
          <p:nvPr/>
        </p:nvSpPr>
        <p:spPr>
          <a:xfrm xmlns:a="http://schemas.openxmlformats.org/drawingml/2006/main">
            <a:off x="6324600" y="14478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ViT-</a:t>
            </a:r>
            <a:r>
              <a:rPr sz="2250" b="0" i="1">
                <a:solidFill>
                  <a:srgbClr val="1E2E38"/>
                </a:solidFill>
                <a:latin typeface="Times New Roman"/>
                <a:ea typeface="Times New Roman"/>
                <a:cs typeface="Times New Roman"/>
              </a:rPr>
              <a:t>S</a:t>
            </a:r>
            <a:r>
              <a:rPr sz="2250" b="0" i="0">
                <a:solidFill>
                  <a:srgbClr val="1E2E38"/>
                </a:solidFill>
                <a:latin typeface="Times New Roman"/>
                <a:ea typeface="Times New Roman"/>
                <a:cs typeface="Times New Roman"/>
              </a:rPr>
              <a:t>/14, frozen</a:t>
            </a:r>
          </a:p>
        </p:txBody>
      </p:sp>
      <p:sp>
        <p:nvSpPr>
          <p:cNvPr id="39" name="enc-S-r1">
            <a:extLst xmlns:a="http://schemas.openxmlformats.org/drawingml/2006/main">
              <a:ext uri="{FF2B5EF4-FFF2-40B4-BE49-F238E27FC236}">
                <a16:creationId xmlns:a16="http://schemas.microsoft.com/office/drawing/2014/main" id="{B373BFB7-C620-4310-A0B1-38A8EDF7E788}"/>
              </a:ext>
            </a:extLst>
          </p:cNvPr>
          <p:cNvSpPr>
            <a:spLocks xmlns:a="http://schemas.openxmlformats.org/drawingml/2006/main" noGrp="1"/>
          </p:cNvSpPr>
          <p:nvPr/>
        </p:nvSpPr>
        <p:spPr>
          <a:xfrm xmlns:a="http://schemas.openxmlformats.org/drawingml/2006/main">
            <a:off x="6286500" y="1866900"/>
            <a:ext cx="2667000" cy="361950"/>
          </a:xfrm>
          <a:prstGeom xmlns:a="http://schemas.openxmlformats.org/drawingml/2006/main" prst="roundRect">
            <a:avLst>
              <a:gd name="adj" fmla="val 15789"/>
            </a:avLst>
          </a:prstGeom>
          <a:solidFill xmlns:a="http://schemas.openxmlformats.org/drawingml/2006/main">
            <a:srgbClr val="EDF7F1"/>
          </a:solidFill>
          <a:ln xmlns:a="http://schemas.openxmlformats.org/drawingml/2006/main" w="15240">
            <a:solidFill>
              <a:srgbClr val="3F7C5E"/>
            </a:solidFill>
            <a:prstDash val="solid"/>
          </a:ln>
        </p:spPr>
      </p:sp>
      <p:sp>
        <p:nvSpPr>
          <p:cNvPr id="40" name="enc-S-r1-t">
            <a:extLst xmlns:a="http://schemas.openxmlformats.org/drawingml/2006/main">
              <a:ext uri="{FF2B5EF4-FFF2-40B4-BE49-F238E27FC236}">
                <a16:creationId xmlns:a16="http://schemas.microsoft.com/office/drawing/2014/main" id="{4FA6014A-9803-465B-85E4-475593996F05}"/>
              </a:ext>
            </a:extLst>
          </p:cNvPr>
          <p:cNvSpPr>
            <a:spLocks xmlns:a="http://schemas.openxmlformats.org/drawingml/2006/main" noGrp="1"/>
          </p:cNvSpPr>
          <p:nvPr/>
        </p:nvSpPr>
        <p:spPr>
          <a:xfrm xmlns:a="http://schemas.openxmlformats.org/drawingml/2006/main">
            <a:off x="6324600" y="18669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448 canvas, as </a:t>
            </a:r>
            <a:r>
              <a:rPr sz="2250" b="0" i="1">
                <a:solidFill>
                  <a:srgbClr val="1E2E38"/>
                </a:solidFill>
                <a:latin typeface="Times New Roman"/>
                <a:ea typeface="Times New Roman"/>
                <a:cs typeface="Times New Roman"/>
              </a:rPr>
              <a:t>B</a:t>
            </a:r>
          </a:p>
        </p:txBody>
      </p:sp>
      <p:sp>
        <p:nvSpPr>
          <p:cNvPr id="41" name="enc-S-r2">
            <a:extLst xmlns:a="http://schemas.openxmlformats.org/drawingml/2006/main">
              <a:ext uri="{FF2B5EF4-FFF2-40B4-BE49-F238E27FC236}">
                <a16:creationId xmlns:a16="http://schemas.microsoft.com/office/drawing/2014/main" id="{9ECF4EC0-5D76-45F6-B43A-5BAD77CD362F}"/>
              </a:ext>
            </a:extLst>
          </p:cNvPr>
          <p:cNvSpPr>
            <a:spLocks xmlns:a="http://schemas.openxmlformats.org/drawingml/2006/main" noGrp="1"/>
          </p:cNvSpPr>
          <p:nvPr/>
        </p:nvSpPr>
        <p:spPr>
          <a:xfrm xmlns:a="http://schemas.openxmlformats.org/drawingml/2006/main">
            <a:off x="6286500" y="228600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42" name="enc-S-r2-t">
            <a:extLst xmlns:a="http://schemas.openxmlformats.org/drawingml/2006/main">
              <a:ext uri="{FF2B5EF4-FFF2-40B4-BE49-F238E27FC236}">
                <a16:creationId xmlns:a16="http://schemas.microsoft.com/office/drawing/2014/main" id="{6724AEAD-1BB0-43D3-9E52-F3AD3931D733}"/>
              </a:ext>
            </a:extLst>
          </p:cNvPr>
          <p:cNvSpPr>
            <a:spLocks xmlns:a="http://schemas.openxmlformats.org/drawingml/2006/main" noGrp="1"/>
          </p:cNvSpPr>
          <p:nvPr/>
        </p:nvSpPr>
        <p:spPr>
          <a:xfrm xmlns:a="http://schemas.openxmlformats.org/drawingml/2006/main">
            <a:off x="6324600" y="22860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32 × 32 patch tokens</a:t>
            </a:r>
          </a:p>
        </p:txBody>
      </p:sp>
      <p:sp>
        <p:nvSpPr>
          <p:cNvPr id="43" name="enc-S-r3">
            <a:extLst xmlns:a="http://schemas.openxmlformats.org/drawingml/2006/main">
              <a:ext uri="{FF2B5EF4-FFF2-40B4-BE49-F238E27FC236}">
                <a16:creationId xmlns:a16="http://schemas.microsoft.com/office/drawing/2014/main" id="{6D3D16DB-2E29-45BD-B726-74C051ACC5C6}"/>
              </a:ext>
            </a:extLst>
          </p:cNvPr>
          <p:cNvSpPr>
            <a:spLocks xmlns:a="http://schemas.openxmlformats.org/drawingml/2006/main" noGrp="1"/>
          </p:cNvSpPr>
          <p:nvPr/>
        </p:nvSpPr>
        <p:spPr>
          <a:xfrm xmlns:a="http://schemas.openxmlformats.org/drawingml/2006/main">
            <a:off x="6286500" y="270510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44" name="enc-S-r3-t">
            <a:extLst xmlns:a="http://schemas.openxmlformats.org/drawingml/2006/main">
              <a:ext uri="{FF2B5EF4-FFF2-40B4-BE49-F238E27FC236}">
                <a16:creationId xmlns:a16="http://schemas.microsoft.com/office/drawing/2014/main" id="{EEA7850E-2276-4849-8E95-CEB2CF7F6C80}"/>
              </a:ext>
            </a:extLst>
          </p:cNvPr>
          <p:cNvSpPr>
            <a:spLocks xmlns:a="http://schemas.openxmlformats.org/drawingml/2006/main" noGrp="1"/>
          </p:cNvSpPr>
          <p:nvPr/>
        </p:nvSpPr>
        <p:spPr>
          <a:xfrm xmlns:a="http://schemas.openxmlformats.org/drawingml/2006/main">
            <a:off x="6324600" y="27051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384-</a:t>
            </a:r>
            <a:r>
              <a:rPr sz="2250" b="0" i="1">
                <a:solidFill>
                  <a:srgbClr val="1E2E38"/>
                </a:solidFill>
                <a:latin typeface="Times New Roman"/>
                <a:ea typeface="Times New Roman"/>
                <a:cs typeface="Times New Roman"/>
              </a:rPr>
              <a:t>D</a:t>
            </a:r>
            <a:r>
              <a:rPr sz="2250" b="0" i="0">
                <a:solidFill>
                  <a:srgbClr val="1E2E38"/>
                </a:solidFill>
                <a:latin typeface="Times New Roman"/>
                <a:ea typeface="Times New Roman"/>
                <a:cs typeface="Times New Roman"/>
              </a:rPr>
              <a:t>, ℓ2 unit</a:t>
            </a:r>
          </a:p>
        </p:txBody>
      </p:sp>
      <p:sp>
        <p:nvSpPr>
          <p:cNvPr id="45" name="enc-S-common">
            <a:extLst xmlns:a="http://schemas.openxmlformats.org/drawingml/2006/main">
              <a:ext uri="{FF2B5EF4-FFF2-40B4-BE49-F238E27FC236}">
                <a16:creationId xmlns:a16="http://schemas.microsoft.com/office/drawing/2014/main" id="{096933F9-3EF3-49D9-A60A-95B90709826E}"/>
              </a:ext>
            </a:extLst>
          </p:cNvPr>
          <p:cNvSpPr>
            <a:spLocks xmlns:a="http://schemas.openxmlformats.org/drawingml/2006/main" noGrp="1"/>
          </p:cNvSpPr>
          <p:nvPr/>
        </p:nvSpPr>
        <p:spPr>
          <a:xfrm xmlns:a="http://schemas.openxmlformats.org/drawingml/2006/main">
            <a:off x="6267450" y="3143250"/>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already on the grid</a:t>
            </a:r>
          </a:p>
        </p:txBody>
      </p:sp>
      <p:sp>
        <p:nvSpPr>
          <p:cNvPr id="46" name="enc-D">
            <a:extLst xmlns:a="http://schemas.openxmlformats.org/drawingml/2006/main">
              <a:ext uri="{FF2B5EF4-FFF2-40B4-BE49-F238E27FC236}">
                <a16:creationId xmlns:a16="http://schemas.microsoft.com/office/drawing/2014/main" id="{86E192BD-CFCB-4A72-94B8-DF44BB4A772E}"/>
              </a:ext>
            </a:extLst>
          </p:cNvPr>
          <p:cNvSpPr>
            <a:spLocks xmlns:a="http://schemas.openxmlformats.org/drawingml/2006/main" noGrp="1"/>
          </p:cNvSpPr>
          <p:nvPr/>
        </p:nvSpPr>
        <p:spPr>
          <a:xfrm xmlns:a="http://schemas.openxmlformats.org/drawingml/2006/main">
            <a:off x="9144000" y="685800"/>
            <a:ext cx="28956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5240">
            <a:solidFill>
              <a:srgbClr val="CBD6DC"/>
            </a:solidFill>
            <a:prstDash val="solid"/>
          </a:ln>
        </p:spPr>
      </p:sp>
      <p:sp>
        <p:nvSpPr>
          <p:cNvPr id="47" name="enc-D-tag">
            <a:extLst xmlns:a="http://schemas.openxmlformats.org/drawingml/2006/main">
              <a:ext uri="{FF2B5EF4-FFF2-40B4-BE49-F238E27FC236}">
                <a16:creationId xmlns:a16="http://schemas.microsoft.com/office/drawing/2014/main" id="{D12AF122-76DD-49E7-B69C-ADCC4ECD65D8}"/>
              </a:ext>
            </a:extLst>
          </p:cNvPr>
          <p:cNvSpPr>
            <a:spLocks xmlns:a="http://schemas.openxmlformats.org/drawingml/2006/main" noGrp="1"/>
          </p:cNvSpPr>
          <p:nvPr/>
        </p:nvSpPr>
        <p:spPr>
          <a:xfrm xmlns:a="http://schemas.openxmlformats.org/drawingml/2006/main">
            <a:off x="9258300" y="762000"/>
            <a:ext cx="419100" cy="361950"/>
          </a:xfrm>
          <a:prstGeom xmlns:a="http://schemas.openxmlformats.org/drawingml/2006/main" prst="roundRect">
            <a:avLst>
              <a:gd name="adj" fmla="val 15789"/>
            </a:avLst>
          </a:prstGeom>
          <a:solidFill xmlns:a="http://schemas.openxmlformats.org/drawingml/2006/main">
            <a:srgbClr val="1E2E38"/>
          </a:solidFill>
          <a:ln xmlns:a="http://schemas.openxmlformats.org/drawingml/2006/main" w="15240">
            <a:solidFill>
              <a:srgbClr val="1E2E38"/>
            </a:solidFill>
            <a:prstDash val="solid"/>
          </a:ln>
        </p:spPr>
      </p:sp>
      <p:sp>
        <p:nvSpPr>
          <p:cNvPr id="48" name="enc-D-tag-text">
            <a:extLst xmlns:a="http://schemas.openxmlformats.org/drawingml/2006/main">
              <a:ext uri="{FF2B5EF4-FFF2-40B4-BE49-F238E27FC236}">
                <a16:creationId xmlns:a16="http://schemas.microsoft.com/office/drawing/2014/main" id="{FACD01C5-F92A-4028-8C7B-A6A98F765CB9}"/>
              </a:ext>
            </a:extLst>
          </p:cNvPr>
          <p:cNvSpPr>
            <a:spLocks xmlns:a="http://schemas.openxmlformats.org/drawingml/2006/main" noGrp="1"/>
          </p:cNvSpPr>
          <p:nvPr/>
        </p:nvSpPr>
        <p:spPr>
          <a:xfrm xmlns:a="http://schemas.openxmlformats.org/drawingml/2006/main">
            <a:off x="9296400" y="7620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1" i="1">
                <a:solidFill>
                  <a:srgbClr val="1E2E38"/>
                </a:solidFill>
                <a:latin typeface="Times New Roman"/>
                <a:ea typeface="Times New Roman"/>
                <a:cs typeface="Times New Roman"/>
              </a:rPr>
              <a:t>D</a:t>
            </a:r>
          </a:p>
        </p:txBody>
      </p:sp>
      <p:sp>
        <p:nvSpPr>
          <p:cNvPr id="49" name="enc-D-title">
            <a:extLst xmlns:a="http://schemas.openxmlformats.org/drawingml/2006/main">
              <a:ext uri="{FF2B5EF4-FFF2-40B4-BE49-F238E27FC236}">
                <a16:creationId xmlns:a16="http://schemas.microsoft.com/office/drawing/2014/main" id="{483565EB-613A-479D-8E4F-7B2A7F74FE14}"/>
              </a:ext>
            </a:extLst>
          </p:cNvPr>
          <p:cNvSpPr>
            <a:spLocks xmlns:a="http://schemas.openxmlformats.org/drawingml/2006/main" noGrp="1"/>
          </p:cNvSpPr>
          <p:nvPr/>
        </p:nvSpPr>
        <p:spPr>
          <a:xfrm xmlns:a="http://schemas.openxmlformats.org/drawingml/2006/main">
            <a:off x="9734550" y="762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1" i="0">
                <a:solidFill>
                  <a:srgbClr val="1E2E38"/>
                </a:solidFill>
                <a:latin typeface="Times New Roman"/>
                <a:ea typeface="Times New Roman"/>
                <a:cs typeface="Times New Roman"/>
              </a:rPr>
              <a:t>WideResNet50-2</a:t>
            </a:r>
          </a:p>
        </p:txBody>
      </p:sp>
      <p:sp>
        <p:nvSpPr>
          <p:cNvPr id="50" name="enc-D-r0">
            <a:extLst xmlns:a="http://schemas.openxmlformats.org/drawingml/2006/main">
              <a:ext uri="{FF2B5EF4-FFF2-40B4-BE49-F238E27FC236}">
                <a16:creationId xmlns:a16="http://schemas.microsoft.com/office/drawing/2014/main" id="{EA0A2CC2-7B1B-41D7-8CDA-2A4E5BD7BF7E}"/>
              </a:ext>
            </a:extLst>
          </p:cNvPr>
          <p:cNvSpPr>
            <a:spLocks xmlns:a="http://schemas.openxmlformats.org/drawingml/2006/main" noGrp="1"/>
          </p:cNvSpPr>
          <p:nvPr/>
        </p:nvSpPr>
        <p:spPr>
          <a:xfrm xmlns:a="http://schemas.openxmlformats.org/drawingml/2006/main">
            <a:off x="9258300" y="1447800"/>
            <a:ext cx="2667000" cy="361950"/>
          </a:xfrm>
          <a:prstGeom xmlns:a="http://schemas.openxmlformats.org/drawingml/2006/main" prst="roundRect">
            <a:avLst>
              <a:gd name="adj" fmla="val 15789"/>
            </a:avLst>
          </a:prstGeom>
          <a:solidFill xmlns:a="http://schemas.openxmlformats.org/drawingml/2006/main">
            <a:srgbClr val="F5F5F5"/>
          </a:solidFill>
          <a:ln xmlns:a="http://schemas.openxmlformats.org/drawingml/2006/main" w="15240">
            <a:solidFill>
              <a:srgbClr val="94A5AE"/>
            </a:solidFill>
            <a:prstDash val="solid"/>
          </a:ln>
        </p:spPr>
      </p:sp>
      <p:sp>
        <p:nvSpPr>
          <p:cNvPr id="51" name="enc-D-r0-t">
            <a:extLst xmlns:a="http://schemas.openxmlformats.org/drawingml/2006/main">
              <a:ext uri="{FF2B5EF4-FFF2-40B4-BE49-F238E27FC236}">
                <a16:creationId xmlns:a16="http://schemas.microsoft.com/office/drawing/2014/main" id="{99233BBE-D14B-40A6-9A7B-12DF73627383}"/>
              </a:ext>
            </a:extLst>
          </p:cNvPr>
          <p:cNvSpPr>
            <a:spLocks xmlns:a="http://schemas.openxmlformats.org/drawingml/2006/main" noGrp="1"/>
          </p:cNvSpPr>
          <p:nvPr/>
        </p:nvSpPr>
        <p:spPr>
          <a:xfrm xmlns:a="http://schemas.openxmlformats.org/drawingml/2006/main">
            <a:off x="9296400" y="14478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ImageNet, frozen</a:t>
            </a:r>
          </a:p>
        </p:txBody>
      </p:sp>
      <p:sp>
        <p:nvSpPr>
          <p:cNvPr id="52" name="enc-D-r1">
            <a:extLst xmlns:a="http://schemas.openxmlformats.org/drawingml/2006/main">
              <a:ext uri="{FF2B5EF4-FFF2-40B4-BE49-F238E27FC236}">
                <a16:creationId xmlns:a16="http://schemas.microsoft.com/office/drawing/2014/main" id="{A14C34EB-88D4-440E-9812-8E72A8EC0D36}"/>
              </a:ext>
            </a:extLst>
          </p:cNvPr>
          <p:cNvSpPr>
            <a:spLocks xmlns:a="http://schemas.openxmlformats.org/drawingml/2006/main" noGrp="1"/>
          </p:cNvSpPr>
          <p:nvPr/>
        </p:nvSpPr>
        <p:spPr>
          <a:xfrm xmlns:a="http://schemas.openxmlformats.org/drawingml/2006/main">
            <a:off x="9258300" y="1866900"/>
            <a:ext cx="2667000" cy="361950"/>
          </a:xfrm>
          <a:prstGeom xmlns:a="http://schemas.openxmlformats.org/drawingml/2006/main" prst="roundRect">
            <a:avLst>
              <a:gd name="adj" fmla="val 15789"/>
            </a:avLst>
          </a:prstGeom>
          <a:solidFill xmlns:a="http://schemas.openxmlformats.org/drawingml/2006/main">
            <a:srgbClr val="EDF7F1"/>
          </a:solidFill>
          <a:ln xmlns:a="http://schemas.openxmlformats.org/drawingml/2006/main" w="15240">
            <a:solidFill>
              <a:srgbClr val="3F7C5E"/>
            </a:solidFill>
            <a:prstDash val="solid"/>
          </a:ln>
        </p:spPr>
      </p:sp>
      <p:sp>
        <p:nvSpPr>
          <p:cNvPr id="53" name="enc-D-r1-t">
            <a:extLst xmlns:a="http://schemas.openxmlformats.org/drawingml/2006/main">
              <a:ext uri="{FF2B5EF4-FFF2-40B4-BE49-F238E27FC236}">
                <a16:creationId xmlns:a16="http://schemas.microsoft.com/office/drawing/2014/main" id="{44CA172C-5840-469E-8B44-1095C2EC7F01}"/>
              </a:ext>
            </a:extLst>
          </p:cNvPr>
          <p:cNvSpPr>
            <a:spLocks xmlns:a="http://schemas.openxmlformats.org/drawingml/2006/main" noGrp="1"/>
          </p:cNvSpPr>
          <p:nvPr/>
        </p:nvSpPr>
        <p:spPr>
          <a:xfrm xmlns:a="http://schemas.openxmlformats.org/drawingml/2006/main">
            <a:off x="9296400" y="18669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layer2 + layer3</a:t>
            </a:r>
          </a:p>
        </p:txBody>
      </p:sp>
      <p:sp>
        <p:nvSpPr>
          <p:cNvPr id="54" name="enc-D-r2">
            <a:extLst xmlns:a="http://schemas.openxmlformats.org/drawingml/2006/main">
              <a:ext uri="{FF2B5EF4-FFF2-40B4-BE49-F238E27FC236}">
                <a16:creationId xmlns:a16="http://schemas.microsoft.com/office/drawing/2014/main" id="{6B9A94E1-A758-4D8D-9C1E-E9D55EBBCC0E}"/>
              </a:ext>
            </a:extLst>
          </p:cNvPr>
          <p:cNvSpPr>
            <a:spLocks xmlns:a="http://schemas.openxmlformats.org/drawingml/2006/main" noGrp="1"/>
          </p:cNvSpPr>
          <p:nvPr/>
        </p:nvSpPr>
        <p:spPr>
          <a:xfrm xmlns:a="http://schemas.openxmlformats.org/drawingml/2006/main">
            <a:off x="9258300" y="228600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55" name="enc-D-r2-t">
            <a:extLst xmlns:a="http://schemas.openxmlformats.org/drawingml/2006/main">
              <a:ext uri="{FF2B5EF4-FFF2-40B4-BE49-F238E27FC236}">
                <a16:creationId xmlns:a16="http://schemas.microsoft.com/office/drawing/2014/main" id="{4D015B4E-18A1-467B-9F23-F2E7AB55101C}"/>
              </a:ext>
            </a:extLst>
          </p:cNvPr>
          <p:cNvSpPr>
            <a:spLocks xmlns:a="http://schemas.openxmlformats.org/drawingml/2006/main" noGrp="1"/>
          </p:cNvSpPr>
          <p:nvPr/>
        </p:nvSpPr>
        <p:spPr>
          <a:xfrm xmlns:a="http://schemas.openxmlformats.org/drawingml/2006/main">
            <a:off x="9296400" y="22860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bilinear to </a:t>
            </a:r>
            <a:r>
              <a:rPr sz="2250" b="0" i="1">
                <a:solidFill>
                  <a:srgbClr val="1E2E38"/>
                </a:solidFill>
                <a:latin typeface="Times New Roman"/>
                <a:ea typeface="Times New Roman"/>
                <a:cs typeface="Times New Roman"/>
              </a:rPr>
              <a:t>B</a:t>
            </a:r>
            <a:r>
              <a:rPr sz="2250" b="0" i="0">
                <a:solidFill>
                  <a:srgbClr val="1E2E38"/>
                </a:solidFill>
                <a:latin typeface="Times New Roman"/>
                <a:ea typeface="Times New Roman"/>
                <a:cs typeface="Times New Roman"/>
              </a:rPr>
              <a:t>'</a:t>
            </a:r>
            <a:r>
              <a:rPr sz="2250" b="0" i="1">
                <a:solidFill>
                  <a:srgbClr val="1E2E38"/>
                </a:solidFill>
                <a:latin typeface="Times New Roman"/>
                <a:ea typeface="Times New Roman"/>
                <a:cs typeface="Times New Roman"/>
              </a:rPr>
              <a:t>s</a:t>
            </a:r>
            <a:r>
              <a:rPr sz="2250" b="0" i="0">
                <a:solidFill>
                  <a:srgbClr val="1E2E38"/>
                </a:solidFill>
                <a:latin typeface="Times New Roman"/>
                <a:ea typeface="Times New Roman"/>
                <a:cs typeface="Times New Roman"/>
              </a:rPr>
              <a:t> grid</a:t>
            </a:r>
          </a:p>
        </p:txBody>
      </p:sp>
      <p:sp>
        <p:nvSpPr>
          <p:cNvPr id="56" name="enc-D-r3">
            <a:extLst xmlns:a="http://schemas.openxmlformats.org/drawingml/2006/main">
              <a:ext uri="{FF2B5EF4-FFF2-40B4-BE49-F238E27FC236}">
                <a16:creationId xmlns:a16="http://schemas.microsoft.com/office/drawing/2014/main" id="{26E044AD-CE65-4EEE-99C6-84B984465509}"/>
              </a:ext>
            </a:extLst>
          </p:cNvPr>
          <p:cNvSpPr>
            <a:spLocks xmlns:a="http://schemas.openxmlformats.org/drawingml/2006/main" noGrp="1"/>
          </p:cNvSpPr>
          <p:nvPr/>
        </p:nvSpPr>
        <p:spPr>
          <a:xfrm xmlns:a="http://schemas.openxmlformats.org/drawingml/2006/main">
            <a:off x="9258300" y="2705100"/>
            <a:ext cx="2667000" cy="361950"/>
          </a:xfrm>
          <a:prstGeom xmlns:a="http://schemas.openxmlformats.org/drawingml/2006/main" prst="roundRect">
            <a:avLst>
              <a:gd name="adj" fmla="val 15789"/>
            </a:avLst>
          </a:prstGeom>
          <a:solidFill xmlns:a="http://schemas.openxmlformats.org/drawingml/2006/main">
            <a:srgbClr val="E1F0E8"/>
          </a:solidFill>
          <a:ln xmlns:a="http://schemas.openxmlformats.org/drawingml/2006/main" w="15240">
            <a:solidFill>
              <a:srgbClr val="3F7C5E"/>
            </a:solidFill>
            <a:prstDash val="solid"/>
          </a:ln>
        </p:spPr>
      </p:sp>
      <p:sp>
        <p:nvSpPr>
          <p:cNvPr id="57" name="enc-D-r3-t">
            <a:extLst xmlns:a="http://schemas.openxmlformats.org/drawingml/2006/main">
              <a:ext uri="{FF2B5EF4-FFF2-40B4-BE49-F238E27FC236}">
                <a16:creationId xmlns:a16="http://schemas.microsoft.com/office/drawing/2014/main" id="{6095BFFC-F4DB-494B-A0A5-EDB579C0AC6C}"/>
              </a:ext>
            </a:extLst>
          </p:cNvPr>
          <p:cNvSpPr>
            <a:spLocks xmlns:a="http://schemas.openxmlformats.org/drawingml/2006/main" noGrp="1"/>
          </p:cNvSpPr>
          <p:nvPr/>
        </p:nvSpPr>
        <p:spPr>
          <a:xfrm xmlns:a="http://schemas.openxmlformats.org/drawingml/2006/main">
            <a:off x="9296400" y="27051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1536-</a:t>
            </a:r>
            <a:r>
              <a:rPr sz="2250" b="0" i="1">
                <a:solidFill>
                  <a:srgbClr val="1E2E38"/>
                </a:solidFill>
                <a:latin typeface="Times New Roman"/>
                <a:ea typeface="Times New Roman"/>
                <a:cs typeface="Times New Roman"/>
              </a:rPr>
              <a:t>D</a:t>
            </a:r>
            <a:r>
              <a:rPr sz="2250" b="0" i="0">
                <a:solidFill>
                  <a:srgbClr val="1E2E38"/>
                </a:solidFill>
                <a:latin typeface="Times New Roman"/>
                <a:ea typeface="Times New Roman"/>
                <a:cs typeface="Times New Roman"/>
              </a:rPr>
              <a:t>, ℓ2 unit</a:t>
            </a:r>
          </a:p>
        </p:txBody>
      </p:sp>
      <p:sp>
        <p:nvSpPr>
          <p:cNvPr id="58" name="enc-D-common">
            <a:extLst xmlns:a="http://schemas.openxmlformats.org/drawingml/2006/main">
              <a:ext uri="{FF2B5EF4-FFF2-40B4-BE49-F238E27FC236}">
                <a16:creationId xmlns:a16="http://schemas.microsoft.com/office/drawing/2014/main" id="{1A86A2F7-ED52-4122-81A3-632BBFC87D80}"/>
              </a:ext>
            </a:extLst>
          </p:cNvPr>
          <p:cNvSpPr>
            <a:spLocks xmlns:a="http://schemas.openxmlformats.org/drawingml/2006/main" noGrp="1"/>
          </p:cNvSpPr>
          <p:nvPr/>
        </p:nvSpPr>
        <p:spPr>
          <a:xfrm xmlns:a="http://schemas.openxmlformats.org/drawingml/2006/main">
            <a:off x="9239250" y="3143250"/>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resampled to </a:t>
            </a:r>
            <a:r>
              <a:rPr sz="2250" b="0" i="1">
                <a:solidFill>
                  <a:srgbClr val="5E717C"/>
                </a:solidFill>
                <a:latin typeface="Times New Roman"/>
                <a:ea typeface="Times New Roman"/>
                <a:cs typeface="Times New Roman"/>
              </a:rPr>
              <a:t>B</a:t>
            </a:r>
            <a:r>
              <a:rPr sz="2250" b="0" i="0">
                <a:solidFill>
                  <a:srgbClr val="5E717C"/>
                </a:solidFill>
                <a:latin typeface="Times New Roman"/>
                <a:ea typeface="Times New Roman"/>
                <a:cs typeface="Times New Roman"/>
              </a:rPr>
              <a:t>'</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grid</a:t>
            </a:r>
          </a:p>
        </p:txBody>
      </p:sp>
      <p:sp>
        <p:nvSpPr>
          <p:cNvPr id="59" name="sec-b-chip">
            <a:extLst xmlns:a="http://schemas.openxmlformats.org/drawingml/2006/main">
              <a:ext uri="{FF2B5EF4-FFF2-40B4-BE49-F238E27FC236}">
                <a16:creationId xmlns:a16="http://schemas.microsoft.com/office/drawing/2014/main" id="{814BD048-DB37-43AC-9FBE-7EF40291C089}"/>
              </a:ext>
            </a:extLst>
          </p:cNvPr>
          <p:cNvSpPr>
            <a:spLocks xmlns:a="http://schemas.openxmlformats.org/drawingml/2006/main" noGrp="1"/>
          </p:cNvSpPr>
          <p:nvPr/>
        </p:nvSpPr>
        <p:spPr>
          <a:xfrm xmlns:a="http://schemas.openxmlformats.org/drawingml/2006/main">
            <a:off x="304800" y="37528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60" name="sec-b-chip-text">
            <a:extLst xmlns:a="http://schemas.openxmlformats.org/drawingml/2006/main">
              <a:ext uri="{FF2B5EF4-FFF2-40B4-BE49-F238E27FC236}">
                <a16:creationId xmlns:a16="http://schemas.microsoft.com/office/drawing/2014/main" id="{ECFBC5DB-E1C0-4BBA-9720-2EF5C6FF2EFE}"/>
              </a:ext>
            </a:extLst>
          </p:cNvPr>
          <p:cNvSpPr>
            <a:spLocks xmlns:a="http://schemas.openxmlformats.org/drawingml/2006/main" noGrp="1"/>
          </p:cNvSpPr>
          <p:nvPr/>
        </p:nvSpPr>
        <p:spPr>
          <a:xfrm xmlns:a="http://schemas.openxmlformats.org/drawingml/2006/main">
            <a:off x="323850" y="37528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1">
                <a:solidFill>
                  <a:srgbClr val="FFFFFF"/>
                </a:solidFill>
                <a:latin typeface="Times New Roman"/>
                <a:ea typeface="Times New Roman"/>
                <a:cs typeface="Times New Roman"/>
              </a:rPr>
              <a:t>b</a:t>
            </a:r>
          </a:p>
        </p:txBody>
      </p:sp>
      <p:sp>
        <p:nvSpPr>
          <p:cNvPr id="61" name="sec-b">
            <a:extLst xmlns:a="http://schemas.openxmlformats.org/drawingml/2006/main">
              <a:ext uri="{FF2B5EF4-FFF2-40B4-BE49-F238E27FC236}">
                <a16:creationId xmlns:a16="http://schemas.microsoft.com/office/drawing/2014/main" id="{2F0D0848-2ABA-4072-8A10-BA376DE1A686}"/>
              </a:ext>
            </a:extLst>
          </p:cNvPr>
          <p:cNvSpPr>
            <a:spLocks xmlns:a="http://schemas.openxmlformats.org/drawingml/2006/main" noGrp="1"/>
          </p:cNvSpPr>
          <p:nvPr/>
        </p:nvSpPr>
        <p:spPr>
          <a:xfrm xmlns:a="http://schemas.openxmlformats.org/drawingml/2006/main">
            <a:off x="876300" y="3714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Alignment and the distance actually used</a:t>
            </a:r>
          </a:p>
        </p:txBody>
      </p:sp>
      <p:sp>
        <p:nvSpPr>
          <p:cNvPr id="62" name="b-facts">
            <a:extLst xmlns:a="http://schemas.openxmlformats.org/drawingml/2006/main">
              <a:ext uri="{FF2B5EF4-FFF2-40B4-BE49-F238E27FC236}">
                <a16:creationId xmlns:a16="http://schemas.microsoft.com/office/drawing/2014/main" id="{DD1E85DE-C5DA-4AC5-A3A5-E4304FA27A9B}"/>
              </a:ext>
            </a:extLst>
          </p:cNvPr>
          <p:cNvSpPr>
            <a:spLocks xmlns:a="http://schemas.openxmlformats.org/drawingml/2006/main" noGrp="1"/>
          </p:cNvSpPr>
          <p:nvPr/>
        </p:nvSpPr>
        <p:spPr>
          <a:xfrm xmlns:a="http://schemas.openxmlformats.org/drawingml/2006/main">
            <a:off x="304800" y="4286250"/>
            <a:ext cx="115824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Every branch is mapped to </a:t>
            </a:r>
            <a:r>
              <a:rPr sz="2250" b="0" i="1">
                <a:solidFill>
                  <a:srgbClr val="1E2E38"/>
                </a:solidFill>
                <a:latin typeface="Times New Roman"/>
                <a:ea typeface="Times New Roman"/>
                <a:cs typeface="Times New Roman"/>
              </a:rPr>
              <a:t>B</a:t>
            </a:r>
            <a:r>
              <a:rPr sz="2250" b="0" i="0">
                <a:solidFill>
                  <a:srgbClr val="1E2E38"/>
                </a:solidFill>
                <a:latin typeface="Times New Roman"/>
                <a:ea typeface="Times New Roman"/>
                <a:cs typeface="Times New Roman"/>
              </a:rPr>
              <a:t>'</a:t>
            </a:r>
            <a:r>
              <a:rPr sz="2250" b="0" i="1">
                <a:solidFill>
                  <a:srgbClr val="1E2E38"/>
                </a:solidFill>
                <a:latin typeface="Times New Roman"/>
                <a:ea typeface="Times New Roman"/>
                <a:cs typeface="Times New Roman"/>
              </a:rPr>
              <a:t>s</a:t>
            </a:r>
            <a:r>
              <a:rPr sz="2250" b="0" i="0">
                <a:solidFill>
                  <a:srgbClr val="1E2E38"/>
                </a:solidFill>
                <a:latin typeface="Times New Roman"/>
                <a:ea typeface="Times New Roman"/>
                <a:cs typeface="Times New Roman"/>
              </a:rPr>
              <a:t> canvas grid by a bilinear resample with align_corners = False, then unit-normalised per position.</a:t>
            </a:r>
          </a:p>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The distance is 1 − cosine for every branch, including </a:t>
            </a:r>
            <a:r>
              <a:rPr sz="2250" b="0" i="1">
                <a:solidFill>
                  <a:srgbClr val="1E2E38"/>
                </a:solidFill>
                <a:latin typeface="Times New Roman"/>
                <a:ea typeface="Times New Roman"/>
                <a:cs typeface="Times New Roman"/>
              </a:rPr>
              <a:t>D</a:t>
            </a:r>
            <a:r>
              <a:rPr sz="2250" b="0" i="0">
                <a:solidFill>
                  <a:srgbClr val="1E2E38"/>
                </a:solidFill>
                <a:latin typeface="Times New Roman"/>
                <a:ea typeface="Times New Roman"/>
                <a:cs typeface="Times New Roman"/>
              </a:rPr>
              <a:t>; no branch uses a scaled squared Euclidean norm.</a:t>
            </a:r>
          </a:p>
          <a:p xmlns:a="http://schemas.openxmlformats.org/drawingml/2006/main">
            <a:pPr algn="l">
              <a:lnSpc>
                <a:spcPct val="92000"/>
              </a:lnSpc>
              <a:buNone/>
              <a:defRPr sz="2250">
                <a:solidFill>
                  <a:srgbClr val="1E2E38"/>
                </a:solidFill>
                <a:latin typeface="Times New Roman"/>
                <a:ea typeface="Times New Roman"/>
                <a:cs typeface="Times New Roman"/>
              </a:defRPr>
            </a:pPr>
            <a:r>
              <a:rPr sz="2250" b="0" i="0">
                <a:solidFill>
                  <a:srgbClr val="1E2E38"/>
                </a:solidFill>
                <a:latin typeface="Times New Roman"/>
                <a:ea typeface="Times New Roman"/>
                <a:cs typeface="Times New Roman"/>
              </a:rPr>
              <a:t>The BTAD-03 canvas is 32 × 42 rather than square, so that unit uses the coordinate-correct </a:t>
            </a:r>
            <a:r>
              <a:rPr sz="2250" b="0" i="1">
                <a:solidFill>
                  <a:srgbClr val="1E2E38"/>
                </a:solidFill>
                <a:latin typeface="Times New Roman"/>
                <a:ea typeface="Times New Roman"/>
                <a:cs typeface="Times New Roman"/>
              </a:rPr>
              <a:t>C</a:t>
            </a:r>
            <a:r>
              <a:rPr sz="2250" b="0" i="0">
                <a:solidFill>
                  <a:srgbClr val="1E2E38"/>
                </a:solidFill>
                <a:latin typeface="Times New Roman"/>
                <a:ea typeface="Times New Roman"/>
                <a:cs typeface="Times New Roman"/>
              </a:rPr>
              <a:t> re-grid.</a:t>
            </a:r>
          </a:p>
        </p:txBody>
      </p:sp>
      <p:sp>
        <p:nvSpPr>
          <p:cNvPr id="63" name="sec-c-chip">
            <a:extLst xmlns:a="http://schemas.openxmlformats.org/drawingml/2006/main">
              <a:ext uri="{FF2B5EF4-FFF2-40B4-BE49-F238E27FC236}">
                <a16:creationId xmlns:a16="http://schemas.microsoft.com/office/drawing/2014/main" id="{30314B35-DCD1-4C8E-B1F8-7591DD2747D5}"/>
              </a:ext>
            </a:extLst>
          </p:cNvPr>
          <p:cNvSpPr>
            <a:spLocks xmlns:a="http://schemas.openxmlformats.org/drawingml/2006/main" noGrp="1"/>
          </p:cNvSpPr>
          <p:nvPr/>
        </p:nvSpPr>
        <p:spPr>
          <a:xfrm xmlns:a="http://schemas.openxmlformats.org/drawingml/2006/main">
            <a:off x="304800" y="6267450"/>
            <a:ext cx="457200" cy="400050"/>
          </a:xfrm>
          <a:prstGeom xmlns:a="http://schemas.openxmlformats.org/drawingml/2006/main" prst="roundRect">
            <a:avLst>
              <a:gd name="adj" fmla="val 14286"/>
            </a:avLst>
          </a:prstGeom>
          <a:solidFill xmlns:a="http://schemas.openxmlformats.org/drawingml/2006/main">
            <a:srgbClr val="1E2E38"/>
          </a:solidFill>
          <a:ln xmlns:a="http://schemas.openxmlformats.org/drawingml/2006/main" w="15240">
            <a:solidFill>
              <a:srgbClr val="1E2E38"/>
            </a:solidFill>
            <a:prstDash val="solid"/>
          </a:ln>
        </p:spPr>
      </p:sp>
      <p:sp>
        <p:nvSpPr>
          <p:cNvPr id="64" name="sec-c-chip-text">
            <a:extLst xmlns:a="http://schemas.openxmlformats.org/drawingml/2006/main">
              <a:ext uri="{FF2B5EF4-FFF2-40B4-BE49-F238E27FC236}">
                <a16:creationId xmlns:a16="http://schemas.microsoft.com/office/drawing/2014/main" id="{25853909-9D73-4D23-8D2F-BDB7015F0DD1}"/>
              </a:ext>
            </a:extLst>
          </p:cNvPr>
          <p:cNvSpPr>
            <a:spLocks xmlns:a="http://schemas.openxmlformats.org/drawingml/2006/main" noGrp="1"/>
          </p:cNvSpPr>
          <p:nvPr/>
        </p:nvSpPr>
        <p:spPr>
          <a:xfrm xmlns:a="http://schemas.openxmlformats.org/drawingml/2006/main">
            <a:off x="323850" y="6267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2000"/>
              </a:lnSpc>
              <a:buNone/>
              <a:defRPr sz="255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c</a:t>
            </a:r>
          </a:p>
        </p:txBody>
      </p:sp>
      <p:sp>
        <p:nvSpPr>
          <p:cNvPr id="65" name="sec-c">
            <a:extLst xmlns:a="http://schemas.openxmlformats.org/drawingml/2006/main">
              <a:ext uri="{FF2B5EF4-FFF2-40B4-BE49-F238E27FC236}">
                <a16:creationId xmlns:a16="http://schemas.microsoft.com/office/drawing/2014/main" id="{980FF399-EEB7-4C54-B705-FE5CC645C636}"/>
              </a:ext>
            </a:extLst>
          </p:cNvPr>
          <p:cNvSpPr>
            <a:spLocks xmlns:a="http://schemas.openxmlformats.org/drawingml/2006/main" noGrp="1"/>
          </p:cNvSpPr>
          <p:nvPr/>
        </p:nvSpPr>
        <p:spPr>
          <a:xfrm xmlns:a="http://schemas.openxmlformats.org/drawingml/2006/main">
            <a:off x="876300" y="622935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3000">
                <a:solidFill>
                  <a:srgbClr val="1E2E38"/>
                </a:solidFill>
                <a:latin typeface="Times New Roman"/>
                <a:ea typeface="Times New Roman"/>
                <a:cs typeface="Times New Roman"/>
              </a:defRPr>
            </a:pPr>
            <a:r>
              <a:rPr sz="3000" b="1" i="0">
                <a:solidFill>
                  <a:srgbClr val="1E2E38"/>
                </a:solidFill>
                <a:latin typeface="Times New Roman"/>
                <a:ea typeface="Times New Roman"/>
                <a:cs typeface="Times New Roman"/>
              </a:rPr>
              <a:t>What is frozen, and how wide the fused vector is</a:t>
            </a:r>
          </a:p>
        </p:txBody>
      </p:sp>
      <p:sp>
        <p:nvSpPr>
          <p:cNvPr id="66" name="frozen-0">
            <a:extLst xmlns:a="http://schemas.openxmlformats.org/drawingml/2006/main">
              <a:ext uri="{FF2B5EF4-FFF2-40B4-BE49-F238E27FC236}">
                <a16:creationId xmlns:a16="http://schemas.microsoft.com/office/drawing/2014/main" id="{F016B9E3-16DF-402A-BEA2-1DB793A0967A}"/>
              </a:ext>
            </a:extLst>
          </p:cNvPr>
          <p:cNvSpPr>
            <a:spLocks xmlns:a="http://schemas.openxmlformats.org/drawingml/2006/main" noGrp="1"/>
          </p:cNvSpPr>
          <p:nvPr/>
        </p:nvSpPr>
        <p:spPr>
          <a:xfrm xmlns:a="http://schemas.openxmlformats.org/drawingml/2006/main">
            <a:off x="381000" y="6743700"/>
            <a:ext cx="1143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No target-domain training, no PCA, no coreset, no foreground selection</a:t>
            </a:r>
          </a:p>
        </p:txBody>
      </p:sp>
      <p:sp>
        <p:nvSpPr>
          <p:cNvPr id="67" name="frozen-1">
            <a:extLst xmlns:a="http://schemas.openxmlformats.org/drawingml/2006/main">
              <a:ext uri="{FF2B5EF4-FFF2-40B4-BE49-F238E27FC236}">
                <a16:creationId xmlns:a16="http://schemas.microsoft.com/office/drawing/2014/main" id="{A3CDE1FE-A886-4EB8-86C4-8918AB4E827D}"/>
              </a:ext>
            </a:extLst>
          </p:cNvPr>
          <p:cNvSpPr>
            <a:spLocks xmlns:a="http://schemas.openxmlformats.org/drawingml/2006/main" noGrp="1"/>
          </p:cNvSpPr>
          <p:nvPr/>
        </p:nvSpPr>
        <p:spPr>
          <a:xfrm xmlns:a="http://schemas.openxmlformats.org/drawingml/2006/main">
            <a:off x="381000" y="7143750"/>
            <a:ext cx="1143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Fused width: </a:t>
            </a:r>
            <a:r>
              <a:rPr sz="2250" b="0" i="1">
                <a:solidFill>
                  <a:srgbClr val="5E717C"/>
                </a:solidFill>
                <a:latin typeface="Times New Roman"/>
                <a:ea typeface="Times New Roman"/>
                <a:cs typeface="Times New Roman"/>
              </a:rPr>
              <a:t>A1</a:t>
            </a:r>
            <a:r>
              <a:rPr sz="2250" b="0" i="0">
                <a:solidFill>
                  <a:srgbClr val="5E717C"/>
                </a:solidFill>
                <a:latin typeface="Times New Roman"/>
                <a:ea typeface="Times New Roman"/>
                <a:cs typeface="Times New Roman"/>
              </a:rPr>
              <a:t> 1536 · </a:t>
            </a:r>
            <a:r>
              <a:rPr sz="2250" b="0" i="1">
                <a:solidFill>
                  <a:srgbClr val="5E717C"/>
                </a:solidFill>
                <a:latin typeface="Times New Roman"/>
                <a:ea typeface="Times New Roman"/>
                <a:cs typeface="Times New Roman"/>
              </a:rPr>
              <a:t>DUP</a:t>
            </a:r>
            <a:r>
              <a:rPr sz="2250" b="0" i="0">
                <a:solidFill>
                  <a:srgbClr val="5E717C"/>
                </a:solidFill>
                <a:latin typeface="Times New Roman"/>
                <a:ea typeface="Times New Roman"/>
                <a:cs typeface="Times New Roman"/>
              </a:rPr>
              <a:t> 2304 · </a:t>
            </a:r>
            <a:r>
              <a:rPr sz="2250" b="0" i="1">
                <a:solidFill>
                  <a:srgbClr val="5E717C"/>
                </a:solidFill>
                <a:latin typeface="Times New Roman"/>
                <a:ea typeface="Times New Roman"/>
                <a:cs typeface="Times New Roman"/>
              </a:rPr>
              <a:t>TRI</a:t>
            </a:r>
            <a:r>
              <a:rPr sz="2250" b="0" i="0">
                <a:solidFill>
                  <a:srgbClr val="5E717C"/>
                </a:solidFill>
                <a:latin typeface="Times New Roman"/>
                <a:ea typeface="Times New Roman"/>
                <a:cs typeface="Times New Roman"/>
              </a:rPr>
              <a:t> with </a:t>
            </a:r>
            <a:r>
              <a:rPr sz="2250" b="0" i="1">
                <a:solidFill>
                  <a:srgbClr val="5E717C"/>
                </a:solidFill>
                <a:latin typeface="Times New Roman"/>
                <a:ea typeface="Times New Roman"/>
                <a:cs typeface="Times New Roman"/>
              </a:rPr>
              <a:t>S</a:t>
            </a:r>
            <a:r>
              <a:rPr sz="2250" b="0" i="0">
                <a:solidFill>
                  <a:srgbClr val="5E717C"/>
                </a:solidFill>
                <a:latin typeface="Times New Roman"/>
                <a:ea typeface="Times New Roman"/>
                <a:cs typeface="Times New Roman"/>
              </a:rPr>
              <a:t> 1920 · </a:t>
            </a:r>
            <a:r>
              <a:rPr sz="2250" b="0" i="1">
                <a:solidFill>
                  <a:srgbClr val="5E717C"/>
                </a:solidFill>
                <a:latin typeface="Times New Roman"/>
                <a:ea typeface="Times New Roman"/>
                <a:cs typeface="Times New Roman"/>
              </a:rPr>
              <a:t>D</a:t>
            </a:r>
            <a:r>
              <a:rPr sz="2250" b="0" i="0">
                <a:solidFill>
                  <a:srgbClr val="5E717C"/>
                </a:solidFill>
                <a:latin typeface="Times New Roman"/>
                <a:ea typeface="Times New Roman"/>
                <a:cs typeface="Times New Roman"/>
              </a:rPr>
              <a:t> 3072 · E1 1920 · E2/E3 2112</a:t>
            </a:r>
          </a:p>
        </p:txBody>
      </p:sp>
      <p:sp>
        <p:nvSpPr>
          <p:cNvPr id="68" name="frozen-2">
            <a:extLst xmlns:a="http://schemas.openxmlformats.org/drawingml/2006/main">
              <a:ext uri="{FF2B5EF4-FFF2-40B4-BE49-F238E27FC236}">
                <a16:creationId xmlns:a16="http://schemas.microsoft.com/office/drawing/2014/main" id="{30204CA4-B9B5-4EA9-84A5-9A63C06B5F04}"/>
              </a:ext>
            </a:extLst>
          </p:cNvPr>
          <p:cNvSpPr>
            <a:spLocks xmlns:a="http://schemas.openxmlformats.org/drawingml/2006/main" noGrp="1"/>
          </p:cNvSpPr>
          <p:nvPr/>
        </p:nvSpPr>
        <p:spPr>
          <a:xfrm xmlns:a="http://schemas.openxmlformats.org/drawingml/2006/main">
            <a:off x="381000" y="7543800"/>
            <a:ext cx="1143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Weights are fixed by the protocol and are never searched</a:t>
            </a:r>
          </a:p>
        </p:txBody>
      </p:sp>
      <p:sp>
        <p:nvSpPr>
          <p:cNvPr id="69" name="frozen-3">
            <a:extLst xmlns:a="http://schemas.openxmlformats.org/drawingml/2006/main">
              <a:ext uri="{FF2B5EF4-FFF2-40B4-BE49-F238E27FC236}">
                <a16:creationId xmlns:a16="http://schemas.microsoft.com/office/drawing/2014/main" id="{EFEBF327-DAC4-45F0-A60B-1C6089CCA158}"/>
              </a:ext>
            </a:extLst>
          </p:cNvPr>
          <p:cNvSpPr>
            <a:spLocks xmlns:a="http://schemas.openxmlformats.org/drawingml/2006/main" noGrp="1"/>
          </p:cNvSpPr>
          <p:nvPr/>
        </p:nvSpPr>
        <p:spPr>
          <a:xfrm xmlns:a="http://schemas.openxmlformats.org/drawingml/2006/main">
            <a:off x="381000" y="7943850"/>
            <a:ext cx="1143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2000"/>
              </a:lnSpc>
              <a:buNone/>
              <a:defRPr sz="2250">
                <a:solidFill>
                  <a:srgbClr val="5E717C"/>
                </a:solidFill>
                <a:latin typeface="Times New Roman"/>
                <a:ea typeface="Times New Roman"/>
                <a:cs typeface="Times New Roman"/>
              </a:defRPr>
            </a:pPr>
            <a:r>
              <a:rPr sz="2250" b="0" i="0">
                <a:solidFill>
                  <a:srgbClr val="5E717C"/>
                </a:solidFill>
                <a:latin typeface="Times New Roman"/>
                <a:ea typeface="Times New Roman"/>
                <a:cs typeface="Times New Roman"/>
              </a:rPr>
              <a:t>Exploratory extra branches: E1 deiT-small/8, E2 ConvNeXt-Tiny, E3 Swin-Tiny</a:t>
            </a:r>
          </a:p>
        </p:txBody>
      </p:sp>
    </p:spTree>
    <p:extLst>
      <p:ext uri="{BB962C8B-B14F-4D97-AF65-F5344CB8AC3E}">
        <p14:creationId xmlns:p14="http://schemas.microsoft.com/office/powerpoint/2010/main" val="12865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2026-09-18T23:34:46.3870000Z</dcterms:created>
  <dcterms:modified xsi:type="dcterms:W3CDTF">2026-09-18T23:34:46.3870000Z</dcterms:modified>
</coreProperties>
</file>