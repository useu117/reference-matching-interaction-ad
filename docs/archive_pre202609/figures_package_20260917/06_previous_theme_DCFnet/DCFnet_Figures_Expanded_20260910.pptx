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eab59b70064b7e" /><Relationship Type="http://schemas.openxmlformats.org/officeDocument/2006/relationships/extended-properties" Target="/docProps/app.xml" Id="R5c3890aa5c654e4f" /><Relationship Type="http://schemas.openxmlformats.org/officeDocument/2006/relationships/officeDocument" Target="/ppt/presentation.xml" Id="Rc161effc2b97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d5a70eae249a6"/>
  </p:sldMasterIdLst>
  <p:notesMasterIdLst>
    <p:notesMasterId xmlns:r="http://schemas.openxmlformats.org/officeDocument/2006/relationships" r:id="R3cdbceac2e794ef7"/>
  </p:notesMasterIdLst>
  <p:sldIdLst>
    <p:sldId xmlns:r="http://schemas.openxmlformats.org/officeDocument/2006/relationships" id="256" r:id="Ra2ed465a9f3346ee"/>
    <p:sldId xmlns:r="http://schemas.openxmlformats.org/officeDocument/2006/relationships" id="257" r:id="R65293176d931424b"/>
    <p:sldId xmlns:r="http://schemas.openxmlformats.org/officeDocument/2006/relationships" id="258" r:id="Rf514fb510afe4cbd"/>
    <p:sldId xmlns:r="http://schemas.openxmlformats.org/officeDocument/2006/relationships" id="259" r:id="R89fe095cf37145ee"/>
    <p:sldId xmlns:r="http://schemas.openxmlformats.org/officeDocument/2006/relationships" id="260" r:id="Rd791901b46f6446f"/>
  </p:sldIdLst>
  <p:sldSz cx="1600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68486e9a94bcb" /><Relationship Type="http://schemas.openxmlformats.org/officeDocument/2006/relationships/slideMaster" Target="/ppt/slideMasters/slideMaster1.xml" Id="Rf89d5a70eae249a6" /><Relationship Type="http://schemas.openxmlformats.org/officeDocument/2006/relationships/notesMaster" Target="/ppt/notesMasters/notesMaster1.xml" Id="R3cdbceac2e794ef7" /><Relationship Type="http://schemas.openxmlformats.org/officeDocument/2006/relationships/presProps" Target="/ppt/presProps.xml" Id="R0c36ddba8e0f4065" /><Relationship Type="http://schemas.openxmlformats.org/officeDocument/2006/relationships/tableStyles" Target="/ppt/tableStyles.xml" Id="R1964420aea1242d5" /><Relationship Type="http://schemas.openxmlformats.org/officeDocument/2006/relationships/slide" Target="/ppt/slides/slide1.xml" Id="Ra2ed465a9f3346ee" /><Relationship Type="http://schemas.openxmlformats.org/officeDocument/2006/relationships/slide" Target="/ppt/slides/slide2.xml" Id="R65293176d931424b" /><Relationship Type="http://schemas.openxmlformats.org/officeDocument/2006/relationships/slide" Target="/ppt/slides/slide3.xml" Id="Rf514fb510afe4cbd" /><Relationship Type="http://schemas.openxmlformats.org/officeDocument/2006/relationships/slide" Target="/ppt/slides/slide4.xml" Id="R89fe095cf37145ee" /><Relationship Type="http://schemas.openxmlformats.org/officeDocument/2006/relationships/slide" Target="/ppt/slides/slide5.xml" Id="Rd791901b46f6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6d34e17e5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29d6646f3456b" /><Relationship Type="http://schemas.openxmlformats.org/officeDocument/2006/relationships/notesMaster" Target="/ppt/notesMasters/notesMaster1.xml" Id="Rd6b1d83d7126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ed7df75c8c4722" /><Relationship Type="http://schemas.openxmlformats.org/officeDocument/2006/relationships/notesMaster" Target="/ppt/notesMasters/notesMaster1.xml" Id="Re985138f7c48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a986201af24e6a" /><Relationship Type="http://schemas.openxmlformats.org/officeDocument/2006/relationships/notesMaster" Target="/ppt/notesMasters/notesMaster1.xml" Id="R7f5e1fe12e9a46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d25def068f4496" /><Relationship Type="http://schemas.openxmlformats.org/officeDocument/2006/relationships/notesMaster" Target="/ppt/notesMasters/notesMaster1.xml" Id="Rbe219f51738e46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362dd338a4a0e" /><Relationship Type="http://schemas.openxmlformats.org/officeDocument/2006/relationships/notesMaster" Target="/ppt/notesMasters/notesMaster1.xml" Id="R63205a2814c9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DCFnet overview. (a) Verified normal support images construct a fixed category-specific memory. (b) The query passes through the same frozen encoders and deterministic fusion path. CLIP visual features are bilinearly resized to the DINO lattice; branch-wise L2 normalization, equal scaling, concatenation, and joint normalization yield 1536-dimensional descriptors. Exact nearest-neighbor scoring uses half the squared Euclidean distance in the joint space. Bilinear resizing and Gaussian smoothing (sigma = 4 pixels) produce the 448 x 448 anomaly map, whose spatial maximum is the image-level anomaly score. The query never updates the normal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Blue and ochre grids/vector blocks are editable structural schematics, not measured activations, and their cell count is illustrative. The DINO grid is h_D x w_D, not universally 32 x 32. The CLIP grid is 37 x 37 and retains projected layer-24 patch descriptors with DPAM_layer = 20. The illustration uses MPDD metal_plate train/good/029.png and test/scratches/026.png. The map is the existing A1 inference panel from outputs/p1_b_figures/mpdd_s0_k1_metal_plate_success.png; it is not a ground-truth mask, and no output values were regenerated. The overlapping normal photographs denote the K-image support set, with illustrative examples 000, 001 and 029. They are not a claim that these three images form an evaluated support configuration. The displayed heatmap is the archived K=1 example, independent of the support-set schematic. Both encoders remain frozen, without target-domain parameter optimization or text-based inference. Norm formula assumes positive branch norms.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source: docs/manuscript_english_polished_20260906/English_content.md, sections 3.1–3.5, and DCFnet_Figure_Source_Polished_20260906_final.pptx. Design requirements: docs/lesson_notes_20260905/20260905_SCI论文辅导详细整理与修改清单.md, section 二, classroom 04:26–08:47 and 01:07:48–01:17:17.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2. Deterministic calibration and fixed feature fusion. The CLIP lattice is bilinearly resized to the DINO grid with align_corners=False. At each location p, the aligned branch descriptors are independently L2-normalized, scaled by 0.5, concatenated, and jointly normalized. The DINO grid is unchanged. Matching grid dimensions does not guarantee receptive-field or semantic correspondence. Norm(v)=v/||v||2 assumes positive norms. The complete-metric implementation does not claim an epsilon guard.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support image passes through the same frozen feature pipeline. Store every fused unit descriptor without coreset selection or PCA. N_c=sum_i h_i w_i, simplifying to K P only for common support grid size P. FAISS IndexFlatL2 returns exact squared Euclidean distances; divide the nearest distance by 2. The distance decomposition applies to the SAME support candidate q before minimization, so the branches do not independently choose neighbors. Reshape the patch scores, resize bilinearly to 448x448, then apply Gaussian sigma=4 output pixels. Spatial maximum gives the image score. Schematic support photos 000,001,029 represent the set, not an evaluated three-shot configuration. Output heatmap is the archived MPDD metal_plate seed0 K1 example; it is not a prediction regenerated from the illustrated support collection.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DINOv2 ViT-B/14: short-side 448 and patch-compatible center crop, patch size14, transformer depth12, hidden/output width768. Use normalized patch tokens and reshape to the image grid, excluding CLS. CLIP ViT-L/14: input518 square, patch grid37x37, hidden width1024, depth24, DPAM_layer20. Requested layers6/12/18/24 are extracted, only the last (layer24) is retained downstream. Layer-normalized local features use the visual projection1024x768 and exclude CLS. DPAM_layer=20 replaces blocks6 through24 inclusive (19 blocks), not only block20. The v-v attention branch sets q and k to v; the retained patch path is x_DPAM. Code sources: scripts/export_anomalyclip_mpdd_features.py lines90-106; methods/AnomalyCLIP-main/AnomalyCLIP_lib/AnomalyCLIP.py lines71-94,284-296,344-387; methods/anomalydino/src/backbones.py lines90-118. Each photograph is processed per encoder call; the illustrated input is MPDD metal_plate test/scratches/026.png. No text encoder or text prompt enters this inference path. Grid counts are schematic.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DCFnet and the DINO-only matched control share DINOv2 features, support image identities, query set, K in1/2/4, seed in0/1/2, exact nearest-neighbor distance convention, postprocessing and evaluation. They maintain separate normal banks with the same number N_c of descriptors; DCFnet stores1536 numbers per patch versus768 for DINO-only. This is2x descriptor storage, not a claim of2x measured total runtime. Exact retrieval is O(P N_c d). Existing paired maps are MPDD metal_plate seed0 K1 queryscratches026. No aggregate result is inferred from this single qualitative example.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83f2cbae7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ca38f1a2a4574" /><Relationship Type="http://schemas.openxmlformats.org/officeDocument/2006/relationships/slideLayout" Target="/ppt/slideLayouts/slideLayout1.xml" Id="R13d0e40ed0214a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0e40ed0214a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fc67a1f8f445c" /><Relationship Type="http://schemas.openxmlformats.org/officeDocument/2006/relationships/image" Target="/ppt/media/image.png" Id="R0445758ff52049b6" /><Relationship Type="http://schemas.openxmlformats.org/officeDocument/2006/relationships/image" Target="/ppt/media/image2.png" Id="Rdb84e1895c094e4d" /><Relationship Type="http://schemas.openxmlformats.org/officeDocument/2006/relationships/image" Target="/ppt/media/image3.png" Id="Rb986aa2ae8c84aba" /><Relationship Type="http://schemas.openxmlformats.org/officeDocument/2006/relationships/image" Target="/ppt/media/image4.png" Id="Rfd0a190985c4420e" /><Relationship Type="http://schemas.openxmlformats.org/officeDocument/2006/relationships/image" Target="/ppt/media/image5.png" Id="Re8fde0bbae054b5b" /><Relationship Type="http://schemas.openxmlformats.org/officeDocument/2006/relationships/notesSlide" Target="/ppt/notesSlides/notesSlide1.xml" Id="Rd2bed358fd9a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4a3c68c4f4bae" /><Relationship Type="http://schemas.openxmlformats.org/officeDocument/2006/relationships/notesSlide" Target="/ppt/notesSlides/notesSlide2.xml" Id="Rec9e6209c5fd4c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4d2b36e834790" /><Relationship Type="http://schemas.openxmlformats.org/officeDocument/2006/relationships/image" Target="/ppt/media/image6.png" Id="Rd1ef1ec914784c19" /><Relationship Type="http://schemas.openxmlformats.org/officeDocument/2006/relationships/image" Target="/ppt/media/image7.png" Id="R10c93c1a07544474" /><Relationship Type="http://schemas.openxmlformats.org/officeDocument/2006/relationships/image" Target="/ppt/media/image8.png" Id="R4669ba5c585041dd" /><Relationship Type="http://schemas.openxmlformats.org/officeDocument/2006/relationships/image" Target="/ppt/media/image9.png" Id="R864056d122c544c9" /><Relationship Type="http://schemas.openxmlformats.org/officeDocument/2006/relationships/notesSlide" Target="/ppt/notesSlides/notesSlide3.xml" Id="R4fb6f842ff8642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034bda2b430a" /><Relationship Type="http://schemas.openxmlformats.org/officeDocument/2006/relationships/image" Target="/ppt/media/image10.png" Id="R8fdb0d9b77244ede" /><Relationship Type="http://schemas.openxmlformats.org/officeDocument/2006/relationships/notesSlide" Target="/ppt/notesSlides/notesSlide4.xml" Id="Rd12b5d16bc26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a1ab2d57e4c1e" /><Relationship Type="http://schemas.openxmlformats.org/officeDocument/2006/relationships/image" Target="/ppt/media/image11.png" Id="R35e81a79d9b94933" /><Relationship Type="http://schemas.openxmlformats.org/officeDocument/2006/relationships/image" Target="/ppt/media/image12.png" Id="R1e26f5b0cd334157" /><Relationship Type="http://schemas.openxmlformats.org/officeDocument/2006/relationships/notesSlide" Target="/ppt/notesSlides/notesSlide5.xml" Id="Ra35145f1b434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title">
            <a:extLst xmlns:a="http://schemas.openxmlformats.org/drawingml/2006/main">
              <a:ext uri="{FF2B5EF4-FFF2-40B4-BE49-F238E27FC236}">
                <a16:creationId xmlns:a16="http://schemas.microsoft.com/office/drawing/2014/main" id="{4B6611F2-9692-479A-B408-1ACDD58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</a:t>
            </a:r>
          </a:p>
        </p:txBody>
      </p:sp>
      <p:sp>
        <p:nvSpPr>
          <p:cNvPr id="2" name="title-expansion">
            <a:extLst xmlns:a="http://schemas.openxmlformats.org/drawingml/2006/main">
              <a:ext uri="{FF2B5EF4-FFF2-40B4-BE49-F238E27FC236}">
                <a16:creationId xmlns:a16="http://schemas.microsoft.com/office/drawing/2014/main" id="{30554937-65B6-4AB9-8660-AD7629C0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Dual-Encoder Calibrated Fusion Network</a:t>
            </a:r>
          </a:p>
        </p:txBody>
      </p:sp>
      <p:sp>
        <p:nvSpPr>
          <p:cNvPr id="3" name="task">
            <a:extLst xmlns:a="http://schemas.openxmlformats.org/drawingml/2006/main">
              <a:ext uri="{FF2B5EF4-FFF2-40B4-BE49-F238E27FC236}">
                <a16:creationId xmlns:a16="http://schemas.microsoft.com/office/drawing/2014/main" id="{133A7A56-48DE-42DA-9F9B-DCAA515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Normal-only few-shot industrial anomaly localization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A34A1B-3387-4A77-B52D-8B32021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4DA"/>
            </a:solidFill>
          </a:ln>
        </p:spPr>
      </p:sp>
      <p:sp>
        <p:nvSpPr>
          <p:cNvPr id="5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569B93C6-8D8B-4CE0-8915-B415F5D5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239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normal reference memory</a:t>
            </a:r>
          </a:p>
        </p:txBody>
      </p:sp>
      <p:sp>
        <p:nvSpPr>
          <p:cNvPr id="6" name="support-frame000">
            <a:extLst xmlns:a="http://schemas.openxmlformats.org/drawingml/2006/main">
              <a:ext uri="{FF2B5EF4-FFF2-40B4-BE49-F238E27FC236}">
                <a16:creationId xmlns:a16="http://schemas.microsoft.com/office/drawing/2014/main" id="{DABB164A-CDC5-4146-BAEC-9D4007F3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02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88" name="Normal support example 0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5758ff52049b6"/>
          <a:stretch xmlns:a="http://schemas.openxmlformats.org/drawingml/2006/main"/>
        </p:blipFill>
        <p:spPr>
          <a:xfrm xmlns:a="http://schemas.openxmlformats.org/drawingml/2006/main">
            <a:off x="361950" y="18192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8" name="support-frame001">
            <a:extLst xmlns:a="http://schemas.openxmlformats.org/drawingml/2006/main">
              <a:ext uri="{FF2B5EF4-FFF2-40B4-BE49-F238E27FC236}">
                <a16:creationId xmlns:a16="http://schemas.microsoft.com/office/drawing/2014/main" id="{25C6EE5B-9883-45B2-9554-CCDF43E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526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90" name="Normal support example 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4e1895c094e4d"/>
          <a:stretch xmlns:a="http://schemas.openxmlformats.org/drawingml/2006/main"/>
        </p:blipFill>
        <p:spPr>
          <a:xfrm xmlns:a="http://schemas.openxmlformats.org/drawingml/2006/main">
            <a:off x="695325" y="19716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0" name="support-frame029">
            <a:extLst xmlns:a="http://schemas.openxmlformats.org/drawingml/2006/main">
              <a:ext uri="{FF2B5EF4-FFF2-40B4-BE49-F238E27FC236}">
                <a16:creationId xmlns:a16="http://schemas.microsoft.com/office/drawing/2014/main" id="{9E02359F-7638-4A95-9FF1-A9959CD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AD4DA"/>
            </a:solidFill>
          </a:ln>
        </p:spPr>
      </p:sp>
      <p:pic>
        <p:nvPicPr>
          <p:cNvPr id="292" name="Normal support example 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6aa2ae8c84aba"/>
          <a:stretch xmlns:a="http://schemas.openxmlformats.org/drawingml/2006/main"/>
        </p:blipFill>
        <p:spPr>
          <a:xfrm xmlns:a="http://schemas.openxmlformats.org/drawingml/2006/main">
            <a:off x="1028700" y="2124075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2" name="support-symbol">
            <a:extLst xmlns:a="http://schemas.openxmlformats.org/drawingml/2006/main">
              <a:ext uri="{FF2B5EF4-FFF2-40B4-BE49-F238E27FC236}">
                <a16:creationId xmlns:a16="http://schemas.microsoft.com/office/drawing/2014/main" id="{F07631F3-4579-4C97-AB92-EB4B326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8135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1875" b="1" i="1">
                <a:latin typeface="Cambria"/>
                <a:ea typeface="Cambria"/>
                <a:cs typeface="Cambria"/>
              </a:rPr>
              <a:t>R</a:t>
            </a:r>
            <a:r>
              <a:rPr sz="1350" i="1" baseline="-25000">
                <a:latin typeface="Cambria"/>
                <a:ea typeface="Cambria"/>
                <a:cs typeface="Cambria"/>
              </a:rPr>
              <a:t>c</a:t>
            </a:r>
            <a:r>
              <a:rPr sz="1875">
                <a:latin typeface="Cambria"/>
                <a:ea typeface="Cambria"/>
                <a:cs typeface="Cambria"/>
              </a:rPr>
              <a:t> = {</a:t>
            </a:r>
            <a:r>
              <a:rPr sz="1875" b="1" i="1">
                <a:latin typeface="Cambria"/>
                <a:ea typeface="Cambria"/>
                <a:cs typeface="Cambria"/>
              </a:rPr>
              <a:t>x</a:t>
            </a:r>
            <a:r>
              <a:rPr sz="1350" i="1" baseline="30000">
                <a:latin typeface="Cambria"/>
                <a:ea typeface="Cambria"/>
                <a:cs typeface="Cambria"/>
              </a:rPr>
              <a:t>c</a:t>
            </a:r>
            <a:r>
              <a:rPr sz="1350" i="0" baseline="-25000">
                <a:latin typeface="Cambria"/>
                <a:ea typeface="Cambria"/>
                <a:cs typeface="Cambria"/>
              </a:rPr>
              <a:t>1</a:t>
            </a:r>
            <a:r>
              <a:rPr sz="1875">
                <a:latin typeface="Cambria"/>
                <a:ea typeface="Cambria"/>
                <a:cs typeface="Cambria"/>
              </a:rPr>
              <a:t>, …, </a:t>
            </a:r>
            <a:r>
              <a:rPr sz="1875" b="1" i="1">
                <a:latin typeface="Cambria"/>
                <a:ea typeface="Cambria"/>
                <a:cs typeface="Cambria"/>
              </a:rPr>
              <a:t>x</a:t>
            </a:r>
            <a:r>
              <a:rPr sz="1350" i="1" baseline="30000">
                <a:latin typeface="Cambria"/>
                <a:ea typeface="Cambria"/>
                <a:cs typeface="Cambria"/>
              </a:rPr>
              <a:t>c</a:t>
            </a:r>
            <a:r>
              <a:rPr sz="1350" i="0" baseline="-25000">
                <a:latin typeface="Cambria"/>
                <a:ea typeface="Cambria"/>
                <a:cs typeface="Cambria"/>
              </a:rPr>
              <a:t>K</a:t>
            </a:r>
            <a:r>
              <a:rPr sz="1875">
                <a:latin typeface="Cambria"/>
                <a:ea typeface="Cambria"/>
                <a:cs typeface="Cambria"/>
              </a:rPr>
              <a:t>}</a:t>
            </a:r>
          </a:p>
        </p:txBody>
      </p:sp>
      <p:sp>
        <p:nvSpPr>
          <p:cNvPr id="13" name="shots">
            <a:extLst xmlns:a="http://schemas.openxmlformats.org/drawingml/2006/main">
              <a:ext uri="{FF2B5EF4-FFF2-40B4-BE49-F238E27FC236}">
                <a16:creationId xmlns:a16="http://schemas.microsoft.com/office/drawing/2014/main" id="{5B95A1C1-E078-4CC2-A22B-A8AC2C5E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337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1875" b="0" i="1">
                <a:latin typeface="Cambria"/>
                <a:ea typeface="Cambria"/>
                <a:cs typeface="Cambria"/>
              </a:rPr>
              <a:t>K</a:t>
            </a:r>
            <a:r>
              <a:rPr sz="1875">
                <a:latin typeface="Cambria"/>
                <a:ea typeface="Cambria"/>
                <a:cs typeface="Cambria"/>
              </a:rPr>
              <a:t> ∈ {1, 2, 4}</a:t>
            </a:r>
          </a:p>
        </p:txBody>
      </p:sp>
      <p:sp>
        <p:nvSpPr>
          <p:cNvPr id="14" name="support-extraction">
            <a:extLst xmlns:a="http://schemas.openxmlformats.org/drawingml/2006/main">
              <a:ext uri="{FF2B5EF4-FFF2-40B4-BE49-F238E27FC236}">
                <a16:creationId xmlns:a16="http://schemas.microsoft.com/office/drawing/2014/main" id="{B237533E-D53F-478F-ADD3-F0929228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71675"/>
            <a:ext cx="3000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upport-dino">
            <a:extLst xmlns:a="http://schemas.openxmlformats.org/drawingml/2006/main">
              <a:ext uri="{FF2B5EF4-FFF2-40B4-BE49-F238E27FC236}">
                <a16:creationId xmlns:a16="http://schemas.microsoft.com/office/drawing/2014/main" id="{CFCC3FAF-60D6-430A-B148-A7B76217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66925"/>
            <a:ext cx="13430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16" name="support-clip">
            <a:extLst xmlns:a="http://schemas.openxmlformats.org/drawingml/2006/main">
              <a:ext uri="{FF2B5EF4-FFF2-40B4-BE49-F238E27FC236}">
                <a16:creationId xmlns:a16="http://schemas.microsoft.com/office/drawing/2014/main" id="{584934C6-BC0A-4B80-884E-D7B76C7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7717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+ DPAM</a:t>
            </a:r>
          </a:p>
        </p:txBody>
      </p:sp>
      <p:sp>
        <p:nvSpPr>
          <p:cNvPr id="17" name="support-dino-grid0-0">
            <a:extLst xmlns:a="http://schemas.openxmlformats.org/drawingml/2006/main">
              <a:ext uri="{FF2B5EF4-FFF2-40B4-BE49-F238E27FC236}">
                <a16:creationId xmlns:a16="http://schemas.microsoft.com/office/drawing/2014/main" id="{28544450-D0A1-44E2-AF6E-C8B3658B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support-dino-grid0-1">
            <a:extLst xmlns:a="http://schemas.openxmlformats.org/drawingml/2006/main">
              <a:ext uri="{FF2B5EF4-FFF2-40B4-BE49-F238E27FC236}">
                <a16:creationId xmlns:a16="http://schemas.microsoft.com/office/drawing/2014/main" id="{EE83DF64-7AE2-42D7-AC4F-FB7C633C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support-dino-grid0-2">
            <a:extLst xmlns:a="http://schemas.openxmlformats.org/drawingml/2006/main">
              <a:ext uri="{FF2B5EF4-FFF2-40B4-BE49-F238E27FC236}">
                <a16:creationId xmlns:a16="http://schemas.microsoft.com/office/drawing/2014/main" id="{7A5126E4-0438-413B-A414-0A730EC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support-dino-grid0-3">
            <a:extLst xmlns:a="http://schemas.openxmlformats.org/drawingml/2006/main">
              <a:ext uri="{FF2B5EF4-FFF2-40B4-BE49-F238E27FC236}">
                <a16:creationId xmlns:a16="http://schemas.microsoft.com/office/drawing/2014/main" id="{D391E120-E256-4353-96CE-D6F5613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support-dino-grid0-4">
            <a:extLst xmlns:a="http://schemas.openxmlformats.org/drawingml/2006/main">
              <a:ext uri="{FF2B5EF4-FFF2-40B4-BE49-F238E27FC236}">
                <a16:creationId xmlns:a16="http://schemas.microsoft.com/office/drawing/2014/main" id="{7B0D8668-1370-4D4C-B93B-F10EAA0B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support-dino-grid1-0">
            <a:extLst xmlns:a="http://schemas.openxmlformats.org/drawingml/2006/main">
              <a:ext uri="{FF2B5EF4-FFF2-40B4-BE49-F238E27FC236}">
                <a16:creationId xmlns:a16="http://schemas.microsoft.com/office/drawing/2014/main" id="{7B59C387-8B4A-4D8A-91BB-2C3A98B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support-dino-grid1-1">
            <a:extLst xmlns:a="http://schemas.openxmlformats.org/drawingml/2006/main">
              <a:ext uri="{FF2B5EF4-FFF2-40B4-BE49-F238E27FC236}">
                <a16:creationId xmlns:a16="http://schemas.microsoft.com/office/drawing/2014/main" id="{D05A8160-63CE-4AA1-BB6E-6DA26F0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support-dino-grid1-2">
            <a:extLst xmlns:a="http://schemas.openxmlformats.org/drawingml/2006/main">
              <a:ext uri="{FF2B5EF4-FFF2-40B4-BE49-F238E27FC236}">
                <a16:creationId xmlns:a16="http://schemas.microsoft.com/office/drawing/2014/main" id="{59F0D4A4-7056-4344-A035-E9CD119E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support-dino-grid1-3">
            <a:extLst xmlns:a="http://schemas.openxmlformats.org/drawingml/2006/main">
              <a:ext uri="{FF2B5EF4-FFF2-40B4-BE49-F238E27FC236}">
                <a16:creationId xmlns:a16="http://schemas.microsoft.com/office/drawing/2014/main" id="{80099295-F50F-4488-8F5F-2114750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support-dino-grid1-4">
            <a:extLst xmlns:a="http://schemas.openxmlformats.org/drawingml/2006/main">
              <a:ext uri="{FF2B5EF4-FFF2-40B4-BE49-F238E27FC236}">
                <a16:creationId xmlns:a16="http://schemas.microsoft.com/office/drawing/2014/main" id="{9C9F7E46-BAD1-4FBA-9D98-F27E3E30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support-dino-grid2-0">
            <a:extLst xmlns:a="http://schemas.openxmlformats.org/drawingml/2006/main">
              <a:ext uri="{FF2B5EF4-FFF2-40B4-BE49-F238E27FC236}">
                <a16:creationId xmlns:a16="http://schemas.microsoft.com/office/drawing/2014/main" id="{E926A821-F67E-4CD2-93C1-34F4D42E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support-dino-grid2-1">
            <a:extLst xmlns:a="http://schemas.openxmlformats.org/drawingml/2006/main">
              <a:ext uri="{FF2B5EF4-FFF2-40B4-BE49-F238E27FC236}">
                <a16:creationId xmlns:a16="http://schemas.microsoft.com/office/drawing/2014/main" id="{F6F39FDF-7CB1-4357-849E-2F35F45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support-dino-grid2-2">
            <a:extLst xmlns:a="http://schemas.openxmlformats.org/drawingml/2006/main">
              <a:ext uri="{FF2B5EF4-FFF2-40B4-BE49-F238E27FC236}">
                <a16:creationId xmlns:a16="http://schemas.microsoft.com/office/drawing/2014/main" id="{5C176274-D402-471A-98DD-F7536F06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support-dino-grid2-3">
            <a:extLst xmlns:a="http://schemas.openxmlformats.org/drawingml/2006/main">
              <a:ext uri="{FF2B5EF4-FFF2-40B4-BE49-F238E27FC236}">
                <a16:creationId xmlns:a16="http://schemas.microsoft.com/office/drawing/2014/main" id="{8F859654-2632-4012-A6F9-910AE43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support-dino-grid2-4">
            <a:extLst xmlns:a="http://schemas.openxmlformats.org/drawingml/2006/main">
              <a:ext uri="{FF2B5EF4-FFF2-40B4-BE49-F238E27FC236}">
                <a16:creationId xmlns:a16="http://schemas.microsoft.com/office/drawing/2014/main" id="{E0320F67-7D33-4930-9CF7-528593E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support-frozen">
            <a:extLst xmlns:a="http://schemas.openxmlformats.org/drawingml/2006/main">
              <a:ext uri="{FF2B5EF4-FFF2-40B4-BE49-F238E27FC236}">
                <a16:creationId xmlns:a16="http://schemas.microsoft.com/office/drawing/2014/main" id="{47769509-559C-4AE1-8620-3649573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visual encoders</a:t>
            </a:r>
          </a:p>
        </p:txBody>
      </p:sp>
      <p:sp>
        <p:nvSpPr>
          <p:cNvPr id="33" name="support-fusion">
            <a:extLst xmlns:a="http://schemas.openxmlformats.org/drawingml/2006/main">
              <a:ext uri="{FF2B5EF4-FFF2-40B4-BE49-F238E27FC236}">
                <a16:creationId xmlns:a16="http://schemas.microsoft.com/office/drawing/2014/main" id="{79E8613F-7BB6-485E-AE2B-922D68CA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71675"/>
            <a:ext cx="3057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 grids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Normalize and concatenate</a:t>
            </a:r>
          </a:p>
        </p:txBody>
      </p:sp>
      <p:sp>
        <p:nvSpPr>
          <p:cNvPr id="34" name="support-shared">
            <a:extLst xmlns:a="http://schemas.openxmlformats.org/drawingml/2006/main">
              <a:ext uri="{FF2B5EF4-FFF2-40B4-BE49-F238E27FC236}">
                <a16:creationId xmlns:a16="http://schemas.microsoft.com/office/drawing/2014/main" id="{1F801000-2FC5-4400-AD74-1591AE8E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Same feature pipeline as (b)</a:t>
            </a:r>
          </a:p>
        </p:txBody>
      </p:sp>
      <p:sp>
        <p:nvSpPr>
          <p:cNvPr id="35" name="support-vector0">
            <a:extLst xmlns:a="http://schemas.openxmlformats.org/drawingml/2006/main">
              <a:ext uri="{FF2B5EF4-FFF2-40B4-BE49-F238E27FC236}">
                <a16:creationId xmlns:a16="http://schemas.microsoft.com/office/drawing/2014/main" id="{3C223BE7-611A-4761-9B93-63DFA890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6" name="support-vector1">
            <a:extLst xmlns:a="http://schemas.openxmlformats.org/drawingml/2006/main">
              <a:ext uri="{FF2B5EF4-FFF2-40B4-BE49-F238E27FC236}">
                <a16:creationId xmlns:a16="http://schemas.microsoft.com/office/drawing/2014/main" id="{CCCA926B-4594-42B1-B546-723CB17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96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7" name="support-vector2">
            <a:extLst xmlns:a="http://schemas.openxmlformats.org/drawingml/2006/main">
              <a:ext uri="{FF2B5EF4-FFF2-40B4-BE49-F238E27FC236}">
                <a16:creationId xmlns:a16="http://schemas.microsoft.com/office/drawing/2014/main" id="{129371B6-8A06-4085-81E5-B599D813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support-vector3">
            <a:extLst xmlns:a="http://schemas.openxmlformats.org/drawingml/2006/main">
              <a:ext uri="{FF2B5EF4-FFF2-40B4-BE49-F238E27FC236}">
                <a16:creationId xmlns:a16="http://schemas.microsoft.com/office/drawing/2014/main" id="{4D6489AA-B9D5-4A02-8339-9DE06F2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90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support-vector4">
            <a:extLst xmlns:a="http://schemas.openxmlformats.org/drawingml/2006/main">
              <a:ext uri="{FF2B5EF4-FFF2-40B4-BE49-F238E27FC236}">
                <a16:creationId xmlns:a16="http://schemas.microsoft.com/office/drawing/2014/main" id="{9C304191-D6F8-4A51-856A-98BA899B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support-vector5">
            <a:extLst xmlns:a="http://schemas.openxmlformats.org/drawingml/2006/main">
              <a:ext uri="{FF2B5EF4-FFF2-40B4-BE49-F238E27FC236}">
                <a16:creationId xmlns:a16="http://schemas.microsoft.com/office/drawing/2014/main" id="{A78EF2F4-9227-41E2-BAEC-88A61A34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1" name="support-vector6">
            <a:extLst xmlns:a="http://schemas.openxmlformats.org/drawingml/2006/main">
              <a:ext uri="{FF2B5EF4-FFF2-40B4-BE49-F238E27FC236}">
                <a16:creationId xmlns:a16="http://schemas.microsoft.com/office/drawing/2014/main" id="{216F18EB-561B-477F-8568-4D61039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80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2" name="support-vector7">
            <a:extLst xmlns:a="http://schemas.openxmlformats.org/drawingml/2006/main">
              <a:ext uri="{FF2B5EF4-FFF2-40B4-BE49-F238E27FC236}">
                <a16:creationId xmlns:a16="http://schemas.microsoft.com/office/drawing/2014/main" id="{A0CD19D4-B15F-4FC4-94F1-D78E8165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support-vector8">
            <a:extLst xmlns:a="http://schemas.openxmlformats.org/drawingml/2006/main">
              <a:ext uri="{FF2B5EF4-FFF2-40B4-BE49-F238E27FC236}">
                <a16:creationId xmlns:a16="http://schemas.microsoft.com/office/drawing/2014/main" id="{2526F57A-1B5F-464E-AF02-2A9BDE1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4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support-vector9">
            <a:extLst xmlns:a="http://schemas.openxmlformats.org/drawingml/2006/main">
              <a:ext uri="{FF2B5EF4-FFF2-40B4-BE49-F238E27FC236}">
                <a16:creationId xmlns:a16="http://schemas.microsoft.com/office/drawing/2014/main" id="{DE3275AB-2094-4AEA-815D-5C2D852B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0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support-dim">
            <a:extLst xmlns:a="http://schemas.openxmlformats.org/drawingml/2006/main">
              <a:ext uri="{FF2B5EF4-FFF2-40B4-BE49-F238E27FC236}">
                <a16:creationId xmlns:a16="http://schemas.microsoft.com/office/drawing/2014/main" id="{F4ADB0A7-3B3A-4B39-8DC3-77F753E0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46" name="normal-memory">
            <a:extLst xmlns:a="http://schemas.openxmlformats.org/drawingml/2006/main">
              <a:ext uri="{FF2B5EF4-FFF2-40B4-BE49-F238E27FC236}">
                <a16:creationId xmlns:a16="http://schemas.microsoft.com/office/drawing/2014/main" id="{2E0DFF3D-011B-47A6-A5C8-69470BAE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BAEFFC59-CF30-4A72-BA3E-D607DFDF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62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 memory</a:t>
            </a:r>
          </a:p>
        </p:txBody>
      </p:sp>
      <p:sp>
        <p:nvSpPr>
          <p:cNvPr id="48" name="memory-row00">
            <a:extLst xmlns:a="http://schemas.openxmlformats.org/drawingml/2006/main">
              <a:ext uri="{FF2B5EF4-FFF2-40B4-BE49-F238E27FC236}">
                <a16:creationId xmlns:a16="http://schemas.microsoft.com/office/drawing/2014/main" id="{C84A3CCD-96F8-4667-801F-029EDB03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memory-row01">
            <a:extLst xmlns:a="http://schemas.openxmlformats.org/drawingml/2006/main">
              <a:ext uri="{FF2B5EF4-FFF2-40B4-BE49-F238E27FC236}">
                <a16:creationId xmlns:a16="http://schemas.microsoft.com/office/drawing/2014/main" id="{6C8C9AE6-C909-47D7-95FA-316CB41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0" name="memory-row02">
            <a:extLst xmlns:a="http://schemas.openxmlformats.org/drawingml/2006/main">
              <a:ext uri="{FF2B5EF4-FFF2-40B4-BE49-F238E27FC236}">
                <a16:creationId xmlns:a16="http://schemas.microsoft.com/office/drawing/2014/main" id="{376EFE9C-244E-4DBF-AE5A-BDB6986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1" name="memory-row03">
            <a:extLst xmlns:a="http://schemas.openxmlformats.org/drawingml/2006/main">
              <a:ext uri="{FF2B5EF4-FFF2-40B4-BE49-F238E27FC236}">
                <a16:creationId xmlns:a16="http://schemas.microsoft.com/office/drawing/2014/main" id="{CB982AEE-1CB8-4666-A668-2E93C5B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2" name="memory-row04">
            <a:extLst xmlns:a="http://schemas.openxmlformats.org/drawingml/2006/main">
              <a:ext uri="{FF2B5EF4-FFF2-40B4-BE49-F238E27FC236}">
                <a16:creationId xmlns:a16="http://schemas.microsoft.com/office/drawing/2014/main" id="{15239A4B-4EC9-4BB4-B872-BCD3C85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3" name="memory-row05">
            <a:extLst xmlns:a="http://schemas.openxmlformats.org/drawingml/2006/main">
              <a:ext uri="{FF2B5EF4-FFF2-40B4-BE49-F238E27FC236}">
                <a16:creationId xmlns:a16="http://schemas.microsoft.com/office/drawing/2014/main" id="{22D74E48-1B4F-4F54-83BA-9D9805C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memory-row06">
            <a:extLst xmlns:a="http://schemas.openxmlformats.org/drawingml/2006/main">
              <a:ext uri="{FF2B5EF4-FFF2-40B4-BE49-F238E27FC236}">
                <a16:creationId xmlns:a16="http://schemas.microsoft.com/office/drawing/2014/main" id="{CBC1E0DC-F582-47F8-A079-E380DC8E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5" name="memory-row07">
            <a:extLst xmlns:a="http://schemas.openxmlformats.org/drawingml/2006/main">
              <a:ext uri="{FF2B5EF4-FFF2-40B4-BE49-F238E27FC236}">
                <a16:creationId xmlns:a16="http://schemas.microsoft.com/office/drawing/2014/main" id="{0E186B55-B741-40AB-BD88-62AEEC4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6" name="memory-row08">
            <a:extLst xmlns:a="http://schemas.openxmlformats.org/drawingml/2006/main">
              <a:ext uri="{FF2B5EF4-FFF2-40B4-BE49-F238E27FC236}">
                <a16:creationId xmlns:a16="http://schemas.microsoft.com/office/drawing/2014/main" id="{AFD3566B-E3D9-495C-984B-BEBD17DC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7" name="memory-row09">
            <a:extLst xmlns:a="http://schemas.openxmlformats.org/drawingml/2006/main">
              <a:ext uri="{FF2B5EF4-FFF2-40B4-BE49-F238E27FC236}">
                <a16:creationId xmlns:a16="http://schemas.microsoft.com/office/drawing/2014/main" id="{3C940105-6787-448D-898D-412BF54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8" name="memory-row10">
            <a:extLst xmlns:a="http://schemas.openxmlformats.org/drawingml/2006/main">
              <a:ext uri="{FF2B5EF4-FFF2-40B4-BE49-F238E27FC236}">
                <a16:creationId xmlns:a16="http://schemas.microsoft.com/office/drawing/2014/main" id="{F6E3E57B-AFEB-4DF8-B9F0-30DB6A39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memory-row11">
            <a:extLst xmlns:a="http://schemas.openxmlformats.org/drawingml/2006/main">
              <a:ext uri="{FF2B5EF4-FFF2-40B4-BE49-F238E27FC236}">
                <a16:creationId xmlns:a16="http://schemas.microsoft.com/office/drawing/2014/main" id="{05FF7B40-D12B-435B-A939-8B05255A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0" name="memory-row12">
            <a:extLst xmlns:a="http://schemas.openxmlformats.org/drawingml/2006/main">
              <a:ext uri="{FF2B5EF4-FFF2-40B4-BE49-F238E27FC236}">
                <a16:creationId xmlns:a16="http://schemas.microsoft.com/office/drawing/2014/main" id="{35F6EF01-ECC7-460D-A2C8-D306938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1" name="memory-row13">
            <a:extLst xmlns:a="http://schemas.openxmlformats.org/drawingml/2006/main">
              <a:ext uri="{FF2B5EF4-FFF2-40B4-BE49-F238E27FC236}">
                <a16:creationId xmlns:a16="http://schemas.microsoft.com/office/drawing/2014/main" id="{6F86991D-B6F4-4394-B923-E19CFD62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2" name="memory-row14">
            <a:extLst xmlns:a="http://schemas.openxmlformats.org/drawingml/2006/main">
              <a:ext uri="{FF2B5EF4-FFF2-40B4-BE49-F238E27FC236}">
                <a16:creationId xmlns:a16="http://schemas.microsoft.com/office/drawing/2014/main" id="{A80541E3-5F22-46A5-9E69-4BC4DBA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3" name="memory-row15">
            <a:extLst xmlns:a="http://schemas.openxmlformats.org/drawingml/2006/main">
              <a:ext uri="{FF2B5EF4-FFF2-40B4-BE49-F238E27FC236}">
                <a16:creationId xmlns:a16="http://schemas.microsoft.com/office/drawing/2014/main" id="{5A56E71A-666E-47A6-A210-A4079BC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memory-row16">
            <a:extLst xmlns:a="http://schemas.openxmlformats.org/drawingml/2006/main">
              <a:ext uri="{FF2B5EF4-FFF2-40B4-BE49-F238E27FC236}">
                <a16:creationId xmlns:a16="http://schemas.microsoft.com/office/drawing/2014/main" id="{16F8A3F3-28E3-4FBF-8BF0-31A8ECBA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5" name="memory-row17">
            <a:extLst xmlns:a="http://schemas.openxmlformats.org/drawingml/2006/main">
              <a:ext uri="{FF2B5EF4-FFF2-40B4-BE49-F238E27FC236}">
                <a16:creationId xmlns:a16="http://schemas.microsoft.com/office/drawing/2014/main" id="{6CD8DF5C-B409-4A70-8647-40ADFC5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6" name="memory-row18">
            <a:extLst xmlns:a="http://schemas.openxmlformats.org/drawingml/2006/main">
              <a:ext uri="{FF2B5EF4-FFF2-40B4-BE49-F238E27FC236}">
                <a16:creationId xmlns:a16="http://schemas.microsoft.com/office/drawing/2014/main" id="{53550EFB-DB0A-430D-8301-665E620B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7" name="memory-row19">
            <a:extLst xmlns:a="http://schemas.openxmlformats.org/drawingml/2006/main">
              <a:ext uri="{FF2B5EF4-FFF2-40B4-BE49-F238E27FC236}">
                <a16:creationId xmlns:a16="http://schemas.microsoft.com/office/drawing/2014/main" id="{B51C90BB-0AA4-4ED2-BB5B-B2B3562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8" name="memory-row20">
            <a:extLst xmlns:a="http://schemas.openxmlformats.org/drawingml/2006/main">
              <a:ext uri="{FF2B5EF4-FFF2-40B4-BE49-F238E27FC236}">
                <a16:creationId xmlns:a16="http://schemas.microsoft.com/office/drawing/2014/main" id="{D87C06A6-9287-406B-8A03-D278CC3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9" name="memory-row21">
            <a:extLst xmlns:a="http://schemas.openxmlformats.org/drawingml/2006/main">
              <a:ext uri="{FF2B5EF4-FFF2-40B4-BE49-F238E27FC236}">
                <a16:creationId xmlns:a16="http://schemas.microsoft.com/office/drawing/2014/main" id="{4B07B442-B7D1-4980-A566-B2B8DB60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0" name="memory-row22">
            <a:extLst xmlns:a="http://schemas.openxmlformats.org/drawingml/2006/main">
              <a:ext uri="{FF2B5EF4-FFF2-40B4-BE49-F238E27FC236}">
                <a16:creationId xmlns:a16="http://schemas.microsoft.com/office/drawing/2014/main" id="{637B0C56-A425-463F-8081-D5D36558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1" name="memory-row23">
            <a:extLst xmlns:a="http://schemas.openxmlformats.org/drawingml/2006/main">
              <a:ext uri="{FF2B5EF4-FFF2-40B4-BE49-F238E27FC236}">
                <a16:creationId xmlns:a16="http://schemas.microsoft.com/office/drawing/2014/main" id="{7D2ED753-929D-4282-B053-E7B14E58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2" name="memory-row24">
            <a:extLst xmlns:a="http://schemas.openxmlformats.org/drawingml/2006/main">
              <a:ext uri="{FF2B5EF4-FFF2-40B4-BE49-F238E27FC236}">
                <a16:creationId xmlns:a16="http://schemas.microsoft.com/office/drawing/2014/main" id="{488A3477-85E1-432F-A840-461125C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3" name="memory-row25">
            <a:extLst xmlns:a="http://schemas.openxmlformats.org/drawingml/2006/main">
              <a:ext uri="{FF2B5EF4-FFF2-40B4-BE49-F238E27FC236}">
                <a16:creationId xmlns:a16="http://schemas.microsoft.com/office/drawing/2014/main" id="{3D78D0FD-A0BA-4ABB-80AC-51E2088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memory-row26">
            <a:extLst xmlns:a="http://schemas.openxmlformats.org/drawingml/2006/main">
              <a:ext uri="{FF2B5EF4-FFF2-40B4-BE49-F238E27FC236}">
                <a16:creationId xmlns:a16="http://schemas.microsoft.com/office/drawing/2014/main" id="{9F91D959-3668-4CC3-A70B-633CD423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5" name="memory-row27">
            <a:extLst xmlns:a="http://schemas.openxmlformats.org/drawingml/2006/main">
              <a:ext uri="{FF2B5EF4-FFF2-40B4-BE49-F238E27FC236}">
                <a16:creationId xmlns:a16="http://schemas.microsoft.com/office/drawing/2014/main" id="{6D6D9AA5-276D-4379-BC38-2F263E8D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6" name="memory-row28">
            <a:extLst xmlns:a="http://schemas.openxmlformats.org/drawingml/2006/main">
              <a:ext uri="{FF2B5EF4-FFF2-40B4-BE49-F238E27FC236}">
                <a16:creationId xmlns:a16="http://schemas.microsoft.com/office/drawing/2014/main" id="{9D859B3F-C02A-47EE-80A1-1023763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memory-row29">
            <a:extLst xmlns:a="http://schemas.openxmlformats.org/drawingml/2006/main">
              <a:ext uri="{FF2B5EF4-FFF2-40B4-BE49-F238E27FC236}">
                <a16:creationId xmlns:a16="http://schemas.microsoft.com/office/drawing/2014/main" id="{C450B8D7-1E7C-498C-959F-2D9251A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memory-symbol">
            <a:extLst xmlns:a="http://schemas.openxmlformats.org/drawingml/2006/main">
              <a:ext uri="{FF2B5EF4-FFF2-40B4-BE49-F238E27FC236}">
                <a16:creationId xmlns:a16="http://schemas.microsoft.com/office/drawing/2014/main" id="{707330A4-93DC-4DCE-B53A-4C2097C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371850"/>
            <a:ext cx="933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1620" i="1" baseline="-25000"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79" name="all-patches">
            <a:extLst xmlns:a="http://schemas.openxmlformats.org/drawingml/2006/main">
              <a:ext uri="{FF2B5EF4-FFF2-40B4-BE49-F238E27FC236}">
                <a16:creationId xmlns:a16="http://schemas.microsoft.com/office/drawing/2014/main" id="{10963FD3-6E00-46F2-A656-FFA82051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0097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All support patches</a:t>
            </a:r>
          </a:p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Fixed after construction</a:t>
            </a:r>
          </a:p>
        </p:txBody>
      </p:sp>
      <p:sp>
        <p:nvSpPr>
          <p:cNvPr id="80" name="node0">
            <a:extLst xmlns:a="http://schemas.openxmlformats.org/drawingml/2006/main">
              <a:ext uri="{FF2B5EF4-FFF2-40B4-BE49-F238E27FC236}">
                <a16:creationId xmlns:a16="http://schemas.microsoft.com/office/drawing/2014/main" id="{7A46D1E7-989B-4599-BA62-2FA5F64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259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1" name="node1">
            <a:extLst xmlns:a="http://schemas.openxmlformats.org/drawingml/2006/main">
              <a:ext uri="{FF2B5EF4-FFF2-40B4-BE49-F238E27FC236}">
                <a16:creationId xmlns:a16="http://schemas.microsoft.com/office/drawing/2014/main" id="{29578A62-7B05-4289-AC9F-5C77C54B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3" y="259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3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2058353" y="2600326"/>
            <a:ext cx="1981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3" name="node2">
            <a:extLst xmlns:a="http://schemas.openxmlformats.org/drawingml/2006/main">
              <a:ext uri="{FF2B5EF4-FFF2-40B4-BE49-F238E27FC236}">
                <a16:creationId xmlns:a16="http://schemas.microsoft.com/office/drawing/2014/main" id="{98F64A71-C20C-4F5E-8184-75D4D72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3">
            <a:extLst xmlns:a="http://schemas.openxmlformats.org/drawingml/2006/main">
              <a:ext uri="{FF2B5EF4-FFF2-40B4-BE49-F238E27FC236}">
                <a16:creationId xmlns:a16="http://schemas.microsoft.com/office/drawing/2014/main" id="{19BB9448-A1CA-45CB-9DEA-C54A337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258753" y="25050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node4">
            <a:extLst xmlns:a="http://schemas.openxmlformats.org/drawingml/2006/main">
              <a:ext uri="{FF2B5EF4-FFF2-40B4-BE49-F238E27FC236}">
                <a16:creationId xmlns:a16="http://schemas.microsoft.com/office/drawing/2014/main" id="{FAB0E037-CD19-4B48-804A-F302147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3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7" name="node5">
            <a:extLst xmlns:a="http://schemas.openxmlformats.org/drawingml/2006/main">
              <a:ext uri="{FF2B5EF4-FFF2-40B4-BE49-F238E27FC236}">
                <a16:creationId xmlns:a16="http://schemas.microsoft.com/office/drawing/2014/main" id="{0A3D739B-25F8-4E5F-8814-1FD4FF92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3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9059228" y="2505076"/>
            <a:ext cx="3981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9" name="node6">
            <a:extLst xmlns:a="http://schemas.openxmlformats.org/drawingml/2006/main">
              <a:ext uri="{FF2B5EF4-FFF2-40B4-BE49-F238E27FC236}">
                <a16:creationId xmlns:a16="http://schemas.microsoft.com/office/drawing/2014/main" id="{259ABEE4-637E-412C-9A76-E130CE8E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7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0" name="node7">
            <a:extLst xmlns:a="http://schemas.openxmlformats.org/drawingml/2006/main">
              <a:ext uri="{FF2B5EF4-FFF2-40B4-BE49-F238E27FC236}">
                <a16:creationId xmlns:a16="http://schemas.microsoft.com/office/drawing/2014/main" id="{777445DA-E29F-4ACC-A3C9-957E13C8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2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0735628" y="250507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92" name="node8">
            <a:extLst xmlns:a="http://schemas.openxmlformats.org/drawingml/2006/main">
              <a:ext uri="{FF2B5EF4-FFF2-40B4-BE49-F238E27FC236}">
                <a16:creationId xmlns:a16="http://schemas.microsoft.com/office/drawing/2014/main" id="{2BC21AF3-403A-445D-8956-741189D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3" name="node9">
            <a:extLst xmlns:a="http://schemas.openxmlformats.org/drawingml/2006/main">
              <a:ext uri="{FF2B5EF4-FFF2-40B4-BE49-F238E27FC236}">
                <a16:creationId xmlns:a16="http://schemas.microsoft.com/office/drawing/2014/main" id="{62E73111-7671-492D-AAA2-4BCCF61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5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2477751" y="3353753"/>
            <a:ext cx="0" cy="19411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95" name="read-memory">
            <a:extLst xmlns:a="http://schemas.openxmlformats.org/drawingml/2006/main">
              <a:ext uri="{FF2B5EF4-FFF2-40B4-BE49-F238E27FC236}">
                <a16:creationId xmlns:a16="http://schemas.microsoft.com/office/drawing/2014/main" id="{F15DA43B-1BEA-4815-BB4A-C18A058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52900"/>
            <a:ext cx="126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only</a:t>
            </a:r>
          </a:p>
        </p:txBody>
      </p:sp>
      <p:sp>
        <p:nvSpPr>
          <p:cNvPr id="96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23224E79-8E15-4A37-9DF0-70099F3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052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97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C68A1B0C-164C-4E6C-9AB5-D837067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290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Localize anomalies in a query image</a:t>
            </a:r>
          </a:p>
        </p:txBody>
      </p:sp>
      <p:pic>
        <p:nvPicPr>
          <p:cNvPr id="379" name="Query MPDD metal_plate scratches 0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a190985c4420e"/>
          <a:stretch xmlns:a="http://schemas.openxmlformats.org/drawingml/2006/main"/>
        </p:blipFill>
        <p:spPr>
          <a:xfrm xmlns:a="http://schemas.openxmlformats.org/drawingml/2006/main">
            <a:off x="381000" y="538162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9" name="query-symbol">
            <a:extLst xmlns:a="http://schemas.openxmlformats.org/drawingml/2006/main">
              <a:ext uri="{FF2B5EF4-FFF2-40B4-BE49-F238E27FC236}">
                <a16:creationId xmlns:a16="http://schemas.microsoft.com/office/drawing/2014/main" id="{5CEDDFED-3F85-43CE-87B0-43E603B1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722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400" b="1" i="1"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100" name="node10">
            <a:extLst xmlns:a="http://schemas.openxmlformats.org/drawingml/2006/main">
              <a:ext uri="{FF2B5EF4-FFF2-40B4-BE49-F238E27FC236}">
                <a16:creationId xmlns:a16="http://schemas.microsoft.com/office/drawing/2014/main" id="{913004BF-3445-4A2C-830F-9FCD342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1" name="node11">
            <a:extLst xmlns:a="http://schemas.openxmlformats.org/drawingml/2006/main">
              <a:ext uri="{FF2B5EF4-FFF2-40B4-BE49-F238E27FC236}">
                <a16:creationId xmlns:a16="http://schemas.microsoft.com/office/drawing/2014/main" id="{A71F591F-CFD8-410C-9692-BCDD8C6C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3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734503" y="6048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3" name="node12">
            <a:extLst xmlns:a="http://schemas.openxmlformats.org/drawingml/2006/main">
              <a:ext uri="{FF2B5EF4-FFF2-40B4-BE49-F238E27FC236}">
                <a16:creationId xmlns:a16="http://schemas.microsoft.com/office/drawing/2014/main" id="{3C29FE7F-37D1-472D-8812-F4632BE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4" name="node13">
            <a:extLst xmlns:a="http://schemas.openxmlformats.org/drawingml/2006/main">
              <a:ext uri="{FF2B5EF4-FFF2-40B4-BE49-F238E27FC236}">
                <a16:creationId xmlns:a16="http://schemas.microsoft.com/office/drawing/2014/main" id="{40B19BEC-ADA9-4F76-8599-72823CB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6" name=""/>
          <p:cNvCxnSpPr>
            <a:stCxn xmlns:a="http://schemas.openxmlformats.org/drawingml/2006/main" id="103" idx="0"/>
            <a:endCxn xmlns:a="http://schemas.openxmlformats.org/drawingml/2006/main" id="104" idx="2"/>
          </p:cNvCxnSpPr>
          <p:nvPr/>
        </p:nvCxnSpPr>
        <p:spPr>
          <a:xfrm xmlns:a="http://schemas.openxmlformats.org/drawingml/2006/main" flipV="1">
            <a:off x="2019301" y="508730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6" name="node14">
            <a:extLst xmlns:a="http://schemas.openxmlformats.org/drawingml/2006/main">
              <a:ext uri="{FF2B5EF4-FFF2-40B4-BE49-F238E27FC236}">
                <a16:creationId xmlns:a16="http://schemas.microsoft.com/office/drawing/2014/main" id="{695FA4BC-DAA2-4DD5-A21E-BE3DC238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7" name="node15">
            <a:extLst xmlns:a="http://schemas.openxmlformats.org/drawingml/2006/main">
              <a:ext uri="{FF2B5EF4-FFF2-40B4-BE49-F238E27FC236}">
                <a16:creationId xmlns:a16="http://schemas.microsoft.com/office/drawing/2014/main" id="{52327B84-EEAA-480F-B6AF-1332321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9" name="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2020253" y="50863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09" name="node16">
            <a:extLst xmlns:a="http://schemas.openxmlformats.org/drawingml/2006/main">
              <a:ext uri="{FF2B5EF4-FFF2-40B4-BE49-F238E27FC236}">
                <a16:creationId xmlns:a16="http://schemas.microsoft.com/office/drawing/2014/main" id="{A4C22BD5-8201-43EF-9989-4D008A9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0" name="node17">
            <a:extLst xmlns:a="http://schemas.openxmlformats.org/drawingml/2006/main">
              <a:ext uri="{FF2B5EF4-FFF2-40B4-BE49-F238E27FC236}">
                <a16:creationId xmlns:a16="http://schemas.microsoft.com/office/drawing/2014/main" id="{E8B6F552-D166-4713-9FC8-F3D10653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2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2019301" y="6049328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2" name="node18">
            <a:extLst xmlns:a="http://schemas.openxmlformats.org/drawingml/2006/main">
              <a:ext uri="{FF2B5EF4-FFF2-40B4-BE49-F238E27FC236}">
                <a16:creationId xmlns:a16="http://schemas.microsoft.com/office/drawing/2014/main" id="{CB5624FA-18DE-4694-9796-AAD968F1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3" name="node19">
            <a:extLst xmlns:a="http://schemas.openxmlformats.org/drawingml/2006/main">
              <a:ext uri="{FF2B5EF4-FFF2-40B4-BE49-F238E27FC236}">
                <a16:creationId xmlns:a16="http://schemas.microsoft.com/office/drawing/2014/main" id="{D8AD2A0C-DE7A-4AB6-A155-F9823BE2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5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020253" y="68770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5" name="query-dino">
            <a:extLst xmlns:a="http://schemas.openxmlformats.org/drawingml/2006/main">
              <a:ext uri="{FF2B5EF4-FFF2-40B4-BE49-F238E27FC236}">
                <a16:creationId xmlns:a16="http://schemas.microsoft.com/office/drawing/2014/main" id="{ADA3767F-61DA-4BFC-9CFD-4FE4412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ViT-B/14</a:t>
            </a:r>
          </a:p>
        </p:txBody>
      </p:sp>
      <p:sp>
        <p:nvSpPr>
          <p:cNvPr id="116" name="dino-input">
            <a:extLst xmlns:a="http://schemas.openxmlformats.org/drawingml/2006/main">
              <a:ext uri="{FF2B5EF4-FFF2-40B4-BE49-F238E27FC236}">
                <a16:creationId xmlns:a16="http://schemas.microsoft.com/office/drawing/2014/main" id="{A7276849-CB7E-43EE-87F5-C2B20C8B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24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Short side: 448</a:t>
            </a:r>
          </a:p>
        </p:txBody>
      </p:sp>
      <p:sp>
        <p:nvSpPr>
          <p:cNvPr id="117" name="query-clip">
            <a:extLst xmlns:a="http://schemas.openxmlformats.org/drawingml/2006/main">
              <a:ext uri="{FF2B5EF4-FFF2-40B4-BE49-F238E27FC236}">
                <a16:creationId xmlns:a16="http://schemas.microsoft.com/office/drawing/2014/main" id="{E562D48B-CC4A-4217-BFAC-50CCAE1C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4484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ViT-L/14 + DPAM</a:t>
            </a:r>
          </a:p>
        </p:txBody>
      </p:sp>
      <p:sp>
        <p:nvSpPr>
          <p:cNvPr id="118" name="clip-input">
            <a:extLst xmlns:a="http://schemas.openxmlformats.org/drawingml/2006/main">
              <a:ext uri="{FF2B5EF4-FFF2-40B4-BE49-F238E27FC236}">
                <a16:creationId xmlns:a16="http://schemas.microsoft.com/office/drawing/2014/main" id="{5432BDC0-1044-4BB5-9AD2-D42B5C9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736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Input: 518 × 518</a:t>
            </a:r>
          </a:p>
        </p:txBody>
      </p:sp>
      <p:sp>
        <p:nvSpPr>
          <p:cNvPr id="119" name="dino-features0-0">
            <a:extLst xmlns:a="http://schemas.openxmlformats.org/drawingml/2006/main">
              <a:ext uri="{FF2B5EF4-FFF2-40B4-BE49-F238E27FC236}">
                <a16:creationId xmlns:a16="http://schemas.microsoft.com/office/drawing/2014/main" id="{7096B228-42DB-48ED-92A9-0323D9D2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0" name="dino-features0-1">
            <a:extLst xmlns:a="http://schemas.openxmlformats.org/drawingml/2006/main">
              <a:ext uri="{FF2B5EF4-FFF2-40B4-BE49-F238E27FC236}">
                <a16:creationId xmlns:a16="http://schemas.microsoft.com/office/drawing/2014/main" id="{0AC85606-8D8B-4294-BEA6-8245539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dino-features0-2">
            <a:extLst xmlns:a="http://schemas.openxmlformats.org/drawingml/2006/main">
              <a:ext uri="{FF2B5EF4-FFF2-40B4-BE49-F238E27FC236}">
                <a16:creationId xmlns:a16="http://schemas.microsoft.com/office/drawing/2014/main" id="{FC15DCDE-5689-4219-B30F-93D90ADD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dino-features0-3">
            <a:extLst xmlns:a="http://schemas.openxmlformats.org/drawingml/2006/main">
              <a:ext uri="{FF2B5EF4-FFF2-40B4-BE49-F238E27FC236}">
                <a16:creationId xmlns:a16="http://schemas.microsoft.com/office/drawing/2014/main" id="{762F6ADF-8974-417B-9BAA-7C4DCF0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dino-features0-4">
            <a:extLst xmlns:a="http://schemas.openxmlformats.org/drawingml/2006/main">
              <a:ext uri="{FF2B5EF4-FFF2-40B4-BE49-F238E27FC236}">
                <a16:creationId xmlns:a16="http://schemas.microsoft.com/office/drawing/2014/main" id="{A688EF74-70D6-42FB-8339-73C7BADB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dino-features1-0">
            <a:extLst xmlns:a="http://schemas.openxmlformats.org/drawingml/2006/main">
              <a:ext uri="{FF2B5EF4-FFF2-40B4-BE49-F238E27FC236}">
                <a16:creationId xmlns:a16="http://schemas.microsoft.com/office/drawing/2014/main" id="{735D30A6-5C37-4BF0-BCC1-15C504BA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dino-features1-1">
            <a:extLst xmlns:a="http://schemas.openxmlformats.org/drawingml/2006/main">
              <a:ext uri="{FF2B5EF4-FFF2-40B4-BE49-F238E27FC236}">
                <a16:creationId xmlns:a16="http://schemas.microsoft.com/office/drawing/2014/main" id="{A0E1D995-5767-4D00-8062-B5EAC92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6" name="dino-features1-2">
            <a:extLst xmlns:a="http://schemas.openxmlformats.org/drawingml/2006/main">
              <a:ext uri="{FF2B5EF4-FFF2-40B4-BE49-F238E27FC236}">
                <a16:creationId xmlns:a16="http://schemas.microsoft.com/office/drawing/2014/main" id="{96055719-2F3B-4A6B-974B-427028A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7" name="dino-features1-3">
            <a:extLst xmlns:a="http://schemas.openxmlformats.org/drawingml/2006/main">
              <a:ext uri="{FF2B5EF4-FFF2-40B4-BE49-F238E27FC236}">
                <a16:creationId xmlns:a16="http://schemas.microsoft.com/office/drawing/2014/main" id="{DE47DA6F-618B-45FE-8188-DEFE099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8" name="dino-features1-4">
            <a:extLst xmlns:a="http://schemas.openxmlformats.org/drawingml/2006/main">
              <a:ext uri="{FF2B5EF4-FFF2-40B4-BE49-F238E27FC236}">
                <a16:creationId xmlns:a16="http://schemas.microsoft.com/office/drawing/2014/main" id="{5EC5CDAC-3B1D-496B-B1CB-00BD119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9" name="dino-features2-0">
            <a:extLst xmlns:a="http://schemas.openxmlformats.org/drawingml/2006/main">
              <a:ext uri="{FF2B5EF4-FFF2-40B4-BE49-F238E27FC236}">
                <a16:creationId xmlns:a16="http://schemas.microsoft.com/office/drawing/2014/main" id="{8D0F08C4-6ABE-4C7E-A5A8-1192164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dino-features2-1">
            <a:extLst xmlns:a="http://schemas.openxmlformats.org/drawingml/2006/main">
              <a:ext uri="{FF2B5EF4-FFF2-40B4-BE49-F238E27FC236}">
                <a16:creationId xmlns:a16="http://schemas.microsoft.com/office/drawing/2014/main" id="{AEE45B30-1206-4503-837A-0B1FFB27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dino-features2-2">
            <a:extLst xmlns:a="http://schemas.openxmlformats.org/drawingml/2006/main">
              <a:ext uri="{FF2B5EF4-FFF2-40B4-BE49-F238E27FC236}">
                <a16:creationId xmlns:a16="http://schemas.microsoft.com/office/drawing/2014/main" id="{916CCF28-D1EF-420C-A6D6-54E8943B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dino-features2-3">
            <a:extLst xmlns:a="http://schemas.openxmlformats.org/drawingml/2006/main">
              <a:ext uri="{FF2B5EF4-FFF2-40B4-BE49-F238E27FC236}">
                <a16:creationId xmlns:a16="http://schemas.microsoft.com/office/drawing/2014/main" id="{55968972-8228-4866-80CE-A536242A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dino-features2-4">
            <a:extLst xmlns:a="http://schemas.openxmlformats.org/drawingml/2006/main">
              <a:ext uri="{FF2B5EF4-FFF2-40B4-BE49-F238E27FC236}">
                <a16:creationId xmlns:a16="http://schemas.microsoft.com/office/drawing/2014/main" id="{8097F231-05EA-4018-81A3-0B8609A8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dino-features3-0">
            <a:extLst xmlns:a="http://schemas.openxmlformats.org/drawingml/2006/main">
              <a:ext uri="{FF2B5EF4-FFF2-40B4-BE49-F238E27FC236}">
                <a16:creationId xmlns:a16="http://schemas.microsoft.com/office/drawing/2014/main" id="{2A49CFAB-6E48-4595-832A-E15C4F73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dino-features3-1">
            <a:extLst xmlns:a="http://schemas.openxmlformats.org/drawingml/2006/main">
              <a:ext uri="{FF2B5EF4-FFF2-40B4-BE49-F238E27FC236}">
                <a16:creationId xmlns:a16="http://schemas.microsoft.com/office/drawing/2014/main" id="{9B15D50D-0B0A-49F2-9C7C-D1432D39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dino-features3-2">
            <a:extLst xmlns:a="http://schemas.openxmlformats.org/drawingml/2006/main">
              <a:ext uri="{FF2B5EF4-FFF2-40B4-BE49-F238E27FC236}">
                <a16:creationId xmlns:a16="http://schemas.microsoft.com/office/drawing/2014/main" id="{0D6BC6CC-85CD-4193-BBBC-BDDC97B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dino-features3-3">
            <a:extLst xmlns:a="http://schemas.openxmlformats.org/drawingml/2006/main">
              <a:ext uri="{FF2B5EF4-FFF2-40B4-BE49-F238E27FC236}">
                <a16:creationId xmlns:a16="http://schemas.microsoft.com/office/drawing/2014/main" id="{80C22102-3EEE-4BDB-8794-B3C16A8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dino-features3-4">
            <a:extLst xmlns:a="http://schemas.openxmlformats.org/drawingml/2006/main">
              <a:ext uri="{FF2B5EF4-FFF2-40B4-BE49-F238E27FC236}">
                <a16:creationId xmlns:a16="http://schemas.microsoft.com/office/drawing/2014/main" id="{EF431867-99A3-4A0B-B9F1-AA91679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clip-features0-0">
            <a:extLst xmlns:a="http://schemas.openxmlformats.org/drawingml/2006/main">
              <a:ext uri="{FF2B5EF4-FFF2-40B4-BE49-F238E27FC236}">
                <a16:creationId xmlns:a16="http://schemas.microsoft.com/office/drawing/2014/main" id="{EACB0204-95A1-43B4-B195-784919CD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lip-features0-1">
            <a:extLst xmlns:a="http://schemas.openxmlformats.org/drawingml/2006/main">
              <a:ext uri="{FF2B5EF4-FFF2-40B4-BE49-F238E27FC236}">
                <a16:creationId xmlns:a16="http://schemas.microsoft.com/office/drawing/2014/main" id="{5E5DE84B-61BC-4A7A-9F5B-102511E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lip-features0-2">
            <a:extLst xmlns:a="http://schemas.openxmlformats.org/drawingml/2006/main">
              <a:ext uri="{FF2B5EF4-FFF2-40B4-BE49-F238E27FC236}">
                <a16:creationId xmlns:a16="http://schemas.microsoft.com/office/drawing/2014/main" id="{FC5BD619-F9C6-4A7A-BFD0-E33C7F2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lip-features0-3">
            <a:extLst xmlns:a="http://schemas.openxmlformats.org/drawingml/2006/main">
              <a:ext uri="{FF2B5EF4-FFF2-40B4-BE49-F238E27FC236}">
                <a16:creationId xmlns:a16="http://schemas.microsoft.com/office/drawing/2014/main" id="{6D47655D-CEA9-446B-BF35-2E8F886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lip-features0-4">
            <a:extLst xmlns:a="http://schemas.openxmlformats.org/drawingml/2006/main">
              <a:ext uri="{FF2B5EF4-FFF2-40B4-BE49-F238E27FC236}">
                <a16:creationId xmlns:a16="http://schemas.microsoft.com/office/drawing/2014/main" id="{F08791E0-B35C-4F94-A33D-5C8E876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clip-features0-5">
            <a:extLst xmlns:a="http://schemas.openxmlformats.org/drawingml/2006/main">
              <a:ext uri="{FF2B5EF4-FFF2-40B4-BE49-F238E27FC236}">
                <a16:creationId xmlns:a16="http://schemas.microsoft.com/office/drawing/2014/main" id="{0486DE2A-EE04-49C9-952F-5940824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clip-features1-0">
            <a:extLst xmlns:a="http://schemas.openxmlformats.org/drawingml/2006/main">
              <a:ext uri="{FF2B5EF4-FFF2-40B4-BE49-F238E27FC236}">
                <a16:creationId xmlns:a16="http://schemas.microsoft.com/office/drawing/2014/main" id="{511B86C0-71C0-41A3-88E4-EE855D6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clip-features1-1">
            <a:extLst xmlns:a="http://schemas.openxmlformats.org/drawingml/2006/main">
              <a:ext uri="{FF2B5EF4-FFF2-40B4-BE49-F238E27FC236}">
                <a16:creationId xmlns:a16="http://schemas.microsoft.com/office/drawing/2014/main" id="{AFC821CB-79F9-4916-9302-97A69F8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clip-features1-2">
            <a:extLst xmlns:a="http://schemas.openxmlformats.org/drawingml/2006/main">
              <a:ext uri="{FF2B5EF4-FFF2-40B4-BE49-F238E27FC236}">
                <a16:creationId xmlns:a16="http://schemas.microsoft.com/office/drawing/2014/main" id="{B19CDB1F-C5AA-4B7D-918E-4E4A7EA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clip-features1-3">
            <a:extLst xmlns:a="http://schemas.openxmlformats.org/drawingml/2006/main">
              <a:ext uri="{FF2B5EF4-FFF2-40B4-BE49-F238E27FC236}">
                <a16:creationId xmlns:a16="http://schemas.microsoft.com/office/drawing/2014/main" id="{4E934C77-2F5D-4A86-A349-AEE0CEA4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lip-features1-4">
            <a:extLst xmlns:a="http://schemas.openxmlformats.org/drawingml/2006/main">
              <a:ext uri="{FF2B5EF4-FFF2-40B4-BE49-F238E27FC236}">
                <a16:creationId xmlns:a16="http://schemas.microsoft.com/office/drawing/2014/main" id="{C44699E7-D966-4B0D-98AD-DC71D6DD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lip-features1-5">
            <a:extLst xmlns:a="http://schemas.openxmlformats.org/drawingml/2006/main">
              <a:ext uri="{FF2B5EF4-FFF2-40B4-BE49-F238E27FC236}">
                <a16:creationId xmlns:a16="http://schemas.microsoft.com/office/drawing/2014/main" id="{D97D869C-B3BF-4798-9F9D-68D340D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lip-features2-0">
            <a:extLst xmlns:a="http://schemas.openxmlformats.org/drawingml/2006/main">
              <a:ext uri="{FF2B5EF4-FFF2-40B4-BE49-F238E27FC236}">
                <a16:creationId xmlns:a16="http://schemas.microsoft.com/office/drawing/2014/main" id="{F9AF8D48-9C66-42A0-85D8-0A44E4FC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lip-features2-1">
            <a:extLst xmlns:a="http://schemas.openxmlformats.org/drawingml/2006/main">
              <a:ext uri="{FF2B5EF4-FFF2-40B4-BE49-F238E27FC236}">
                <a16:creationId xmlns:a16="http://schemas.microsoft.com/office/drawing/2014/main" id="{8035CF55-8ACA-40E1-B6EE-228087B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clip-features2-2">
            <a:extLst xmlns:a="http://schemas.openxmlformats.org/drawingml/2006/main">
              <a:ext uri="{FF2B5EF4-FFF2-40B4-BE49-F238E27FC236}">
                <a16:creationId xmlns:a16="http://schemas.microsoft.com/office/drawing/2014/main" id="{C76EC1AC-B842-40E2-9A48-5F0052FC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4" name="clip-features2-3">
            <a:extLst xmlns:a="http://schemas.openxmlformats.org/drawingml/2006/main">
              <a:ext uri="{FF2B5EF4-FFF2-40B4-BE49-F238E27FC236}">
                <a16:creationId xmlns:a16="http://schemas.microsoft.com/office/drawing/2014/main" id="{6DC9AC62-1D13-4BCE-9601-72590C42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5" name="clip-features2-4">
            <a:extLst xmlns:a="http://schemas.openxmlformats.org/drawingml/2006/main">
              <a:ext uri="{FF2B5EF4-FFF2-40B4-BE49-F238E27FC236}">
                <a16:creationId xmlns:a16="http://schemas.microsoft.com/office/drawing/2014/main" id="{B37E65A1-BB58-4736-BE1F-6FDEF84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6" name="clip-features2-5">
            <a:extLst xmlns:a="http://schemas.openxmlformats.org/drawingml/2006/main">
              <a:ext uri="{FF2B5EF4-FFF2-40B4-BE49-F238E27FC236}">
                <a16:creationId xmlns:a16="http://schemas.microsoft.com/office/drawing/2014/main" id="{0C36D673-A94A-40EA-B8D8-C43F2C0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7" name="clip-features3-0">
            <a:extLst xmlns:a="http://schemas.openxmlformats.org/drawingml/2006/main">
              <a:ext uri="{FF2B5EF4-FFF2-40B4-BE49-F238E27FC236}">
                <a16:creationId xmlns:a16="http://schemas.microsoft.com/office/drawing/2014/main" id="{FE45894E-DFDC-45B9-B5AB-8289E5A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8" name="clip-features3-1">
            <a:extLst xmlns:a="http://schemas.openxmlformats.org/drawingml/2006/main">
              <a:ext uri="{FF2B5EF4-FFF2-40B4-BE49-F238E27FC236}">
                <a16:creationId xmlns:a16="http://schemas.microsoft.com/office/drawing/2014/main" id="{5351FFF6-F67C-4020-A6A7-783848D2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9" name="clip-features3-2">
            <a:extLst xmlns:a="http://schemas.openxmlformats.org/drawingml/2006/main">
              <a:ext uri="{FF2B5EF4-FFF2-40B4-BE49-F238E27FC236}">
                <a16:creationId xmlns:a16="http://schemas.microsoft.com/office/drawing/2014/main" id="{3533B00D-3CB2-4DF1-B6AB-D3E52FC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lip-features3-3">
            <a:extLst xmlns:a="http://schemas.openxmlformats.org/drawingml/2006/main">
              <a:ext uri="{FF2B5EF4-FFF2-40B4-BE49-F238E27FC236}">
                <a16:creationId xmlns:a16="http://schemas.microsoft.com/office/drawing/2014/main" id="{705BD973-E01D-4B0E-B493-7EB0F5F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lip-features3-4">
            <a:extLst xmlns:a="http://schemas.openxmlformats.org/drawingml/2006/main">
              <a:ext uri="{FF2B5EF4-FFF2-40B4-BE49-F238E27FC236}">
                <a16:creationId xmlns:a16="http://schemas.microsoft.com/office/drawing/2014/main" id="{6BE0D4A6-C19E-4A3C-9AE4-8A1379C7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lip-features3-5">
            <a:extLst xmlns:a="http://schemas.openxmlformats.org/drawingml/2006/main">
              <a:ext uri="{FF2B5EF4-FFF2-40B4-BE49-F238E27FC236}">
                <a16:creationId xmlns:a16="http://schemas.microsoft.com/office/drawing/2014/main" id="{A0A97DA8-4209-4B69-9EBF-F5F6D49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clip-features4-0">
            <a:extLst xmlns:a="http://schemas.openxmlformats.org/drawingml/2006/main">
              <a:ext uri="{FF2B5EF4-FFF2-40B4-BE49-F238E27FC236}">
                <a16:creationId xmlns:a16="http://schemas.microsoft.com/office/drawing/2014/main" id="{03AA7CA6-1DF9-4640-A8AD-143379EE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4" name="clip-features4-1">
            <a:extLst xmlns:a="http://schemas.openxmlformats.org/drawingml/2006/main">
              <a:ext uri="{FF2B5EF4-FFF2-40B4-BE49-F238E27FC236}">
                <a16:creationId xmlns:a16="http://schemas.microsoft.com/office/drawing/2014/main" id="{C5DE4D38-8CBE-4DD1-9D1E-801309A1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5" name="clip-features4-2">
            <a:extLst xmlns:a="http://schemas.openxmlformats.org/drawingml/2006/main">
              <a:ext uri="{FF2B5EF4-FFF2-40B4-BE49-F238E27FC236}">
                <a16:creationId xmlns:a16="http://schemas.microsoft.com/office/drawing/2014/main" id="{5A42D669-0C69-4DE5-98EB-1E67239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6" name="clip-features4-3">
            <a:extLst xmlns:a="http://schemas.openxmlformats.org/drawingml/2006/main">
              <a:ext uri="{FF2B5EF4-FFF2-40B4-BE49-F238E27FC236}">
                <a16:creationId xmlns:a16="http://schemas.microsoft.com/office/drawing/2014/main" id="{7646421B-5A62-4A0B-968D-BEB3BD9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7" name="clip-features4-4">
            <a:extLst xmlns:a="http://schemas.openxmlformats.org/drawingml/2006/main">
              <a:ext uri="{FF2B5EF4-FFF2-40B4-BE49-F238E27FC236}">
                <a16:creationId xmlns:a16="http://schemas.microsoft.com/office/drawing/2014/main" id="{7F888C15-C854-4B0D-9C19-687811B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8" name="clip-features4-5">
            <a:extLst xmlns:a="http://schemas.openxmlformats.org/drawingml/2006/main">
              <a:ext uri="{FF2B5EF4-FFF2-40B4-BE49-F238E27FC236}">
                <a16:creationId xmlns:a16="http://schemas.microsoft.com/office/drawing/2014/main" id="{5597A94F-E6F9-4309-B9BA-EAFE4A8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9" name="clip-features5-0">
            <a:extLst xmlns:a="http://schemas.openxmlformats.org/drawingml/2006/main">
              <a:ext uri="{FF2B5EF4-FFF2-40B4-BE49-F238E27FC236}">
                <a16:creationId xmlns:a16="http://schemas.microsoft.com/office/drawing/2014/main" id="{9B6824FA-9D83-49F0-975C-70B97CB6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0" name="clip-features5-1">
            <a:extLst xmlns:a="http://schemas.openxmlformats.org/drawingml/2006/main">
              <a:ext uri="{FF2B5EF4-FFF2-40B4-BE49-F238E27FC236}">
                <a16:creationId xmlns:a16="http://schemas.microsoft.com/office/drawing/2014/main" id="{F3A8DAD9-6A21-42A4-81D6-AA15591B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1" name="clip-features5-2">
            <a:extLst xmlns:a="http://schemas.openxmlformats.org/drawingml/2006/main">
              <a:ext uri="{FF2B5EF4-FFF2-40B4-BE49-F238E27FC236}">
                <a16:creationId xmlns:a16="http://schemas.microsoft.com/office/drawing/2014/main" id="{7BC236F7-4945-41FC-9654-9F9EACF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2" name="clip-features5-3">
            <a:extLst xmlns:a="http://schemas.openxmlformats.org/drawingml/2006/main">
              <a:ext uri="{FF2B5EF4-FFF2-40B4-BE49-F238E27FC236}">
                <a16:creationId xmlns:a16="http://schemas.microsoft.com/office/drawing/2014/main" id="{62D34624-3273-4F91-A736-2C533265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3" name="clip-features5-4">
            <a:extLst xmlns:a="http://schemas.openxmlformats.org/drawingml/2006/main">
              <a:ext uri="{FF2B5EF4-FFF2-40B4-BE49-F238E27FC236}">
                <a16:creationId xmlns:a16="http://schemas.microsoft.com/office/drawing/2014/main" id="{D41369F6-6760-4BD8-BB83-E067469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4" name="clip-features5-5">
            <a:extLst xmlns:a="http://schemas.openxmlformats.org/drawingml/2006/main">
              <a:ext uri="{FF2B5EF4-FFF2-40B4-BE49-F238E27FC236}">
                <a16:creationId xmlns:a16="http://schemas.microsoft.com/office/drawing/2014/main" id="{448170E7-1B0D-4084-B75B-7A39DFF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5" name="node20">
            <a:extLst xmlns:a="http://schemas.openxmlformats.org/drawingml/2006/main">
              <a:ext uri="{FF2B5EF4-FFF2-40B4-BE49-F238E27FC236}">
                <a16:creationId xmlns:a16="http://schemas.microsoft.com/office/drawing/2014/main" id="{DF0AECC2-C9CB-41F6-87E9-66899870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6" name="node21">
            <a:extLst xmlns:a="http://schemas.openxmlformats.org/drawingml/2006/main">
              <a:ext uri="{FF2B5EF4-FFF2-40B4-BE49-F238E27FC236}">
                <a16:creationId xmlns:a16="http://schemas.microsoft.com/office/drawing/2014/main" id="{40DF902F-5822-4237-A2CF-CAE58913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8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4553903" y="50863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8" name="node22">
            <a:extLst xmlns:a="http://schemas.openxmlformats.org/drawingml/2006/main">
              <a:ext uri="{FF2B5EF4-FFF2-40B4-BE49-F238E27FC236}">
                <a16:creationId xmlns:a16="http://schemas.microsoft.com/office/drawing/2014/main" id="{6C9D422E-1928-4C4B-8326-61D057B0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9" name="node23">
            <a:extLst xmlns:a="http://schemas.openxmlformats.org/drawingml/2006/main">
              <a:ext uri="{FF2B5EF4-FFF2-40B4-BE49-F238E27FC236}">
                <a16:creationId xmlns:a16="http://schemas.microsoft.com/office/drawing/2014/main" id="{87D11BC6-26D4-40B9-BE3F-1E13FF10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1" name=""/>
          <p:cNvCxnSpPr>
            <a:stCxn xmlns:a="http://schemas.openxmlformats.org/drawingml/2006/main" id="178" idx="3"/>
            <a:endCxn xmlns:a="http://schemas.openxmlformats.org/drawingml/2006/main" id="179" idx="1"/>
          </p:cNvCxnSpPr>
          <p:nvPr/>
        </p:nvCxnSpPr>
        <p:spPr>
          <a:xfrm xmlns:a="http://schemas.openxmlformats.org/drawingml/2006/main">
            <a:off x="4553903" y="68770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1" name="dino-dims">
            <a:extLst xmlns:a="http://schemas.openxmlformats.org/drawingml/2006/main">
              <a:ext uri="{FF2B5EF4-FFF2-40B4-BE49-F238E27FC236}">
                <a16:creationId xmlns:a16="http://schemas.microsoft.com/office/drawing/2014/main" id="{1F87D2E0-D9AF-49C4-8A0C-5FFA96C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578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0" i="1">
                <a:latin typeface="Cambria"/>
                <a:ea typeface="Cambria"/>
                <a:cs typeface="Cambria"/>
              </a:rPr>
              <a:t>h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  <a:r>
              <a:rPr sz="2025">
                <a:latin typeface="Cambria"/>
                <a:ea typeface="Cambria"/>
                <a:cs typeface="Cambria"/>
              </a:rPr>
              <a:t> × </a:t>
            </a:r>
            <a:r>
              <a:rPr sz="2025" b="0" i="1">
                <a:latin typeface="Cambria"/>
                <a:ea typeface="Cambria"/>
                <a:cs typeface="Cambria"/>
              </a:rPr>
              <a:t>w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82" name="dino-channels">
            <a:extLst xmlns:a="http://schemas.openxmlformats.org/drawingml/2006/main">
              <a:ext uri="{FF2B5EF4-FFF2-40B4-BE49-F238E27FC236}">
                <a16:creationId xmlns:a16="http://schemas.microsoft.com/office/drawing/2014/main" id="{D8C9CB64-0A59-4D5B-B958-0BBB812C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9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3" name="clip-grid-dims">
            <a:extLst xmlns:a="http://schemas.openxmlformats.org/drawingml/2006/main">
              <a:ext uri="{FF2B5EF4-FFF2-40B4-BE49-F238E27FC236}">
                <a16:creationId xmlns:a16="http://schemas.microsoft.com/office/drawing/2014/main" id="{17D61BE9-DCC5-4B4B-BCF9-3B9503C8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400925"/>
            <a:ext cx="1123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184" name="clip-channels">
            <a:extLst xmlns:a="http://schemas.openxmlformats.org/drawingml/2006/main">
              <a:ext uri="{FF2B5EF4-FFF2-40B4-BE49-F238E27FC236}">
                <a16:creationId xmlns:a16="http://schemas.microsoft.com/office/drawing/2014/main" id="{47B99192-A816-4EA3-ABC5-98114FF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724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5" name="grid-align">
            <a:extLst xmlns:a="http://schemas.openxmlformats.org/drawingml/2006/main">
              <a:ext uri="{FF2B5EF4-FFF2-40B4-BE49-F238E27FC236}">
                <a16:creationId xmlns:a16="http://schemas.microsoft.com/office/drawing/2014/main" id="{9A1BBF12-E9AC-43CA-93E2-B998417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10325"/>
            <a:ext cx="13049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grid alignment</a:t>
            </a:r>
          </a:p>
        </p:txBody>
      </p:sp>
      <p:sp>
        <p:nvSpPr>
          <p:cNvPr id="186" name="node24">
            <a:extLst xmlns:a="http://schemas.openxmlformats.org/drawingml/2006/main">
              <a:ext uri="{FF2B5EF4-FFF2-40B4-BE49-F238E27FC236}">
                <a16:creationId xmlns:a16="http://schemas.microsoft.com/office/drawing/2014/main" id="{7620CA23-4B86-479A-9480-7E398A6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7" name="node25">
            <a:extLst xmlns:a="http://schemas.openxmlformats.org/drawingml/2006/main">
              <a:ext uri="{FF2B5EF4-FFF2-40B4-BE49-F238E27FC236}">
                <a16:creationId xmlns:a16="http://schemas.microsoft.com/office/drawing/2014/main" id="{494D368B-3C89-441B-9F01-77CA70D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9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5801678" y="68770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9" name="node26">
            <a:extLst xmlns:a="http://schemas.openxmlformats.org/drawingml/2006/main">
              <a:ext uri="{FF2B5EF4-FFF2-40B4-BE49-F238E27FC236}">
                <a16:creationId xmlns:a16="http://schemas.microsoft.com/office/drawing/2014/main" id="{153656AD-CE13-460F-9E6D-9EBBF476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0" name="node27">
            <a:extLst xmlns:a="http://schemas.openxmlformats.org/drawingml/2006/main">
              <a:ext uri="{FF2B5EF4-FFF2-40B4-BE49-F238E27FC236}">
                <a16:creationId xmlns:a16="http://schemas.microsoft.com/office/drawing/2014/main" id="{AE541200-9551-4DD9-BF14-EF6A53E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2" name=""/>
          <p:cNvCxnSpPr>
            <a:stCxn xmlns:a="http://schemas.openxmlformats.org/drawingml/2006/main" id="189" idx="3"/>
            <a:endCxn xmlns:a="http://schemas.openxmlformats.org/drawingml/2006/main" id="190" idx="1"/>
          </p:cNvCxnSpPr>
          <p:nvPr/>
        </p:nvCxnSpPr>
        <p:spPr>
          <a:xfrm xmlns:a="http://schemas.openxmlformats.org/drawingml/2006/main">
            <a:off x="5801678" y="5086351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2" name="node28">
            <a:extLst xmlns:a="http://schemas.openxmlformats.org/drawingml/2006/main">
              <a:ext uri="{FF2B5EF4-FFF2-40B4-BE49-F238E27FC236}">
                <a16:creationId xmlns:a16="http://schemas.microsoft.com/office/drawing/2014/main" id="{F4B9EF6C-BFF1-4604-B8A0-3306F9BE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3" name="node29">
            <a:extLst xmlns:a="http://schemas.openxmlformats.org/drawingml/2006/main">
              <a:ext uri="{FF2B5EF4-FFF2-40B4-BE49-F238E27FC236}">
                <a16:creationId xmlns:a16="http://schemas.microsoft.com/office/drawing/2014/main" id="{91C9C942-9CE5-47D0-9537-28EEA35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6399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5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6715126" y="5087303"/>
            <a:ext cx="0" cy="131254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195" name="target-grid">
            <a:extLst xmlns:a="http://schemas.openxmlformats.org/drawingml/2006/main">
              <a:ext uri="{FF2B5EF4-FFF2-40B4-BE49-F238E27FC236}">
                <a16:creationId xmlns:a16="http://schemas.microsoft.com/office/drawing/2014/main" id="{609C78FA-111A-4ADE-9BD8-0CE4387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578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grid</a:t>
            </a:r>
          </a:p>
        </p:txBody>
      </p:sp>
      <p:sp>
        <p:nvSpPr>
          <p:cNvPr id="196" name="branch-norm-d">
            <a:extLst xmlns:a="http://schemas.openxmlformats.org/drawingml/2006/main">
              <a:ext uri="{FF2B5EF4-FFF2-40B4-BE49-F238E27FC236}">
                <a16:creationId xmlns:a16="http://schemas.microsoft.com/office/drawing/2014/main" id="{0EA28D08-40CC-40E2-93A7-48407629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910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7" name="branch-norm-c">
            <a:extLst xmlns:a="http://schemas.openxmlformats.org/drawingml/2006/main">
              <a:ext uri="{FF2B5EF4-FFF2-40B4-BE49-F238E27FC236}">
                <a16:creationId xmlns:a16="http://schemas.microsoft.com/office/drawing/2014/main" id="{2319E13A-1D77-4E52-9E72-A546C6CD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5817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8" name="node30">
            <a:extLst xmlns:a="http://schemas.openxmlformats.org/drawingml/2006/main">
              <a:ext uri="{FF2B5EF4-FFF2-40B4-BE49-F238E27FC236}">
                <a16:creationId xmlns:a16="http://schemas.microsoft.com/office/drawing/2014/main" id="{EAA7B304-96A1-44A3-A2FB-0768806E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2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9" name="node31">
            <a:extLst xmlns:a="http://schemas.openxmlformats.org/drawingml/2006/main">
              <a:ext uri="{FF2B5EF4-FFF2-40B4-BE49-F238E27FC236}">
                <a16:creationId xmlns:a16="http://schemas.microsoft.com/office/drawing/2014/main" id="{E16D7F8C-C1FC-41CE-9FE0-AF1F0D25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1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7516178" y="6877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1" name="norm-label">
            <a:extLst xmlns:a="http://schemas.openxmlformats.org/drawingml/2006/main">
              <a:ext uri="{FF2B5EF4-FFF2-40B4-BE49-F238E27FC236}">
                <a16:creationId xmlns:a16="http://schemas.microsoft.com/office/drawing/2014/main" id="{6C7E3C35-9967-4CEC-A28D-1C49A93D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33875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Per patch</a:t>
            </a:r>
          </a:p>
        </p:txBody>
      </p:sp>
      <p:sp>
        <p:nvSpPr>
          <p:cNvPr id="202" name="joint-fusion">
            <a:extLst xmlns:a="http://schemas.openxmlformats.org/drawingml/2006/main">
              <a:ext uri="{FF2B5EF4-FFF2-40B4-BE49-F238E27FC236}">
                <a16:creationId xmlns:a16="http://schemas.microsoft.com/office/drawing/2014/main" id="{2DEB5519-3EF0-4E0A-887E-017A71E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67275"/>
            <a:ext cx="165735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3" name="concat-title">
            <a:extLst xmlns:a="http://schemas.openxmlformats.org/drawingml/2006/main">
              <a:ext uri="{FF2B5EF4-FFF2-40B4-BE49-F238E27FC236}">
                <a16:creationId xmlns:a16="http://schemas.microsoft.com/office/drawing/2014/main" id="{039CE9AA-0D17-4DB9-8EE7-47F901E0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43475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204" name="unit-dino0">
            <a:extLst xmlns:a="http://schemas.openxmlformats.org/drawingml/2006/main">
              <a:ext uri="{FF2B5EF4-FFF2-40B4-BE49-F238E27FC236}">
                <a16:creationId xmlns:a16="http://schemas.microsoft.com/office/drawing/2014/main" id="{E5AED979-D73C-430D-B791-377AD0F0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5" name="unit-dino1">
            <a:extLst xmlns:a="http://schemas.openxmlformats.org/drawingml/2006/main">
              <a:ext uri="{FF2B5EF4-FFF2-40B4-BE49-F238E27FC236}">
                <a16:creationId xmlns:a16="http://schemas.microsoft.com/office/drawing/2014/main" id="{67C95635-13ED-4A6E-A14E-54119B4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6" name="unit-dino2">
            <a:extLst xmlns:a="http://schemas.openxmlformats.org/drawingml/2006/main">
              <a:ext uri="{FF2B5EF4-FFF2-40B4-BE49-F238E27FC236}">
                <a16:creationId xmlns:a16="http://schemas.microsoft.com/office/drawing/2014/main" id="{174709EB-315F-4B8B-8176-700C07F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7" name="unit-dino3">
            <a:extLst xmlns:a="http://schemas.openxmlformats.org/drawingml/2006/main">
              <a:ext uri="{FF2B5EF4-FFF2-40B4-BE49-F238E27FC236}">
                <a16:creationId xmlns:a16="http://schemas.microsoft.com/office/drawing/2014/main" id="{DB8D5037-E1FC-4B6C-A6DE-DB9BEFF0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8" name="unit-dino4">
            <a:extLst xmlns:a="http://schemas.openxmlformats.org/drawingml/2006/main">
              <a:ext uri="{FF2B5EF4-FFF2-40B4-BE49-F238E27FC236}">
                <a16:creationId xmlns:a16="http://schemas.microsoft.com/office/drawing/2014/main" id="{E0EBEBE6-DF56-4982-8923-097DDA2C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9" name="unit-clip0">
            <a:extLst xmlns:a="http://schemas.openxmlformats.org/drawingml/2006/main">
              <a:ext uri="{FF2B5EF4-FFF2-40B4-BE49-F238E27FC236}">
                <a16:creationId xmlns:a16="http://schemas.microsoft.com/office/drawing/2014/main" id="{D4C4BA5B-E7CD-4EE2-A956-03613961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0" name="unit-clip1">
            <a:extLst xmlns:a="http://schemas.openxmlformats.org/drawingml/2006/main">
              <a:ext uri="{FF2B5EF4-FFF2-40B4-BE49-F238E27FC236}">
                <a16:creationId xmlns:a16="http://schemas.microsoft.com/office/drawing/2014/main" id="{5961C718-E7F6-411D-9677-BA9FB19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1" name="unit-clip2">
            <a:extLst xmlns:a="http://schemas.openxmlformats.org/drawingml/2006/main">
              <a:ext uri="{FF2B5EF4-FFF2-40B4-BE49-F238E27FC236}">
                <a16:creationId xmlns:a16="http://schemas.microsoft.com/office/drawing/2014/main" id="{4F76E405-4F61-4F12-B018-BB7B8D99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2" name="unit-clip3">
            <a:extLst xmlns:a="http://schemas.openxmlformats.org/drawingml/2006/main">
              <a:ext uri="{FF2B5EF4-FFF2-40B4-BE49-F238E27FC236}">
                <a16:creationId xmlns:a16="http://schemas.microsoft.com/office/drawing/2014/main" id="{483AD9AB-D9BB-4672-A603-816120F2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3" name="unit-clip4">
            <a:extLst xmlns:a="http://schemas.openxmlformats.org/drawingml/2006/main">
              <a:ext uri="{FF2B5EF4-FFF2-40B4-BE49-F238E27FC236}">
                <a16:creationId xmlns:a16="http://schemas.microsoft.com/office/drawing/2014/main" id="{9B010556-5455-4452-AA4B-6AADB79C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14" name="equal-weights">
            <a:extLst xmlns:a="http://schemas.openxmlformats.org/drawingml/2006/main">
              <a:ext uri="{FF2B5EF4-FFF2-40B4-BE49-F238E27FC236}">
                <a16:creationId xmlns:a16="http://schemas.microsoft.com/office/drawing/2014/main" id="{8A584CA3-9DD0-466B-BECF-2710D724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143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0.5 / 0.5</a:t>
            </a:r>
          </a:p>
        </p:txBody>
      </p:sp>
      <p:sp>
        <p:nvSpPr>
          <p:cNvPr id="215" name="joint-norm">
            <a:extLst xmlns:a="http://schemas.openxmlformats.org/drawingml/2006/main">
              <a:ext uri="{FF2B5EF4-FFF2-40B4-BE49-F238E27FC236}">
                <a16:creationId xmlns:a16="http://schemas.microsoft.com/office/drawing/2014/main" id="{1CBE4A72-1F00-4BA2-9AC2-75FEB57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865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 ℓ₂ norm</a:t>
            </a:r>
          </a:p>
        </p:txBody>
      </p:sp>
      <p:sp>
        <p:nvSpPr>
          <p:cNvPr id="216" name="node32">
            <a:extLst xmlns:a="http://schemas.openxmlformats.org/drawingml/2006/main">
              <a:ext uri="{FF2B5EF4-FFF2-40B4-BE49-F238E27FC236}">
                <a16:creationId xmlns:a16="http://schemas.microsoft.com/office/drawing/2014/main" id="{B4B0A9F2-7ACC-45CD-A6B8-8D23F62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7" name="node33">
            <a:extLst xmlns:a="http://schemas.openxmlformats.org/drawingml/2006/main">
              <a:ext uri="{FF2B5EF4-FFF2-40B4-BE49-F238E27FC236}">
                <a16:creationId xmlns:a16="http://schemas.microsoft.com/office/drawing/2014/main" id="{8D91E691-6E9B-4EDE-96AA-04C58FA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9" name=""/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8783003" y="50863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9" name="node34">
            <a:extLst xmlns:a="http://schemas.openxmlformats.org/drawingml/2006/main">
              <a:ext uri="{FF2B5EF4-FFF2-40B4-BE49-F238E27FC236}">
                <a16:creationId xmlns:a16="http://schemas.microsoft.com/office/drawing/2014/main" id="{ECFF7F9A-A070-4CBE-A50F-FC07699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0" name="node35">
            <a:extLst xmlns:a="http://schemas.openxmlformats.org/drawingml/2006/main">
              <a:ext uri="{FF2B5EF4-FFF2-40B4-BE49-F238E27FC236}">
                <a16:creationId xmlns:a16="http://schemas.microsoft.com/office/drawing/2014/main" id="{92795146-016D-4ABC-BAA9-3793F32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2" name=""/>
          <p:cNvCxnSpPr>
            <a:stCxn xmlns:a="http://schemas.openxmlformats.org/drawingml/2006/main" id="219" idx="2"/>
            <a:endCxn xmlns:a="http://schemas.openxmlformats.org/drawingml/2006/main" id="220" idx="0"/>
          </p:cNvCxnSpPr>
          <p:nvPr/>
        </p:nvCxnSpPr>
        <p:spPr>
          <a:xfrm xmlns:a="http://schemas.openxmlformats.org/drawingml/2006/main">
            <a:off x="9020176" y="5087303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2" name="node36">
            <a:extLst xmlns:a="http://schemas.openxmlformats.org/drawingml/2006/main">
              <a:ext uri="{FF2B5EF4-FFF2-40B4-BE49-F238E27FC236}">
                <a16:creationId xmlns:a16="http://schemas.microsoft.com/office/drawing/2014/main" id="{4C429ED7-62C3-4EF2-8129-4D2BF1E4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3" name="node37">
            <a:extLst xmlns:a="http://schemas.openxmlformats.org/drawingml/2006/main">
              <a:ext uri="{FF2B5EF4-FFF2-40B4-BE49-F238E27FC236}">
                <a16:creationId xmlns:a16="http://schemas.microsoft.com/office/drawing/2014/main" id="{6D09D12C-CEFF-4618-9C61-47E1C64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9021128" y="558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5" name="node38">
            <a:extLst xmlns:a="http://schemas.openxmlformats.org/drawingml/2006/main">
              <a:ext uri="{FF2B5EF4-FFF2-40B4-BE49-F238E27FC236}">
                <a16:creationId xmlns:a16="http://schemas.microsoft.com/office/drawing/2014/main" id="{B9E3DC10-D58E-4737-BF94-FEAA94F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6" name="node39">
            <a:extLst xmlns:a="http://schemas.openxmlformats.org/drawingml/2006/main">
              <a:ext uri="{FF2B5EF4-FFF2-40B4-BE49-F238E27FC236}">
                <a16:creationId xmlns:a16="http://schemas.microsoft.com/office/drawing/2014/main" id="{5352A705-EC64-45FC-A0BA-A3C5CA2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8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8783003" y="68770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8" name="node40">
            <a:extLst xmlns:a="http://schemas.openxmlformats.org/drawingml/2006/main">
              <a:ext uri="{FF2B5EF4-FFF2-40B4-BE49-F238E27FC236}">
                <a16:creationId xmlns:a16="http://schemas.microsoft.com/office/drawing/2014/main" id="{B6A0B214-51F4-4667-862D-3A835C2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9" name="node41">
            <a:extLst xmlns:a="http://schemas.openxmlformats.org/drawingml/2006/main">
              <a:ext uri="{FF2B5EF4-FFF2-40B4-BE49-F238E27FC236}">
                <a16:creationId xmlns:a16="http://schemas.microsoft.com/office/drawing/2014/main" id="{625564A0-B863-4D7A-92D6-A7C5AC2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1" name=""/>
          <p:cNvCxnSpPr>
            <a:stCxn xmlns:a="http://schemas.openxmlformats.org/drawingml/2006/main" id="228" idx="0"/>
            <a:endCxn xmlns:a="http://schemas.openxmlformats.org/drawingml/2006/main" id="229" idx="2"/>
          </p:cNvCxnSpPr>
          <p:nvPr/>
        </p:nvCxnSpPr>
        <p:spPr>
          <a:xfrm xmlns:a="http://schemas.openxmlformats.org/drawingml/2006/main" flipV="1">
            <a:off x="9020176" y="59636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31" name="node42">
            <a:extLst xmlns:a="http://schemas.openxmlformats.org/drawingml/2006/main">
              <a:ext uri="{FF2B5EF4-FFF2-40B4-BE49-F238E27FC236}">
                <a16:creationId xmlns:a16="http://schemas.microsoft.com/office/drawing/2014/main" id="{15940433-3EB6-4DD7-8E4A-DD65516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2" name="node43">
            <a:extLst xmlns:a="http://schemas.openxmlformats.org/drawingml/2006/main">
              <a:ext uri="{FF2B5EF4-FFF2-40B4-BE49-F238E27FC236}">
                <a16:creationId xmlns:a16="http://schemas.microsoft.com/office/drawing/2014/main" id="{9B3B4254-C111-4C93-8264-5581A6C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4" name=""/>
          <p:cNvCxnSpPr>
            <a:stCxn xmlns:a="http://schemas.openxmlformats.org/drawingml/2006/main" id="231" idx="3"/>
            <a:endCxn xmlns:a="http://schemas.openxmlformats.org/drawingml/2006/main" id="232" idx="1"/>
          </p:cNvCxnSpPr>
          <p:nvPr/>
        </p:nvCxnSpPr>
        <p:spPr>
          <a:xfrm xmlns:a="http://schemas.openxmlformats.org/drawingml/2006/main">
            <a:off x="9021128" y="5962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4" name="node44">
            <a:extLst xmlns:a="http://schemas.openxmlformats.org/drawingml/2006/main">
              <a:ext uri="{FF2B5EF4-FFF2-40B4-BE49-F238E27FC236}">
                <a16:creationId xmlns:a16="http://schemas.microsoft.com/office/drawing/2014/main" id="{D0ACF7CF-09F6-4DBE-9464-2C7A53A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5" name="node45">
            <a:extLst xmlns:a="http://schemas.openxmlformats.org/drawingml/2006/main">
              <a:ext uri="{FF2B5EF4-FFF2-40B4-BE49-F238E27FC236}">
                <a16:creationId xmlns:a16="http://schemas.microsoft.com/office/drawing/2014/main" id="{DE538F09-EA6C-4244-A9EC-05E37D1C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666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17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0077451" y="64779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37" name="query-fused-vector0">
            <a:extLst xmlns:a="http://schemas.openxmlformats.org/drawingml/2006/main">
              <a:ext uri="{FF2B5EF4-FFF2-40B4-BE49-F238E27FC236}">
                <a16:creationId xmlns:a16="http://schemas.microsoft.com/office/drawing/2014/main" id="{18585D34-9E56-4449-843F-E031668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8" name="query-fused-vector1">
            <a:extLst xmlns:a="http://schemas.openxmlformats.org/drawingml/2006/main">
              <a:ext uri="{FF2B5EF4-FFF2-40B4-BE49-F238E27FC236}">
                <a16:creationId xmlns:a16="http://schemas.microsoft.com/office/drawing/2014/main" id="{9165CFAB-CDA3-49DC-BF6D-A151CC50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9" name="query-fused-vector2">
            <a:extLst xmlns:a="http://schemas.openxmlformats.org/drawingml/2006/main">
              <a:ext uri="{FF2B5EF4-FFF2-40B4-BE49-F238E27FC236}">
                <a16:creationId xmlns:a16="http://schemas.microsoft.com/office/drawing/2014/main" id="{0034D7BA-2CB3-4D20-B15D-2A7B5B7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0" name="query-fused-vector3">
            <a:extLst xmlns:a="http://schemas.openxmlformats.org/drawingml/2006/main">
              <a:ext uri="{FF2B5EF4-FFF2-40B4-BE49-F238E27FC236}">
                <a16:creationId xmlns:a16="http://schemas.microsoft.com/office/drawing/2014/main" id="{CF879AE1-6F84-4C43-9B25-C100796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1" name="query-fused-vector4">
            <a:extLst xmlns:a="http://schemas.openxmlformats.org/drawingml/2006/main">
              <a:ext uri="{FF2B5EF4-FFF2-40B4-BE49-F238E27FC236}">
                <a16:creationId xmlns:a16="http://schemas.microsoft.com/office/drawing/2014/main" id="{1FBA3561-7967-458E-926A-8610936B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2" name="query-fused-vector5">
            <a:extLst xmlns:a="http://schemas.openxmlformats.org/drawingml/2006/main">
              <a:ext uri="{FF2B5EF4-FFF2-40B4-BE49-F238E27FC236}">
                <a16:creationId xmlns:a16="http://schemas.microsoft.com/office/drawing/2014/main" id="{73489BC9-2F5E-45E1-BB04-60A10E45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3" name="query-fused-vector6">
            <a:extLst xmlns:a="http://schemas.openxmlformats.org/drawingml/2006/main">
              <a:ext uri="{FF2B5EF4-FFF2-40B4-BE49-F238E27FC236}">
                <a16:creationId xmlns:a16="http://schemas.microsoft.com/office/drawing/2014/main" id="{4171D3FA-C927-4F4D-A1FF-93F4183D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4" name="query-fused-vector7">
            <a:extLst xmlns:a="http://schemas.openxmlformats.org/drawingml/2006/main">
              <a:ext uri="{FF2B5EF4-FFF2-40B4-BE49-F238E27FC236}">
                <a16:creationId xmlns:a16="http://schemas.microsoft.com/office/drawing/2014/main" id="{025851D0-CD32-4785-A9FE-EC0B68C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5" name="query-fused-vector8">
            <a:extLst xmlns:a="http://schemas.openxmlformats.org/drawingml/2006/main">
              <a:ext uri="{FF2B5EF4-FFF2-40B4-BE49-F238E27FC236}">
                <a16:creationId xmlns:a16="http://schemas.microsoft.com/office/drawing/2014/main" id="{5E4158C9-C702-42E7-8C78-14E90C75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6" name="query-fused-vector9">
            <a:extLst xmlns:a="http://schemas.openxmlformats.org/drawingml/2006/main">
              <a:ext uri="{FF2B5EF4-FFF2-40B4-BE49-F238E27FC236}">
                <a16:creationId xmlns:a16="http://schemas.microsoft.com/office/drawing/2014/main" id="{A854AB47-93EE-490B-A62A-C9B408A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0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7" name="node46">
            <a:extLst xmlns:a="http://schemas.openxmlformats.org/drawingml/2006/main">
              <a:ext uri="{FF2B5EF4-FFF2-40B4-BE49-F238E27FC236}">
                <a16:creationId xmlns:a16="http://schemas.microsoft.com/office/drawing/2014/main" id="{8D787B04-96F7-4772-A2B5-E7C0766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180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8" name="node47">
            <a:extLst xmlns:a="http://schemas.openxmlformats.org/drawingml/2006/main">
              <a:ext uri="{FF2B5EF4-FFF2-40B4-BE49-F238E27FC236}">
                <a16:creationId xmlns:a16="http://schemas.microsoft.com/office/drawing/2014/main" id="{E4E1A067-D9E5-43AB-AD6E-623694DE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457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0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0077451" y="7182803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50" name="fused-symbol">
            <a:extLst xmlns:a="http://schemas.openxmlformats.org/drawingml/2006/main">
              <a:ext uri="{FF2B5EF4-FFF2-40B4-BE49-F238E27FC236}">
                <a16:creationId xmlns:a16="http://schemas.microsoft.com/office/drawing/2014/main" id="{1A4B130C-0EE3-4E97-8522-F2584A0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7858125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f</a:t>
            </a:r>
            <a:r>
              <a:rPr sz="1458" i="0" baseline="-25000">
                <a:latin typeface="Cambria"/>
                <a:ea typeface="Cambria"/>
                <a:cs typeface="Cambria"/>
              </a:rPr>
              <a:t>A,p</a:t>
            </a:r>
            <a:r>
              <a:rPr sz="2025">
                <a:latin typeface="Cambria"/>
                <a:ea typeface="Cambria"/>
                <a:cs typeface="Cambria"/>
              </a:rPr>
              <a:t> ∈ ℝ</a:t>
            </a:r>
            <a:r>
              <a:rPr sz="2025" b="0" i="1">
                <a:latin typeface="Cambria"/>
                <a:ea typeface="Cambria"/>
                <a:cs typeface="Cambria"/>
              </a:rPr>
              <a:t/>
            </a:r>
            <a:r>
              <a:rPr sz="1458" i="0" baseline="30000">
                <a:latin typeface="Cambria"/>
                <a:ea typeface="Cambria"/>
                <a:cs typeface="Cambria"/>
              </a:rPr>
              <a:t>1536</a:t>
            </a:r>
          </a:p>
        </p:txBody>
      </p:sp>
      <p:sp>
        <p:nvSpPr>
          <p:cNvPr id="251" name="exact-search">
            <a:extLst xmlns:a="http://schemas.openxmlformats.org/drawingml/2006/main">
              <a:ext uri="{FF2B5EF4-FFF2-40B4-BE49-F238E27FC236}">
                <a16:creationId xmlns:a16="http://schemas.microsoft.com/office/drawing/2014/main" id="{E09F723D-8ED6-4A60-8721-076CDB20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959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Fused space</a:t>
            </a:r>
          </a:p>
        </p:txBody>
      </p:sp>
      <p:sp>
        <p:nvSpPr>
          <p:cNvPr id="252" name="node48">
            <a:extLst xmlns:a="http://schemas.openxmlformats.org/drawingml/2006/main">
              <a:ext uri="{FF2B5EF4-FFF2-40B4-BE49-F238E27FC236}">
                <a16:creationId xmlns:a16="http://schemas.microsoft.com/office/drawing/2014/main" id="{5F239090-4549-4365-BFC9-761B7F9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3" name="node49">
            <a:extLst xmlns:a="http://schemas.openxmlformats.org/drawingml/2006/main">
              <a:ext uri="{FF2B5EF4-FFF2-40B4-BE49-F238E27FC236}">
                <a16:creationId xmlns:a16="http://schemas.microsoft.com/office/drawing/2014/main" id="{B5275FEF-A416-4198-BB8A-4D074C3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5" name=""/>
          <p:cNvCxnSpPr>
            <a:stCxn xmlns:a="http://schemas.openxmlformats.org/drawingml/2006/main" id="252" idx="3"/>
            <a:endCxn xmlns:a="http://schemas.openxmlformats.org/drawingml/2006/main" id="253" idx="1"/>
          </p:cNvCxnSpPr>
          <p:nvPr/>
        </p:nvCxnSpPr>
        <p:spPr>
          <a:xfrm xmlns:a="http://schemas.openxmlformats.org/drawingml/2006/main">
            <a:off x="10716578" y="76200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5" name="node50">
            <a:extLst xmlns:a="http://schemas.openxmlformats.org/drawingml/2006/main">
              <a:ext uri="{FF2B5EF4-FFF2-40B4-BE49-F238E27FC236}">
                <a16:creationId xmlns:a16="http://schemas.microsoft.com/office/drawing/2014/main" id="{EC06B5F9-9C7D-4C65-979C-3137C56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6" name="node51">
            <a:extLst xmlns:a="http://schemas.openxmlformats.org/drawingml/2006/main">
              <a:ext uri="{FF2B5EF4-FFF2-40B4-BE49-F238E27FC236}">
                <a16:creationId xmlns:a16="http://schemas.microsoft.com/office/drawing/2014/main" id="{8CB993D9-1D06-4958-AA17-72A2263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8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11191876" y="5925503"/>
            <a:ext cx="0" cy="16935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8" name="node52">
            <a:extLst xmlns:a="http://schemas.openxmlformats.org/drawingml/2006/main">
              <a:ext uri="{FF2B5EF4-FFF2-40B4-BE49-F238E27FC236}">
                <a16:creationId xmlns:a16="http://schemas.microsoft.com/office/drawing/2014/main" id="{6BCF9FD6-E4F7-413F-BD01-7C5D3406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9" name="node53">
            <a:extLst xmlns:a="http://schemas.openxmlformats.org/drawingml/2006/main">
              <a:ext uri="{FF2B5EF4-FFF2-40B4-BE49-F238E27FC236}">
                <a16:creationId xmlns:a16="http://schemas.microsoft.com/office/drawing/2014/main" id="{3A41C4E5-0FDD-4BBB-83D8-BC667B64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29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1" name=""/>
          <p:cNvCxnSpPr>
            <a:stCxn xmlns:a="http://schemas.openxmlformats.org/drawingml/2006/main" id="258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>
            <a:off x="11192828" y="59245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61" name="patch-score">
            <a:extLst xmlns:a="http://schemas.openxmlformats.org/drawingml/2006/main">
              <a:ext uri="{FF2B5EF4-FFF2-40B4-BE49-F238E27FC236}">
                <a16:creationId xmlns:a16="http://schemas.microsoft.com/office/drawing/2014/main" id="{81DF42C8-734A-40FF-9B17-FF5E7D8D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6581775"/>
            <a:ext cx="866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a</a:t>
            </a:r>
            <a:r>
              <a:rPr sz="1566" i="1" baseline="-25000">
                <a:latin typeface="Cambria"/>
                <a:ea typeface="Cambria"/>
                <a:cs typeface="Cambria"/>
              </a:rPr>
              <a:t>p</a:t>
            </a:r>
          </a:p>
        </p:txBody>
      </p:sp>
      <p:sp>
        <p:nvSpPr>
          <p:cNvPr id="262" name="node54">
            <a:extLst xmlns:a="http://schemas.openxmlformats.org/drawingml/2006/main">
              <a:ext uri="{FF2B5EF4-FFF2-40B4-BE49-F238E27FC236}">
                <a16:creationId xmlns:a16="http://schemas.microsoft.com/office/drawing/2014/main" id="{29974EDF-0B4E-4ADC-A1BE-3968A60C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3" name="node55">
            <a:extLst xmlns:a="http://schemas.openxmlformats.org/drawingml/2006/main">
              <a:ext uri="{FF2B5EF4-FFF2-40B4-BE49-F238E27FC236}">
                <a16:creationId xmlns:a16="http://schemas.microsoft.com/office/drawing/2014/main" id="{D2D4B25E-0B3D-48D2-87EE-9FA13AE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5" name=""/>
          <p:cNvCxnSpPr>
            <a:stCxn xmlns:a="http://schemas.openxmlformats.org/drawingml/2006/main" id="262" idx="3"/>
            <a:endCxn xmlns:a="http://schemas.openxmlformats.org/drawingml/2006/main" id="263" idx="1"/>
          </p:cNvCxnSpPr>
          <p:nvPr/>
        </p:nvCxnSpPr>
        <p:spPr>
          <a:xfrm xmlns:a="http://schemas.openxmlformats.org/drawingml/2006/main">
            <a:off x="13183553" y="5924551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5" name="node56">
            <a:extLst xmlns:a="http://schemas.openxmlformats.org/drawingml/2006/main">
              <a:ext uri="{FF2B5EF4-FFF2-40B4-BE49-F238E27FC236}">
                <a16:creationId xmlns:a16="http://schemas.microsoft.com/office/drawing/2014/main" id="{43E1AD52-FFBD-46D0-A4BF-BD01967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6" name="node57">
            <a:extLst xmlns:a="http://schemas.openxmlformats.org/drawingml/2006/main">
              <a:ext uri="{FF2B5EF4-FFF2-40B4-BE49-F238E27FC236}">
                <a16:creationId xmlns:a16="http://schemas.microsoft.com/office/drawing/2014/main" id="{751A0EF2-DB62-41B7-9515-DB1AB087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8" name=""/>
          <p:cNvCxnSpPr>
            <a:stCxn xmlns:a="http://schemas.openxmlformats.org/drawingml/2006/main" id="265" idx="0"/>
            <a:endCxn xmlns:a="http://schemas.openxmlformats.org/drawingml/2006/main" id="266" idx="2"/>
          </p:cNvCxnSpPr>
          <p:nvPr/>
        </p:nvCxnSpPr>
        <p:spPr>
          <a:xfrm xmlns:a="http://schemas.openxmlformats.org/drawingml/2006/main" flipV="1">
            <a:off x="13411201" y="4934903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8" name="node58">
            <a:extLst xmlns:a="http://schemas.openxmlformats.org/drawingml/2006/main">
              <a:ext uri="{FF2B5EF4-FFF2-40B4-BE49-F238E27FC236}">
                <a16:creationId xmlns:a16="http://schemas.microsoft.com/office/drawing/2014/main" id="{EBDE2A59-5A66-48E2-8685-4B30706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9" name="node59">
            <a:extLst xmlns:a="http://schemas.openxmlformats.org/drawingml/2006/main">
              <a:ext uri="{FF2B5EF4-FFF2-40B4-BE49-F238E27FC236}">
                <a16:creationId xmlns:a16="http://schemas.microsoft.com/office/drawing/2014/main" id="{A56F58E8-9A8F-4B13-BA6F-4F9A7F3A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51" name=""/>
          <p:cNvCxnSpPr>
            <a:stCxn xmlns:a="http://schemas.openxmlformats.org/drawingml/2006/main" id="268" idx="3"/>
            <a:endCxn xmlns:a="http://schemas.openxmlformats.org/drawingml/2006/main" id="269" idx="1"/>
          </p:cNvCxnSpPr>
          <p:nvPr/>
        </p:nvCxnSpPr>
        <p:spPr>
          <a:xfrm xmlns:a="http://schemas.openxmlformats.org/drawingml/2006/main">
            <a:off x="13412153" y="4933951"/>
            <a:ext cx="1150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71" name="node60">
            <a:extLst xmlns:a="http://schemas.openxmlformats.org/drawingml/2006/main">
              <a:ext uri="{FF2B5EF4-FFF2-40B4-BE49-F238E27FC236}">
                <a16:creationId xmlns:a16="http://schemas.microsoft.com/office/drawing/2014/main" id="{5FE9F9AF-E58A-4563-B1E6-AFCD039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72" name="node61">
            <a:extLst xmlns:a="http://schemas.openxmlformats.org/drawingml/2006/main">
              <a:ext uri="{FF2B5EF4-FFF2-40B4-BE49-F238E27FC236}">
                <a16:creationId xmlns:a16="http://schemas.microsoft.com/office/drawing/2014/main" id="{CCDBC9E9-8347-40C0-83F9-0BDF5C00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5237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54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4563726" y="493490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4" name="post-label">
            <a:extLst xmlns:a="http://schemas.openxmlformats.org/drawingml/2006/main">
              <a:ext uri="{FF2B5EF4-FFF2-40B4-BE49-F238E27FC236}">
                <a16:creationId xmlns:a16="http://schemas.microsoft.com/office/drawing/2014/main" id="{C7FC66CF-4DCF-441E-A62A-9084212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219575"/>
            <a:ext cx="2066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pic>
        <p:nvPicPr>
          <p:cNvPr id="556" name="DCFnet anomaly map existing infer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de0bbae054b5b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630275" y="5248275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276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6B276AF-FCE5-4C6C-B35C-248AC39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724852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Anomaly map</a:t>
            </a:r>
          </a:p>
        </p:txBody>
      </p:sp>
      <p:sp>
        <p:nvSpPr>
          <p:cNvPr id="277" name="map-symbol">
            <a:extLst xmlns:a="http://schemas.openxmlformats.org/drawingml/2006/main">
              <a:ext uri="{FF2B5EF4-FFF2-40B4-BE49-F238E27FC236}">
                <a16:creationId xmlns:a16="http://schemas.microsoft.com/office/drawing/2014/main" id="{E028BFFD-A231-4A29-9895-DA87BD8E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7610475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S</a:t>
            </a:r>
            <a:r>
              <a:rPr sz="1512" i="0" baseline="-25000">
                <a:latin typeface="Cambria"/>
                <a:ea typeface="Cambria"/>
                <a:cs typeface="Cambria"/>
              </a:rPr>
              <a:t>448</a:t>
            </a:r>
            <a:r>
              <a:rPr sz="2100">
                <a:latin typeface="Cambria"/>
                <a:ea typeface="Cambria"/>
                <a:cs typeface="Cambria"/>
              </a:rPr>
              <a:t>(</a:t>
            </a:r>
            <a:r>
              <a:rPr sz="2100" b="1" i="1">
                <a:latin typeface="Cambria"/>
                <a:ea typeface="Cambria"/>
                <a:cs typeface="Cambria"/>
              </a:rPr>
              <a:t>x</a:t>
            </a:r>
            <a:r>
              <a:rPr sz="2100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278" name="resolution">
            <a:extLst xmlns:a="http://schemas.openxmlformats.org/drawingml/2006/main">
              <a:ext uri="{FF2B5EF4-FFF2-40B4-BE49-F238E27FC236}">
                <a16:creationId xmlns:a16="http://schemas.microsoft.com/office/drawing/2014/main" id="{63846504-5329-490C-94D4-03F5953D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96290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7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48A0EB5-59CE-4BC9-9C2A-CC67F9E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3534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80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3B0FD350-9396-4635-B24B-03A72997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96300"/>
            <a:ext cx="7448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a</a:t>
            </a:r>
            <a:r>
              <a:rPr sz="1620" i="1" baseline="-25000">
                <a:latin typeface="Cambria"/>
                <a:ea typeface="Cambria"/>
                <a:cs typeface="Cambria"/>
              </a:rPr>
              <a:t>p</a:t>
            </a:r>
            <a:r>
              <a:rPr sz="2250">
                <a:latin typeface="Cambria"/>
                <a:ea typeface="Cambria"/>
                <a:cs typeface="Cambria"/>
              </a:rPr>
              <a:t> = ½ min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0" baseline="-25000">
                <a:latin typeface="Cambria"/>
                <a:ea typeface="Cambria"/>
                <a:cs typeface="Cambria"/>
              </a:rPr>
              <a:t>m ∈ </a:t>
            </a:r>
            <a:r>
              <a:rPr sz="1620" i="1" baseline="-25000" b="1">
                <a:latin typeface="Cambria"/>
                <a:ea typeface="Cambria"/>
                <a:cs typeface="Cambria"/>
              </a:rPr>
              <a:t>M</a:t>
            </a:r>
            <a:r>
              <a:rPr sz="1200" i="0" baseline="-43000">
                <a:latin typeface="Cambria"/>
                <a:ea typeface="Cambria"/>
                <a:cs typeface="Cambria"/>
              </a:rPr>
              <a:t>c</a:t>
            </a:r>
            <a:r>
              <a:rPr sz="2250">
                <a:latin typeface="Cambria"/>
                <a:ea typeface="Cambria"/>
                <a:cs typeface="Cambria"/>
              </a:rPr>
              <a:t> ‖</a:t>
            </a: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A,p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− </a:t>
            </a: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2250">
                <a:latin typeface="Cambria"/>
                <a:ea typeface="Cambria"/>
                <a:cs typeface="Cambria"/>
              </a:rPr>
              <a:t>‖₂²</a:t>
            </a:r>
          </a:p>
        </p:txBody>
      </p:sp>
      <p:sp>
        <p:nvSpPr>
          <p:cNvPr id="281" name="image-equation">
            <a:extLst xmlns:a="http://schemas.openxmlformats.org/drawingml/2006/main">
              <a:ext uri="{FF2B5EF4-FFF2-40B4-BE49-F238E27FC236}">
                <a16:creationId xmlns:a16="http://schemas.microsoft.com/office/drawing/2014/main" id="{24ABE715-3062-43EE-AFC1-8A78443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496300"/>
            <a:ext cx="577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img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= max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1" baseline="-25000">
                <a:latin typeface="Cambria"/>
                <a:ea typeface="Cambria"/>
                <a:cs typeface="Cambria"/>
              </a:rPr>
              <a:t>u</a:t>
            </a:r>
            <a:r>
              <a:rPr sz="2250">
                <a:latin typeface="Cambria"/>
                <a:ea typeface="Cambria"/>
                <a:cs typeface="Cambria"/>
              </a:rPr>
              <a:t> </a:t>
            </a:r>
            <a:r>
              <a:rPr sz="2250" b="1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448,u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569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title">
            <a:extLst xmlns:a="http://schemas.openxmlformats.org/drawingml/2006/main">
              <a:ext uri="{FF2B5EF4-FFF2-40B4-BE49-F238E27FC236}">
                <a16:creationId xmlns:a16="http://schemas.microsoft.com/office/drawing/2014/main" id="{E2832690-7345-4CD9-9F53-0679D25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2   Spatial calibration and fixed feature fusion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12CB73-0D74-4CF6-AA5E-2AD47F9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Common spatial sampling, normalized branch magnitudes, and a joint descriptor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3B4D6F10-49C0-4244-82A8-923630D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62">
            <a:extLst xmlns:a="http://schemas.openxmlformats.org/drawingml/2006/main">
              <a:ext uri="{FF2B5EF4-FFF2-40B4-BE49-F238E27FC236}">
                <a16:creationId xmlns:a16="http://schemas.microsoft.com/office/drawing/2014/main" id="{D9DEF617-E91B-411F-A47E-F21A74AC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Align the CLIP grid to the DINO lattice</a:t>
            </a:r>
          </a:p>
        </p:txBody>
      </p:sp>
      <p:sp>
        <p:nvSpPr>
          <p:cNvPr id="5" name="d-label">
            <a:extLst xmlns:a="http://schemas.openxmlformats.org/drawingml/2006/main">
              <a:ext uri="{FF2B5EF4-FFF2-40B4-BE49-F238E27FC236}">
                <a16:creationId xmlns:a16="http://schemas.microsoft.com/office/drawing/2014/main" id="{321B3A70-C570-4EB9-8BD8-875CDE31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3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 reference grid</a:t>
            </a:r>
          </a:p>
        </p:txBody>
      </p:sp>
      <p:sp>
        <p:nvSpPr>
          <p:cNvPr id="6" name="d-grid0-0">
            <a:extLst xmlns:a="http://schemas.openxmlformats.org/drawingml/2006/main">
              <a:ext uri="{FF2B5EF4-FFF2-40B4-BE49-F238E27FC236}">
                <a16:creationId xmlns:a16="http://schemas.microsoft.com/office/drawing/2014/main" id="{7FC4E625-AEEB-46D6-B009-F1D9215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" name="d-grid0-1">
            <a:extLst xmlns:a="http://schemas.openxmlformats.org/drawingml/2006/main">
              <a:ext uri="{FF2B5EF4-FFF2-40B4-BE49-F238E27FC236}">
                <a16:creationId xmlns:a16="http://schemas.microsoft.com/office/drawing/2014/main" id="{F44F44EA-4621-4814-A0F9-91BE2E19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" name="d-grid0-2">
            <a:extLst xmlns:a="http://schemas.openxmlformats.org/drawingml/2006/main">
              <a:ext uri="{FF2B5EF4-FFF2-40B4-BE49-F238E27FC236}">
                <a16:creationId xmlns:a16="http://schemas.microsoft.com/office/drawing/2014/main" id="{CC5753DA-5B73-4215-885C-552710E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" name="d-grid0-3">
            <a:extLst xmlns:a="http://schemas.openxmlformats.org/drawingml/2006/main">
              <a:ext uri="{FF2B5EF4-FFF2-40B4-BE49-F238E27FC236}">
                <a16:creationId xmlns:a16="http://schemas.microsoft.com/office/drawing/2014/main" id="{5386388C-57F5-4159-9F9D-CA9F9F7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" name="d-grid0-4">
            <a:extLst xmlns:a="http://schemas.openxmlformats.org/drawingml/2006/main">
              <a:ext uri="{FF2B5EF4-FFF2-40B4-BE49-F238E27FC236}">
                <a16:creationId xmlns:a16="http://schemas.microsoft.com/office/drawing/2014/main" id="{40A394BA-855C-4C29-8382-FE94DEC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" name="d-grid0-5">
            <a:extLst xmlns:a="http://schemas.openxmlformats.org/drawingml/2006/main">
              <a:ext uri="{FF2B5EF4-FFF2-40B4-BE49-F238E27FC236}">
                <a16:creationId xmlns:a16="http://schemas.microsoft.com/office/drawing/2014/main" id="{4472B69E-A935-46BD-9218-4C21D8C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" name="d-grid1-0">
            <a:extLst xmlns:a="http://schemas.openxmlformats.org/drawingml/2006/main">
              <a:ext uri="{FF2B5EF4-FFF2-40B4-BE49-F238E27FC236}">
                <a16:creationId xmlns:a16="http://schemas.microsoft.com/office/drawing/2014/main" id="{85850002-ED15-42F4-98E9-6094DF5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d-grid1-1">
            <a:extLst xmlns:a="http://schemas.openxmlformats.org/drawingml/2006/main">
              <a:ext uri="{FF2B5EF4-FFF2-40B4-BE49-F238E27FC236}">
                <a16:creationId xmlns:a16="http://schemas.microsoft.com/office/drawing/2014/main" id="{A97FF3C9-43C0-4D10-AF77-B476606D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d-grid1-2">
            <a:extLst xmlns:a="http://schemas.openxmlformats.org/drawingml/2006/main">
              <a:ext uri="{FF2B5EF4-FFF2-40B4-BE49-F238E27FC236}">
                <a16:creationId xmlns:a16="http://schemas.microsoft.com/office/drawing/2014/main" id="{1735D3F0-BC51-4869-A232-BDC883E4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-grid1-3">
            <a:extLst xmlns:a="http://schemas.openxmlformats.org/drawingml/2006/main">
              <a:ext uri="{FF2B5EF4-FFF2-40B4-BE49-F238E27FC236}">
                <a16:creationId xmlns:a16="http://schemas.microsoft.com/office/drawing/2014/main" id="{45E63DE9-FD94-4DD8-A616-D07BA92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-grid1-4">
            <a:extLst xmlns:a="http://schemas.openxmlformats.org/drawingml/2006/main">
              <a:ext uri="{FF2B5EF4-FFF2-40B4-BE49-F238E27FC236}">
                <a16:creationId xmlns:a16="http://schemas.microsoft.com/office/drawing/2014/main" id="{99ECC721-2EE6-4FCD-B68F-16FB1E7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-grid1-5">
            <a:extLst xmlns:a="http://schemas.openxmlformats.org/drawingml/2006/main">
              <a:ext uri="{FF2B5EF4-FFF2-40B4-BE49-F238E27FC236}">
                <a16:creationId xmlns:a16="http://schemas.microsoft.com/office/drawing/2014/main" id="{0861711E-A557-4742-B4E0-0BC4CA5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d-grid2-0">
            <a:extLst xmlns:a="http://schemas.openxmlformats.org/drawingml/2006/main">
              <a:ext uri="{FF2B5EF4-FFF2-40B4-BE49-F238E27FC236}">
                <a16:creationId xmlns:a16="http://schemas.microsoft.com/office/drawing/2014/main" id="{0DDDC604-9390-443F-B756-FD7A60BE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d-grid2-1">
            <a:extLst xmlns:a="http://schemas.openxmlformats.org/drawingml/2006/main">
              <a:ext uri="{FF2B5EF4-FFF2-40B4-BE49-F238E27FC236}">
                <a16:creationId xmlns:a16="http://schemas.microsoft.com/office/drawing/2014/main" id="{6F47428C-72E6-4E56-BD8D-90EBA11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d-grid2-2">
            <a:extLst xmlns:a="http://schemas.openxmlformats.org/drawingml/2006/main">
              <a:ext uri="{FF2B5EF4-FFF2-40B4-BE49-F238E27FC236}">
                <a16:creationId xmlns:a16="http://schemas.microsoft.com/office/drawing/2014/main" id="{A56762E9-9B2F-4FFE-BF77-012EC14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d-grid2-3">
            <a:extLst xmlns:a="http://schemas.openxmlformats.org/drawingml/2006/main">
              <a:ext uri="{FF2B5EF4-FFF2-40B4-BE49-F238E27FC236}">
                <a16:creationId xmlns:a16="http://schemas.microsoft.com/office/drawing/2014/main" id="{142EFA3B-B467-49D0-BAD4-546F0F1B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d-grid2-4">
            <a:extLst xmlns:a="http://schemas.openxmlformats.org/drawingml/2006/main">
              <a:ext uri="{FF2B5EF4-FFF2-40B4-BE49-F238E27FC236}">
                <a16:creationId xmlns:a16="http://schemas.microsoft.com/office/drawing/2014/main" id="{7B39655D-4413-4AAD-B6AE-5219323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d-grid2-5">
            <a:extLst xmlns:a="http://schemas.openxmlformats.org/drawingml/2006/main">
              <a:ext uri="{FF2B5EF4-FFF2-40B4-BE49-F238E27FC236}">
                <a16:creationId xmlns:a16="http://schemas.microsoft.com/office/drawing/2014/main" id="{5DC9FC21-941F-48B7-994F-85F0F98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d-grid3-0">
            <a:extLst xmlns:a="http://schemas.openxmlformats.org/drawingml/2006/main">
              <a:ext uri="{FF2B5EF4-FFF2-40B4-BE49-F238E27FC236}">
                <a16:creationId xmlns:a16="http://schemas.microsoft.com/office/drawing/2014/main" id="{B5A75E13-35B2-4E70-8B63-523E7418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d-grid3-1">
            <a:extLst xmlns:a="http://schemas.openxmlformats.org/drawingml/2006/main">
              <a:ext uri="{FF2B5EF4-FFF2-40B4-BE49-F238E27FC236}">
                <a16:creationId xmlns:a16="http://schemas.microsoft.com/office/drawing/2014/main" id="{F0AC6E43-EEF1-4769-B921-841BF4A5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d-grid3-2">
            <a:extLst xmlns:a="http://schemas.openxmlformats.org/drawingml/2006/main">
              <a:ext uri="{FF2B5EF4-FFF2-40B4-BE49-F238E27FC236}">
                <a16:creationId xmlns:a16="http://schemas.microsoft.com/office/drawing/2014/main" id="{FEA36112-1645-4F14-A859-F497EA54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d-grid3-3">
            <a:extLst xmlns:a="http://schemas.openxmlformats.org/drawingml/2006/main">
              <a:ext uri="{FF2B5EF4-FFF2-40B4-BE49-F238E27FC236}">
                <a16:creationId xmlns:a16="http://schemas.microsoft.com/office/drawing/2014/main" id="{58F3CD91-CF64-429F-A9AB-EFB7E589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d-grid3-4">
            <a:extLst xmlns:a="http://schemas.openxmlformats.org/drawingml/2006/main">
              <a:ext uri="{FF2B5EF4-FFF2-40B4-BE49-F238E27FC236}">
                <a16:creationId xmlns:a16="http://schemas.microsoft.com/office/drawing/2014/main" id="{F9F890FC-F6FB-4A5E-91EE-254673F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d-grid3-5">
            <a:extLst xmlns:a="http://schemas.openxmlformats.org/drawingml/2006/main">
              <a:ext uri="{FF2B5EF4-FFF2-40B4-BE49-F238E27FC236}">
                <a16:creationId xmlns:a16="http://schemas.microsoft.com/office/drawing/2014/main" id="{959FC876-3ABE-4DCE-9782-C10369C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d-grid-dim">
            <a:extLst xmlns:a="http://schemas.openxmlformats.org/drawingml/2006/main">
              <a:ext uri="{FF2B5EF4-FFF2-40B4-BE49-F238E27FC236}">
                <a16:creationId xmlns:a16="http://schemas.microsoft.com/office/drawing/2014/main" id="{416C5A3B-1038-42B2-AC45-285F8D5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h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  <a:r>
              <a:rPr sz="2175">
                <a:latin typeface="Cambria"/>
                <a:ea typeface="Cambria"/>
                <a:cs typeface="Cambria"/>
              </a:rPr>
              <a:t> × </a:t>
            </a:r>
            <a:r>
              <a:rPr sz="2175" b="0" i="1">
                <a:latin typeface="Cambria"/>
                <a:ea typeface="Cambria"/>
                <a:cs typeface="Cambria"/>
              </a:rPr>
              <a:t>w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31" name="c-label">
            <a:extLst xmlns:a="http://schemas.openxmlformats.org/drawingml/2006/main">
              <a:ext uri="{FF2B5EF4-FFF2-40B4-BE49-F238E27FC236}">
                <a16:creationId xmlns:a16="http://schemas.microsoft.com/office/drawing/2014/main" id="{B5ACC382-E995-46E3-B3F0-E5F6D58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grid</a:t>
            </a:r>
          </a:p>
        </p:txBody>
      </p:sp>
      <p:sp>
        <p:nvSpPr>
          <p:cNvPr id="32" name="c-grid0-0">
            <a:extLst xmlns:a="http://schemas.openxmlformats.org/drawingml/2006/main">
              <a:ext uri="{FF2B5EF4-FFF2-40B4-BE49-F238E27FC236}">
                <a16:creationId xmlns:a16="http://schemas.microsoft.com/office/drawing/2014/main" id="{8653BCDF-62AE-47C9-B4A0-67C1AED8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3" name="c-grid0-1">
            <a:extLst xmlns:a="http://schemas.openxmlformats.org/drawingml/2006/main">
              <a:ext uri="{FF2B5EF4-FFF2-40B4-BE49-F238E27FC236}">
                <a16:creationId xmlns:a16="http://schemas.microsoft.com/office/drawing/2014/main" id="{120C9A2F-CA55-4903-B5E4-289A944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4" name="c-grid0-2">
            <a:extLst xmlns:a="http://schemas.openxmlformats.org/drawingml/2006/main">
              <a:ext uri="{FF2B5EF4-FFF2-40B4-BE49-F238E27FC236}">
                <a16:creationId xmlns:a16="http://schemas.microsoft.com/office/drawing/2014/main" id="{B4A38D28-38BE-4924-879C-19C6C52E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c-grid0-3">
            <a:extLst xmlns:a="http://schemas.openxmlformats.org/drawingml/2006/main">
              <a:ext uri="{FF2B5EF4-FFF2-40B4-BE49-F238E27FC236}">
                <a16:creationId xmlns:a16="http://schemas.microsoft.com/office/drawing/2014/main" id="{B4FF6FF4-86B3-4951-9E0D-B3381F2C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c-grid0-4">
            <a:extLst xmlns:a="http://schemas.openxmlformats.org/drawingml/2006/main">
              <a:ext uri="{FF2B5EF4-FFF2-40B4-BE49-F238E27FC236}">
                <a16:creationId xmlns:a16="http://schemas.microsoft.com/office/drawing/2014/main" id="{3D557C71-B940-4C0A-9710-AE1C3CD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c-grid0-5">
            <a:extLst xmlns:a="http://schemas.openxmlformats.org/drawingml/2006/main">
              <a:ext uri="{FF2B5EF4-FFF2-40B4-BE49-F238E27FC236}">
                <a16:creationId xmlns:a16="http://schemas.microsoft.com/office/drawing/2014/main" id="{E0FF4165-DE97-4128-B53D-0F6E4F5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c-grid0-6">
            <a:extLst xmlns:a="http://schemas.openxmlformats.org/drawingml/2006/main">
              <a:ext uri="{FF2B5EF4-FFF2-40B4-BE49-F238E27FC236}">
                <a16:creationId xmlns:a16="http://schemas.microsoft.com/office/drawing/2014/main" id="{114A8B1F-9F32-4E98-87D8-EB222753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c-grid1-0">
            <a:extLst xmlns:a="http://schemas.openxmlformats.org/drawingml/2006/main">
              <a:ext uri="{FF2B5EF4-FFF2-40B4-BE49-F238E27FC236}">
                <a16:creationId xmlns:a16="http://schemas.microsoft.com/office/drawing/2014/main" id="{73E3BD04-FFEB-41F4-B3EB-20CE4E2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0" name="c-grid1-1">
            <a:extLst xmlns:a="http://schemas.openxmlformats.org/drawingml/2006/main">
              <a:ext uri="{FF2B5EF4-FFF2-40B4-BE49-F238E27FC236}">
                <a16:creationId xmlns:a16="http://schemas.microsoft.com/office/drawing/2014/main" id="{6101136D-7336-4838-BF49-92CCD0D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1" name="c-grid1-2">
            <a:extLst xmlns:a="http://schemas.openxmlformats.org/drawingml/2006/main">
              <a:ext uri="{FF2B5EF4-FFF2-40B4-BE49-F238E27FC236}">
                <a16:creationId xmlns:a16="http://schemas.microsoft.com/office/drawing/2014/main" id="{297D91CB-74E5-4103-A515-E98B9AB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2" name="c-grid1-3">
            <a:extLst xmlns:a="http://schemas.openxmlformats.org/drawingml/2006/main">
              <a:ext uri="{FF2B5EF4-FFF2-40B4-BE49-F238E27FC236}">
                <a16:creationId xmlns:a16="http://schemas.microsoft.com/office/drawing/2014/main" id="{A563189D-2D3A-415C-BFC5-87E8B8E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c-grid1-4">
            <a:extLst xmlns:a="http://schemas.openxmlformats.org/drawingml/2006/main">
              <a:ext uri="{FF2B5EF4-FFF2-40B4-BE49-F238E27FC236}">
                <a16:creationId xmlns:a16="http://schemas.microsoft.com/office/drawing/2014/main" id="{F9C77368-A8C6-4B33-982B-EE49181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c-grid1-5">
            <a:extLst xmlns:a="http://schemas.openxmlformats.org/drawingml/2006/main">
              <a:ext uri="{FF2B5EF4-FFF2-40B4-BE49-F238E27FC236}">
                <a16:creationId xmlns:a16="http://schemas.microsoft.com/office/drawing/2014/main" id="{A21C3AF4-819D-4F5C-B80C-1256A40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c-grid1-6">
            <a:extLst xmlns:a="http://schemas.openxmlformats.org/drawingml/2006/main">
              <a:ext uri="{FF2B5EF4-FFF2-40B4-BE49-F238E27FC236}">
                <a16:creationId xmlns:a16="http://schemas.microsoft.com/office/drawing/2014/main" id="{9A378AC0-76F3-4A9A-96A2-2061A05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c-grid2-0">
            <a:extLst xmlns:a="http://schemas.openxmlformats.org/drawingml/2006/main">
              <a:ext uri="{FF2B5EF4-FFF2-40B4-BE49-F238E27FC236}">
                <a16:creationId xmlns:a16="http://schemas.microsoft.com/office/drawing/2014/main" id="{4EDA0E5A-8E41-43E8-B014-154A7BC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c-grid2-1">
            <a:extLst xmlns:a="http://schemas.openxmlformats.org/drawingml/2006/main">
              <a:ext uri="{FF2B5EF4-FFF2-40B4-BE49-F238E27FC236}">
                <a16:creationId xmlns:a16="http://schemas.microsoft.com/office/drawing/2014/main" id="{23927527-7885-4FE2-AE44-9FCF694B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8" name="c-grid2-2">
            <a:extLst xmlns:a="http://schemas.openxmlformats.org/drawingml/2006/main">
              <a:ext uri="{FF2B5EF4-FFF2-40B4-BE49-F238E27FC236}">
                <a16:creationId xmlns:a16="http://schemas.microsoft.com/office/drawing/2014/main" id="{1A337A19-E9AC-48AE-AF48-F3BFC5D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c-grid2-3">
            <a:extLst xmlns:a="http://schemas.openxmlformats.org/drawingml/2006/main">
              <a:ext uri="{FF2B5EF4-FFF2-40B4-BE49-F238E27FC236}">
                <a16:creationId xmlns:a16="http://schemas.microsoft.com/office/drawing/2014/main" id="{B2836726-4EEB-40B9-BC9A-3656F51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c-grid2-4">
            <a:extLst xmlns:a="http://schemas.openxmlformats.org/drawingml/2006/main">
              <a:ext uri="{FF2B5EF4-FFF2-40B4-BE49-F238E27FC236}">
                <a16:creationId xmlns:a16="http://schemas.microsoft.com/office/drawing/2014/main" id="{699899E8-FB9C-4D59-83E7-FBCF4A3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c-grid2-5">
            <a:extLst xmlns:a="http://schemas.openxmlformats.org/drawingml/2006/main">
              <a:ext uri="{FF2B5EF4-FFF2-40B4-BE49-F238E27FC236}">
                <a16:creationId xmlns:a16="http://schemas.microsoft.com/office/drawing/2014/main" id="{66C7616A-829A-43C9-A0B0-28335EF4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c-grid2-6">
            <a:extLst xmlns:a="http://schemas.openxmlformats.org/drawingml/2006/main">
              <a:ext uri="{FF2B5EF4-FFF2-40B4-BE49-F238E27FC236}">
                <a16:creationId xmlns:a16="http://schemas.microsoft.com/office/drawing/2014/main" id="{55EA4F0B-73D5-464F-AE3A-C72D5EE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c-grid3-0">
            <a:extLst xmlns:a="http://schemas.openxmlformats.org/drawingml/2006/main">
              <a:ext uri="{FF2B5EF4-FFF2-40B4-BE49-F238E27FC236}">
                <a16:creationId xmlns:a16="http://schemas.microsoft.com/office/drawing/2014/main" id="{DF991536-82D7-4BB0-8B6A-ECAAE71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c-grid3-1">
            <a:extLst xmlns:a="http://schemas.openxmlformats.org/drawingml/2006/main">
              <a:ext uri="{FF2B5EF4-FFF2-40B4-BE49-F238E27FC236}">
                <a16:creationId xmlns:a16="http://schemas.microsoft.com/office/drawing/2014/main" id="{690B386A-9B4D-4E1E-AF20-3C789C9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5" name="c-grid3-2">
            <a:extLst xmlns:a="http://schemas.openxmlformats.org/drawingml/2006/main">
              <a:ext uri="{FF2B5EF4-FFF2-40B4-BE49-F238E27FC236}">
                <a16:creationId xmlns:a16="http://schemas.microsoft.com/office/drawing/2014/main" id="{86A21ED2-7A98-440A-890D-DE97D7B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6" name="c-grid3-3">
            <a:extLst xmlns:a="http://schemas.openxmlformats.org/drawingml/2006/main">
              <a:ext uri="{FF2B5EF4-FFF2-40B4-BE49-F238E27FC236}">
                <a16:creationId xmlns:a16="http://schemas.microsoft.com/office/drawing/2014/main" id="{F83AEAD6-9B69-4049-BD76-F2AAD5C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7" name="c-grid3-4">
            <a:extLst xmlns:a="http://schemas.openxmlformats.org/drawingml/2006/main">
              <a:ext uri="{FF2B5EF4-FFF2-40B4-BE49-F238E27FC236}">
                <a16:creationId xmlns:a16="http://schemas.microsoft.com/office/drawing/2014/main" id="{FBD1E326-58AE-4B38-BE27-0779FA9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8" name="c-grid3-5">
            <a:extLst xmlns:a="http://schemas.openxmlformats.org/drawingml/2006/main">
              <a:ext uri="{FF2B5EF4-FFF2-40B4-BE49-F238E27FC236}">
                <a16:creationId xmlns:a16="http://schemas.microsoft.com/office/drawing/2014/main" id="{317156D3-58C1-4C7D-84A2-1DB422C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9" name="c-grid3-6">
            <a:extLst xmlns:a="http://schemas.openxmlformats.org/drawingml/2006/main">
              <a:ext uri="{FF2B5EF4-FFF2-40B4-BE49-F238E27FC236}">
                <a16:creationId xmlns:a16="http://schemas.microsoft.com/office/drawing/2014/main" id="{1D037272-2025-4BD6-94AC-3367310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c-grid4-0">
            <a:extLst xmlns:a="http://schemas.openxmlformats.org/drawingml/2006/main">
              <a:ext uri="{FF2B5EF4-FFF2-40B4-BE49-F238E27FC236}">
                <a16:creationId xmlns:a16="http://schemas.microsoft.com/office/drawing/2014/main" id="{116EB025-9FED-4DA8-9158-DD091E5F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c-grid4-1">
            <a:extLst xmlns:a="http://schemas.openxmlformats.org/drawingml/2006/main">
              <a:ext uri="{FF2B5EF4-FFF2-40B4-BE49-F238E27FC236}">
                <a16:creationId xmlns:a16="http://schemas.microsoft.com/office/drawing/2014/main" id="{D96F90AA-D0EA-401D-A25C-DF2C7D2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c-grid4-2">
            <a:extLst xmlns:a="http://schemas.openxmlformats.org/drawingml/2006/main">
              <a:ext uri="{FF2B5EF4-FFF2-40B4-BE49-F238E27FC236}">
                <a16:creationId xmlns:a16="http://schemas.microsoft.com/office/drawing/2014/main" id="{33FFEAE4-8EB5-4332-9EE8-016275A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c-grid4-3">
            <a:extLst xmlns:a="http://schemas.openxmlformats.org/drawingml/2006/main">
              <a:ext uri="{FF2B5EF4-FFF2-40B4-BE49-F238E27FC236}">
                <a16:creationId xmlns:a16="http://schemas.microsoft.com/office/drawing/2014/main" id="{2FAC03F0-B82C-4A97-9866-589FA4E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c-grid4-4">
            <a:extLst xmlns:a="http://schemas.openxmlformats.org/drawingml/2006/main">
              <a:ext uri="{FF2B5EF4-FFF2-40B4-BE49-F238E27FC236}">
                <a16:creationId xmlns:a16="http://schemas.microsoft.com/office/drawing/2014/main" id="{E8C45E7C-4949-4473-AA0C-03469CA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5" name="c-grid4-5">
            <a:extLst xmlns:a="http://schemas.openxmlformats.org/drawingml/2006/main">
              <a:ext uri="{FF2B5EF4-FFF2-40B4-BE49-F238E27FC236}">
                <a16:creationId xmlns:a16="http://schemas.microsoft.com/office/drawing/2014/main" id="{06CA9DB7-E8B6-496F-94A0-E7ED4FA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6" name="c-grid4-6">
            <a:extLst xmlns:a="http://schemas.openxmlformats.org/drawingml/2006/main">
              <a:ext uri="{FF2B5EF4-FFF2-40B4-BE49-F238E27FC236}">
                <a16:creationId xmlns:a16="http://schemas.microsoft.com/office/drawing/2014/main" id="{900E3F39-7A20-4849-A5CA-434BDD4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7" name="c-grid5-0">
            <a:extLst xmlns:a="http://schemas.openxmlformats.org/drawingml/2006/main">
              <a:ext uri="{FF2B5EF4-FFF2-40B4-BE49-F238E27FC236}">
                <a16:creationId xmlns:a16="http://schemas.microsoft.com/office/drawing/2014/main" id="{F2FFD369-F5DF-4A93-AB14-F6294D7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8" name="c-grid5-1">
            <a:extLst xmlns:a="http://schemas.openxmlformats.org/drawingml/2006/main">
              <a:ext uri="{FF2B5EF4-FFF2-40B4-BE49-F238E27FC236}">
                <a16:creationId xmlns:a16="http://schemas.microsoft.com/office/drawing/2014/main" id="{FB44FB78-C40D-4445-B15B-20DA166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9" name="c-grid5-2">
            <a:extLst xmlns:a="http://schemas.openxmlformats.org/drawingml/2006/main">
              <a:ext uri="{FF2B5EF4-FFF2-40B4-BE49-F238E27FC236}">
                <a16:creationId xmlns:a16="http://schemas.microsoft.com/office/drawing/2014/main" id="{76DA832A-BA0A-41AE-BB51-0501925B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c-grid5-3">
            <a:extLst xmlns:a="http://schemas.openxmlformats.org/drawingml/2006/main">
              <a:ext uri="{FF2B5EF4-FFF2-40B4-BE49-F238E27FC236}">
                <a16:creationId xmlns:a16="http://schemas.microsoft.com/office/drawing/2014/main" id="{2760C686-634E-4CA0-81A1-7E2A8BBF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c-grid5-4">
            <a:extLst xmlns:a="http://schemas.openxmlformats.org/drawingml/2006/main">
              <a:ext uri="{FF2B5EF4-FFF2-40B4-BE49-F238E27FC236}">
                <a16:creationId xmlns:a16="http://schemas.microsoft.com/office/drawing/2014/main" id="{0628F953-1BA6-4840-AEEA-BDD7EC7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c-grid5-5">
            <a:extLst xmlns:a="http://schemas.openxmlformats.org/drawingml/2006/main">
              <a:ext uri="{FF2B5EF4-FFF2-40B4-BE49-F238E27FC236}">
                <a16:creationId xmlns:a16="http://schemas.microsoft.com/office/drawing/2014/main" id="{060D309F-2AC1-4239-B8A8-4C08C9A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c-grid5-6">
            <a:extLst xmlns:a="http://schemas.openxmlformats.org/drawingml/2006/main">
              <a:ext uri="{FF2B5EF4-FFF2-40B4-BE49-F238E27FC236}">
                <a16:creationId xmlns:a16="http://schemas.microsoft.com/office/drawing/2014/main" id="{6E8C1E47-101F-4694-B2CF-2EC49E6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c-grid6-0">
            <a:extLst xmlns:a="http://schemas.openxmlformats.org/drawingml/2006/main">
              <a:ext uri="{FF2B5EF4-FFF2-40B4-BE49-F238E27FC236}">
                <a16:creationId xmlns:a16="http://schemas.microsoft.com/office/drawing/2014/main" id="{553461E9-69AD-4951-8109-B63AA37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5" name="c-grid6-1">
            <a:extLst xmlns:a="http://schemas.openxmlformats.org/drawingml/2006/main">
              <a:ext uri="{FF2B5EF4-FFF2-40B4-BE49-F238E27FC236}">
                <a16:creationId xmlns:a16="http://schemas.microsoft.com/office/drawing/2014/main" id="{24E2236E-E0AC-4F6F-9AE4-5EBB8E55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6" name="c-grid6-2">
            <a:extLst xmlns:a="http://schemas.openxmlformats.org/drawingml/2006/main">
              <a:ext uri="{FF2B5EF4-FFF2-40B4-BE49-F238E27FC236}">
                <a16:creationId xmlns:a16="http://schemas.microsoft.com/office/drawing/2014/main" id="{9BA9A132-88BC-4320-BC10-4C2E5CA5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c-grid6-3">
            <a:extLst xmlns:a="http://schemas.openxmlformats.org/drawingml/2006/main">
              <a:ext uri="{FF2B5EF4-FFF2-40B4-BE49-F238E27FC236}">
                <a16:creationId xmlns:a16="http://schemas.microsoft.com/office/drawing/2014/main" id="{C959AE48-4D69-4B75-B0C0-A5B7AC0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c-grid6-4">
            <a:extLst xmlns:a="http://schemas.openxmlformats.org/drawingml/2006/main">
              <a:ext uri="{FF2B5EF4-FFF2-40B4-BE49-F238E27FC236}">
                <a16:creationId xmlns:a16="http://schemas.microsoft.com/office/drawing/2014/main" id="{5DA03552-3E02-4CAF-8CF0-B2797D8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9" name="c-grid6-5">
            <a:extLst xmlns:a="http://schemas.openxmlformats.org/drawingml/2006/main">
              <a:ext uri="{FF2B5EF4-FFF2-40B4-BE49-F238E27FC236}">
                <a16:creationId xmlns:a16="http://schemas.microsoft.com/office/drawing/2014/main" id="{E9BCFB4E-396F-494A-8CE1-8CC878D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c-grid6-6">
            <a:extLst xmlns:a="http://schemas.openxmlformats.org/drawingml/2006/main">
              <a:ext uri="{FF2B5EF4-FFF2-40B4-BE49-F238E27FC236}">
                <a16:creationId xmlns:a16="http://schemas.microsoft.com/office/drawing/2014/main" id="{548D3D0A-EC54-496B-9BE0-9C831C68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c-grid-dim">
            <a:extLst xmlns:a="http://schemas.openxmlformats.org/drawingml/2006/main">
              <a:ext uri="{FF2B5EF4-FFF2-40B4-BE49-F238E27FC236}">
                <a16:creationId xmlns:a16="http://schemas.microsoft.com/office/drawing/2014/main" id="{27D8F198-A69A-4055-B73D-2B7673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1628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82" name="resize">
            <a:extLst xmlns:a="http://schemas.openxmlformats.org/drawingml/2006/main">
              <a:ext uri="{FF2B5EF4-FFF2-40B4-BE49-F238E27FC236}">
                <a16:creationId xmlns:a16="http://schemas.microsoft.com/office/drawing/2014/main" id="{096C73D8-2D37-4337-95A8-51C1427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23241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resizing</a:t>
            </a:r>
          </a:p>
        </p:txBody>
      </p:sp>
      <p:sp>
        <p:nvSpPr>
          <p:cNvPr id="83" name="node63">
            <a:extLst xmlns:a="http://schemas.openxmlformats.org/drawingml/2006/main">
              <a:ext uri="{FF2B5EF4-FFF2-40B4-BE49-F238E27FC236}">
                <a16:creationId xmlns:a16="http://schemas.microsoft.com/office/drawing/2014/main" id="{6F846A4F-3306-4763-B0F3-0B9B375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64">
            <a:extLst xmlns:a="http://schemas.openxmlformats.org/drawingml/2006/main">
              <a:ext uri="{FF2B5EF4-FFF2-40B4-BE49-F238E27FC236}">
                <a16:creationId xmlns:a16="http://schemas.microsoft.com/office/drawing/2014/main" id="{72DC0421-0E36-4CBC-A6CB-6471C59B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830253" y="3352801"/>
            <a:ext cx="9124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node65">
            <a:extLst xmlns:a="http://schemas.openxmlformats.org/drawingml/2006/main">
              <a:ext uri="{FF2B5EF4-FFF2-40B4-BE49-F238E27FC236}">
                <a16:creationId xmlns:a16="http://schemas.microsoft.com/office/drawing/2014/main" id="{132F2612-9267-4FD0-9ED2-23715C1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723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7" name="node66">
            <a:extLst xmlns:a="http://schemas.openxmlformats.org/drawingml/2006/main">
              <a:ext uri="{FF2B5EF4-FFF2-40B4-BE49-F238E27FC236}">
                <a16:creationId xmlns:a16="http://schemas.microsoft.com/office/drawing/2014/main" id="{6CA455A5-7531-4CEE-8F0A-84ACF8B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734628" y="3171826"/>
            <a:ext cx="902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89" name="node67">
            <a:extLst xmlns:a="http://schemas.openxmlformats.org/drawingml/2006/main">
              <a:ext uri="{FF2B5EF4-FFF2-40B4-BE49-F238E27FC236}">
                <a16:creationId xmlns:a16="http://schemas.microsoft.com/office/drawing/2014/main" id="{7C77659F-EE30-43AD-A6A8-4848DC91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0" name="node68">
            <a:extLst xmlns:a="http://schemas.openxmlformats.org/drawingml/2006/main">
              <a:ext uri="{FF2B5EF4-FFF2-40B4-BE49-F238E27FC236}">
                <a16:creationId xmlns:a16="http://schemas.microsoft.com/office/drawing/2014/main" id="{44F9764D-C5CF-4032-BB5F-B81C8B31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2" name=""/>
          <p:cNvCxnSpPr>
            <a:stCxn xmlns:a="http://schemas.openxmlformats.org/drawingml/2006/main" id="89" idx="0"/>
            <a:endCxn xmlns:a="http://schemas.openxmlformats.org/drawingml/2006/main" id="90" idx="2"/>
          </p:cNvCxnSpPr>
          <p:nvPr/>
        </p:nvCxnSpPr>
        <p:spPr>
          <a:xfrm xmlns:a="http://schemas.openxmlformats.org/drawingml/2006/main" flipV="1">
            <a:off x="3638551" y="2058353"/>
            <a:ext cx="0" cy="11125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2" name="node69">
            <a:extLst xmlns:a="http://schemas.openxmlformats.org/drawingml/2006/main">
              <a:ext uri="{FF2B5EF4-FFF2-40B4-BE49-F238E27FC236}">
                <a16:creationId xmlns:a16="http://schemas.microsoft.com/office/drawing/2014/main" id="{07C4D691-2629-4FA9-BE1E-823A9602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3" name="node70">
            <a:extLst xmlns:a="http://schemas.openxmlformats.org/drawingml/2006/main">
              <a:ext uri="{FF2B5EF4-FFF2-40B4-BE49-F238E27FC236}">
                <a16:creationId xmlns:a16="http://schemas.microsoft.com/office/drawing/2014/main" id="{79A2DBF3-1A95-4173-8C4F-CC8EA3AD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5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3639503" y="2057401"/>
            <a:ext cx="42652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5" name="node71">
            <a:extLst xmlns:a="http://schemas.openxmlformats.org/drawingml/2006/main">
              <a:ext uri="{FF2B5EF4-FFF2-40B4-BE49-F238E27FC236}">
                <a16:creationId xmlns:a16="http://schemas.microsoft.com/office/drawing/2014/main" id="{471AD269-D7D4-4AD8-BAB4-3E09BB8B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6" name="node72">
            <a:extLst xmlns:a="http://schemas.openxmlformats.org/drawingml/2006/main">
              <a:ext uri="{FF2B5EF4-FFF2-40B4-BE49-F238E27FC236}">
                <a16:creationId xmlns:a16="http://schemas.microsoft.com/office/drawing/2014/main" id="{10D297C0-19AE-4F9C-A45C-69820BC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837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8" name=""/>
          <p:cNvCxnSpPr>
            <a:stCxn xmlns:a="http://schemas.openxmlformats.org/drawingml/2006/main" id="95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7905751" y="2058353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98" name="grid-target">
            <a:extLst xmlns:a="http://schemas.openxmlformats.org/drawingml/2006/main">
              <a:ext uri="{FF2B5EF4-FFF2-40B4-BE49-F238E27FC236}">
                <a16:creationId xmlns:a16="http://schemas.microsoft.com/office/drawing/2014/main" id="{D8E83759-8CD5-4987-B738-AC171DD2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90750"/>
            <a:ext cx="1838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size</a:t>
            </a:r>
          </a:p>
        </p:txBody>
      </p:sp>
      <p:sp>
        <p:nvSpPr>
          <p:cNvPr id="99" name="resize-options">
            <a:extLst xmlns:a="http://schemas.openxmlformats.org/drawingml/2006/main">
              <a:ext uri="{FF2B5EF4-FFF2-40B4-BE49-F238E27FC236}">
                <a16:creationId xmlns:a16="http://schemas.microsoft.com/office/drawing/2014/main" id="{FB44DDFE-4F75-44A7-B6AF-08357E89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71925"/>
            <a:ext cx="3228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align_corners = False</a:t>
            </a:r>
          </a:p>
        </p:txBody>
      </p:sp>
      <p:sp>
        <p:nvSpPr>
          <p:cNvPr id="100" name="c-aligned0-0">
            <a:extLst xmlns:a="http://schemas.openxmlformats.org/drawingml/2006/main">
              <a:ext uri="{FF2B5EF4-FFF2-40B4-BE49-F238E27FC236}">
                <a16:creationId xmlns:a16="http://schemas.microsoft.com/office/drawing/2014/main" id="{AE059C98-3B69-4074-915F-6795FE9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-aligned0-1">
            <a:extLst xmlns:a="http://schemas.openxmlformats.org/drawingml/2006/main">
              <a:ext uri="{FF2B5EF4-FFF2-40B4-BE49-F238E27FC236}">
                <a16:creationId xmlns:a16="http://schemas.microsoft.com/office/drawing/2014/main" id="{EDA1D003-517C-407E-BFF2-DCB6C7A8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-aligned0-2">
            <a:extLst xmlns:a="http://schemas.openxmlformats.org/drawingml/2006/main">
              <a:ext uri="{FF2B5EF4-FFF2-40B4-BE49-F238E27FC236}">
                <a16:creationId xmlns:a16="http://schemas.microsoft.com/office/drawing/2014/main" id="{3C1A1296-684F-4682-80FB-4F985CA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-aligned0-3">
            <a:extLst xmlns:a="http://schemas.openxmlformats.org/drawingml/2006/main">
              <a:ext uri="{FF2B5EF4-FFF2-40B4-BE49-F238E27FC236}">
                <a16:creationId xmlns:a16="http://schemas.microsoft.com/office/drawing/2014/main" id="{680F4A92-AC72-4D79-835D-93A729AF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-aligned0-4">
            <a:extLst xmlns:a="http://schemas.openxmlformats.org/drawingml/2006/main">
              <a:ext uri="{FF2B5EF4-FFF2-40B4-BE49-F238E27FC236}">
                <a16:creationId xmlns:a16="http://schemas.microsoft.com/office/drawing/2014/main" id="{B3BACEBB-6BE4-4F5B-85F2-8C2D93F4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-aligned0-5">
            <a:extLst xmlns:a="http://schemas.openxmlformats.org/drawingml/2006/main">
              <a:ext uri="{FF2B5EF4-FFF2-40B4-BE49-F238E27FC236}">
                <a16:creationId xmlns:a16="http://schemas.microsoft.com/office/drawing/2014/main" id="{F944C137-7F7D-410D-8D9C-9B978A4E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-aligned1-0">
            <a:extLst xmlns:a="http://schemas.openxmlformats.org/drawingml/2006/main">
              <a:ext uri="{FF2B5EF4-FFF2-40B4-BE49-F238E27FC236}">
                <a16:creationId xmlns:a16="http://schemas.microsoft.com/office/drawing/2014/main" id="{77853EB8-7208-4849-8261-A9BFBA1C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-aligned1-1">
            <a:extLst xmlns:a="http://schemas.openxmlformats.org/drawingml/2006/main">
              <a:ext uri="{FF2B5EF4-FFF2-40B4-BE49-F238E27FC236}">
                <a16:creationId xmlns:a16="http://schemas.microsoft.com/office/drawing/2014/main" id="{380D02D7-A64B-4194-841A-21CD66B6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-aligned1-2">
            <a:extLst xmlns:a="http://schemas.openxmlformats.org/drawingml/2006/main">
              <a:ext uri="{FF2B5EF4-FFF2-40B4-BE49-F238E27FC236}">
                <a16:creationId xmlns:a16="http://schemas.microsoft.com/office/drawing/2014/main" id="{A532086E-132D-4455-B162-93D8A829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-aligned1-3">
            <a:extLst xmlns:a="http://schemas.openxmlformats.org/drawingml/2006/main">
              <a:ext uri="{FF2B5EF4-FFF2-40B4-BE49-F238E27FC236}">
                <a16:creationId xmlns:a16="http://schemas.microsoft.com/office/drawing/2014/main" id="{56977E96-BAD4-4DFD-9F3A-FAB57C4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-aligned1-4">
            <a:extLst xmlns:a="http://schemas.openxmlformats.org/drawingml/2006/main">
              <a:ext uri="{FF2B5EF4-FFF2-40B4-BE49-F238E27FC236}">
                <a16:creationId xmlns:a16="http://schemas.microsoft.com/office/drawing/2014/main" id="{95FD161F-4768-4415-B95D-11C0B08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-aligned1-5">
            <a:extLst xmlns:a="http://schemas.openxmlformats.org/drawingml/2006/main">
              <a:ext uri="{FF2B5EF4-FFF2-40B4-BE49-F238E27FC236}">
                <a16:creationId xmlns:a16="http://schemas.microsoft.com/office/drawing/2014/main" id="{BD5AAC18-BDAA-4DDA-8527-D01BE30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-aligned2-0">
            <a:extLst xmlns:a="http://schemas.openxmlformats.org/drawingml/2006/main">
              <a:ext uri="{FF2B5EF4-FFF2-40B4-BE49-F238E27FC236}">
                <a16:creationId xmlns:a16="http://schemas.microsoft.com/office/drawing/2014/main" id="{591F33C6-654C-4E2B-A084-338B0A71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-aligned2-1">
            <a:extLst xmlns:a="http://schemas.openxmlformats.org/drawingml/2006/main">
              <a:ext uri="{FF2B5EF4-FFF2-40B4-BE49-F238E27FC236}">
                <a16:creationId xmlns:a16="http://schemas.microsoft.com/office/drawing/2014/main" id="{30BC3D4C-0475-45CF-BEF8-EDA770CA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-aligned2-2">
            <a:extLst xmlns:a="http://schemas.openxmlformats.org/drawingml/2006/main">
              <a:ext uri="{FF2B5EF4-FFF2-40B4-BE49-F238E27FC236}">
                <a16:creationId xmlns:a16="http://schemas.microsoft.com/office/drawing/2014/main" id="{142E885D-1D89-4EC0-8FED-5D028581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-aligned2-3">
            <a:extLst xmlns:a="http://schemas.openxmlformats.org/drawingml/2006/main">
              <a:ext uri="{FF2B5EF4-FFF2-40B4-BE49-F238E27FC236}">
                <a16:creationId xmlns:a16="http://schemas.microsoft.com/office/drawing/2014/main" id="{F6660ECF-0A3F-470D-88E8-0796D84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-aligned2-4">
            <a:extLst xmlns:a="http://schemas.openxmlformats.org/drawingml/2006/main">
              <a:ext uri="{FF2B5EF4-FFF2-40B4-BE49-F238E27FC236}">
                <a16:creationId xmlns:a16="http://schemas.microsoft.com/office/drawing/2014/main" id="{2A220E4D-A318-4561-B680-36C7D59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-aligned2-5">
            <a:extLst xmlns:a="http://schemas.openxmlformats.org/drawingml/2006/main">
              <a:ext uri="{FF2B5EF4-FFF2-40B4-BE49-F238E27FC236}">
                <a16:creationId xmlns:a16="http://schemas.microsoft.com/office/drawing/2014/main" id="{EAB8D053-1BBA-45E9-990F-35BC3133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-aligned3-0">
            <a:extLst xmlns:a="http://schemas.openxmlformats.org/drawingml/2006/main">
              <a:ext uri="{FF2B5EF4-FFF2-40B4-BE49-F238E27FC236}">
                <a16:creationId xmlns:a16="http://schemas.microsoft.com/office/drawing/2014/main" id="{ADCEBD33-192B-43F5-92A8-1D1788E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-aligned3-1">
            <a:extLst xmlns:a="http://schemas.openxmlformats.org/drawingml/2006/main">
              <a:ext uri="{FF2B5EF4-FFF2-40B4-BE49-F238E27FC236}">
                <a16:creationId xmlns:a16="http://schemas.microsoft.com/office/drawing/2014/main" id="{84B3D947-D962-427A-A63C-08B6CD37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-aligned3-2">
            <a:extLst xmlns:a="http://schemas.openxmlformats.org/drawingml/2006/main">
              <a:ext uri="{FF2B5EF4-FFF2-40B4-BE49-F238E27FC236}">
                <a16:creationId xmlns:a16="http://schemas.microsoft.com/office/drawing/2014/main" id="{A37DFBB5-4210-4A9F-8B81-C822F3CA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-aligned3-3">
            <a:extLst xmlns:a="http://schemas.openxmlformats.org/drawingml/2006/main">
              <a:ext uri="{FF2B5EF4-FFF2-40B4-BE49-F238E27FC236}">
                <a16:creationId xmlns:a16="http://schemas.microsoft.com/office/drawing/2014/main" id="{339C90D6-416C-44E6-9D28-8875AAA8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-aligned3-4">
            <a:extLst xmlns:a="http://schemas.openxmlformats.org/drawingml/2006/main">
              <a:ext uri="{FF2B5EF4-FFF2-40B4-BE49-F238E27FC236}">
                <a16:creationId xmlns:a16="http://schemas.microsoft.com/office/drawing/2014/main" id="{5096BC7C-8F66-4429-BA8D-A6F8689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-aligned3-5">
            <a:extLst xmlns:a="http://schemas.openxmlformats.org/drawingml/2006/main">
              <a:ext uri="{FF2B5EF4-FFF2-40B4-BE49-F238E27FC236}">
                <a16:creationId xmlns:a16="http://schemas.microsoft.com/office/drawing/2014/main" id="{98099039-AA9C-423F-894F-7A87843A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node73">
            <a:extLst xmlns:a="http://schemas.openxmlformats.org/drawingml/2006/main">
              <a:ext uri="{FF2B5EF4-FFF2-40B4-BE49-F238E27FC236}">
                <a16:creationId xmlns:a16="http://schemas.microsoft.com/office/drawing/2014/main" id="{A485C734-2AF5-43C6-A495-15490697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8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5" name="node74">
            <a:extLst xmlns:a="http://schemas.openxmlformats.org/drawingml/2006/main">
              <a:ext uri="{FF2B5EF4-FFF2-40B4-BE49-F238E27FC236}">
                <a16:creationId xmlns:a16="http://schemas.microsoft.com/office/drawing/2014/main" id="{D3F76D0B-54C6-45A2-8966-9A43DA65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7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9068753" y="3352801"/>
            <a:ext cx="788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7" name="c-aligned-dim">
            <a:extLst xmlns:a="http://schemas.openxmlformats.org/drawingml/2006/main">
              <a:ext uri="{FF2B5EF4-FFF2-40B4-BE49-F238E27FC236}">
                <a16:creationId xmlns:a16="http://schemas.microsoft.com/office/drawing/2014/main" id="{92A3E4DF-4735-4D3C-A4BC-50DBE04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h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  <a:r>
              <a:rPr sz="2175">
                <a:latin typeface="Cambria"/>
                <a:ea typeface="Cambria"/>
                <a:cs typeface="Cambria"/>
              </a:rPr>
              <a:t> × </a:t>
            </a:r>
            <a:r>
              <a:rPr sz="2175" b="0" i="1">
                <a:latin typeface="Cambria"/>
                <a:ea typeface="Cambria"/>
                <a:cs typeface="Cambria"/>
              </a:rPr>
              <a:t>w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28" name="paired-location">
            <a:extLst xmlns:a="http://schemas.openxmlformats.org/drawingml/2006/main">
              <a:ext uri="{FF2B5EF4-FFF2-40B4-BE49-F238E27FC236}">
                <a16:creationId xmlns:a16="http://schemas.microsoft.com/office/drawing/2014/main" id="{3A2D2B5B-9543-4AB4-A8BC-9B4B5DA7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grid location p</a:t>
            </a:r>
          </a:p>
        </p:txBody>
      </p:sp>
      <p:sp>
        <p:nvSpPr>
          <p:cNvPr id="129" name="pair-d0-0">
            <a:extLst xmlns:a="http://schemas.openxmlformats.org/drawingml/2006/main">
              <a:ext uri="{FF2B5EF4-FFF2-40B4-BE49-F238E27FC236}">
                <a16:creationId xmlns:a16="http://schemas.microsoft.com/office/drawing/2014/main" id="{0B3F6F6B-EFBE-4C64-A367-1C978C7A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pair-d0-1">
            <a:extLst xmlns:a="http://schemas.openxmlformats.org/drawingml/2006/main">
              <a:ext uri="{FF2B5EF4-FFF2-40B4-BE49-F238E27FC236}">
                <a16:creationId xmlns:a16="http://schemas.microsoft.com/office/drawing/2014/main" id="{AA411DD4-AD09-46A1-B251-17853963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pair-d0-2">
            <a:extLst xmlns:a="http://schemas.openxmlformats.org/drawingml/2006/main">
              <a:ext uri="{FF2B5EF4-FFF2-40B4-BE49-F238E27FC236}">
                <a16:creationId xmlns:a16="http://schemas.microsoft.com/office/drawing/2014/main" id="{C2649EA0-EE71-4267-BA33-CACEB05C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pair-d0-3">
            <a:extLst xmlns:a="http://schemas.openxmlformats.org/drawingml/2006/main">
              <a:ext uri="{FF2B5EF4-FFF2-40B4-BE49-F238E27FC236}">
                <a16:creationId xmlns:a16="http://schemas.microsoft.com/office/drawing/2014/main" id="{4EEC96BE-ACAE-4624-A419-526842CC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pair-d1-0">
            <a:extLst xmlns:a="http://schemas.openxmlformats.org/drawingml/2006/main">
              <a:ext uri="{FF2B5EF4-FFF2-40B4-BE49-F238E27FC236}">
                <a16:creationId xmlns:a16="http://schemas.microsoft.com/office/drawing/2014/main" id="{03B2A21D-F3EA-4A01-AE49-8987543E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pair-d1-1">
            <a:extLst xmlns:a="http://schemas.openxmlformats.org/drawingml/2006/main">
              <a:ext uri="{FF2B5EF4-FFF2-40B4-BE49-F238E27FC236}">
                <a16:creationId xmlns:a16="http://schemas.microsoft.com/office/drawing/2014/main" id="{4F1A7BD9-BA45-4276-8C11-C89FCE3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pair-d1-2">
            <a:extLst xmlns:a="http://schemas.openxmlformats.org/drawingml/2006/main">
              <a:ext uri="{FF2B5EF4-FFF2-40B4-BE49-F238E27FC236}">
                <a16:creationId xmlns:a16="http://schemas.microsoft.com/office/drawing/2014/main" id="{750EBCB0-ACDB-4F6A-9DE2-CFC23E7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pair-d1-3">
            <a:extLst xmlns:a="http://schemas.openxmlformats.org/drawingml/2006/main">
              <a:ext uri="{FF2B5EF4-FFF2-40B4-BE49-F238E27FC236}">
                <a16:creationId xmlns:a16="http://schemas.microsoft.com/office/drawing/2014/main" id="{BEC9EE95-40B1-44D5-8CEB-EA851B4E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pair-d2-0">
            <a:extLst xmlns:a="http://schemas.openxmlformats.org/drawingml/2006/main">
              <a:ext uri="{FF2B5EF4-FFF2-40B4-BE49-F238E27FC236}">
                <a16:creationId xmlns:a16="http://schemas.microsoft.com/office/drawing/2014/main" id="{CB2315F6-1596-4317-A9BE-462F70CB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pair-d2-1">
            <a:extLst xmlns:a="http://schemas.openxmlformats.org/drawingml/2006/main">
              <a:ext uri="{FF2B5EF4-FFF2-40B4-BE49-F238E27FC236}">
                <a16:creationId xmlns:a16="http://schemas.microsoft.com/office/drawing/2014/main" id="{E22CD7FB-B389-4228-A94D-0E20EEC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pair-d2-2">
            <a:extLst xmlns:a="http://schemas.openxmlformats.org/drawingml/2006/main">
              <a:ext uri="{FF2B5EF4-FFF2-40B4-BE49-F238E27FC236}">
                <a16:creationId xmlns:a16="http://schemas.microsoft.com/office/drawing/2014/main" id="{837BF8C7-D12B-4838-8C3B-8945250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0" name="pair-d2-3">
            <a:extLst xmlns:a="http://schemas.openxmlformats.org/drawingml/2006/main">
              <a:ext uri="{FF2B5EF4-FFF2-40B4-BE49-F238E27FC236}">
                <a16:creationId xmlns:a16="http://schemas.microsoft.com/office/drawing/2014/main" id="{DEE8084B-B127-42C5-8D3E-D550AF9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1" name="pair-c0-0">
            <a:extLst xmlns:a="http://schemas.openxmlformats.org/drawingml/2006/main">
              <a:ext uri="{FF2B5EF4-FFF2-40B4-BE49-F238E27FC236}">
                <a16:creationId xmlns:a16="http://schemas.microsoft.com/office/drawing/2014/main" id="{BB623426-A00E-4C5C-8A9D-ADD9465E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pair-c0-1">
            <a:extLst xmlns:a="http://schemas.openxmlformats.org/drawingml/2006/main">
              <a:ext uri="{FF2B5EF4-FFF2-40B4-BE49-F238E27FC236}">
                <a16:creationId xmlns:a16="http://schemas.microsoft.com/office/drawing/2014/main" id="{B3407802-6294-4FFD-80E6-3DBD5959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pair-c0-2">
            <a:extLst xmlns:a="http://schemas.openxmlformats.org/drawingml/2006/main">
              <a:ext uri="{FF2B5EF4-FFF2-40B4-BE49-F238E27FC236}">
                <a16:creationId xmlns:a16="http://schemas.microsoft.com/office/drawing/2014/main" id="{AF590855-10CA-413A-9DB8-A249EB6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pair-c0-3">
            <a:extLst xmlns:a="http://schemas.openxmlformats.org/drawingml/2006/main">
              <a:ext uri="{FF2B5EF4-FFF2-40B4-BE49-F238E27FC236}">
                <a16:creationId xmlns:a16="http://schemas.microsoft.com/office/drawing/2014/main" id="{3F18580A-B1AB-4DC4-9FBC-CEEA2C5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pair-c1-0">
            <a:extLst xmlns:a="http://schemas.openxmlformats.org/drawingml/2006/main">
              <a:ext uri="{FF2B5EF4-FFF2-40B4-BE49-F238E27FC236}">
                <a16:creationId xmlns:a16="http://schemas.microsoft.com/office/drawing/2014/main" id="{45C6D9AC-0A76-44D4-B1D1-11FCF32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pair-c1-1">
            <a:extLst xmlns:a="http://schemas.openxmlformats.org/drawingml/2006/main">
              <a:ext uri="{FF2B5EF4-FFF2-40B4-BE49-F238E27FC236}">
                <a16:creationId xmlns:a16="http://schemas.microsoft.com/office/drawing/2014/main" id="{8A440AA9-66B7-4B58-ABAC-0355BF9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pair-c1-2">
            <a:extLst xmlns:a="http://schemas.openxmlformats.org/drawingml/2006/main">
              <a:ext uri="{FF2B5EF4-FFF2-40B4-BE49-F238E27FC236}">
                <a16:creationId xmlns:a16="http://schemas.microsoft.com/office/drawing/2014/main" id="{B7B72D24-A4B4-4106-8350-C7596B1E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pair-c1-3">
            <a:extLst xmlns:a="http://schemas.openxmlformats.org/drawingml/2006/main">
              <a:ext uri="{FF2B5EF4-FFF2-40B4-BE49-F238E27FC236}">
                <a16:creationId xmlns:a16="http://schemas.microsoft.com/office/drawing/2014/main" id="{1F7CBF6E-02B8-423B-9281-8389153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pair-c2-0">
            <a:extLst xmlns:a="http://schemas.openxmlformats.org/drawingml/2006/main">
              <a:ext uri="{FF2B5EF4-FFF2-40B4-BE49-F238E27FC236}">
                <a16:creationId xmlns:a16="http://schemas.microsoft.com/office/drawing/2014/main" id="{34E3B1F7-A191-434D-B5C4-01A1EDB6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pair-c2-1">
            <a:extLst xmlns:a="http://schemas.openxmlformats.org/drawingml/2006/main">
              <a:ext uri="{FF2B5EF4-FFF2-40B4-BE49-F238E27FC236}">
                <a16:creationId xmlns:a16="http://schemas.microsoft.com/office/drawing/2014/main" id="{1820633B-84AE-4663-98AE-5AAF16C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pair-c2-2">
            <a:extLst xmlns:a="http://schemas.openxmlformats.org/drawingml/2006/main">
              <a:ext uri="{FF2B5EF4-FFF2-40B4-BE49-F238E27FC236}">
                <a16:creationId xmlns:a16="http://schemas.microsoft.com/office/drawing/2014/main" id="{AF06D034-8FA9-4EF5-9805-7295B62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pair-c2-3">
            <a:extLst xmlns:a="http://schemas.openxmlformats.org/drawingml/2006/main">
              <a:ext uri="{FF2B5EF4-FFF2-40B4-BE49-F238E27FC236}">
                <a16:creationId xmlns:a16="http://schemas.microsoft.com/office/drawing/2014/main" id="{C33F1D6E-3A87-4F76-9228-C3B9D9E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node75">
            <a:extLst xmlns:a="http://schemas.openxmlformats.org/drawingml/2006/main">
              <a:ext uri="{FF2B5EF4-FFF2-40B4-BE49-F238E27FC236}">
                <a16:creationId xmlns:a16="http://schemas.microsoft.com/office/drawing/2014/main" id="{1C134F21-A702-46A3-B5ED-64276F56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4" name="node76">
            <a:extLst xmlns:a="http://schemas.openxmlformats.org/drawingml/2006/main">
              <a:ext uri="{FF2B5EF4-FFF2-40B4-BE49-F238E27FC236}">
                <a16:creationId xmlns:a16="http://schemas.microsoft.com/office/drawing/2014/main" id="{71313315-B41B-40FD-B582-C3F8832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6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13326428" y="325755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156" name="pair-note">
            <a:extLst xmlns:a="http://schemas.openxmlformats.org/drawingml/2006/main">
              <a:ext uri="{FF2B5EF4-FFF2-40B4-BE49-F238E27FC236}">
                <a16:creationId xmlns:a16="http://schemas.microsoft.com/office/drawing/2014/main" id="{8319BD7D-4CF6-4B09-A1A7-8D6C484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19525"/>
            <a:ext cx="3209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per branch</a:t>
            </a:r>
          </a:p>
        </p:txBody>
      </p:sp>
      <p:sp>
        <p:nvSpPr>
          <p:cNvPr id="157" name="midrule">
            <a:extLst xmlns:a="http://schemas.openxmlformats.org/drawingml/2006/main">
              <a:ext uri="{FF2B5EF4-FFF2-40B4-BE49-F238E27FC236}">
                <a16:creationId xmlns:a16="http://schemas.microsoft.com/office/drawing/2014/main" id="{6A5919E9-08FE-4A9E-B376-B117C54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196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58" name="section77">
            <a:extLst xmlns:a="http://schemas.openxmlformats.org/drawingml/2006/main">
              <a:ext uri="{FF2B5EF4-FFF2-40B4-BE49-F238E27FC236}">
                <a16:creationId xmlns:a16="http://schemas.microsoft.com/office/drawing/2014/main" id="{79F34443-0402-4E73-9D7C-81429EC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91075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Normalize, scale and concatenate each patch pair</a:t>
            </a:r>
          </a:p>
        </p:txBody>
      </p:sp>
      <p:sp>
        <p:nvSpPr>
          <p:cNvPr id="159" name="d-raw0">
            <a:extLst xmlns:a="http://schemas.openxmlformats.org/drawingml/2006/main">
              <a:ext uri="{FF2B5EF4-FFF2-40B4-BE49-F238E27FC236}">
                <a16:creationId xmlns:a16="http://schemas.microsoft.com/office/drawing/2014/main" id="{15B1AD5F-FB51-4F61-8280-90E6747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0" name="d-raw1">
            <a:extLst xmlns:a="http://schemas.openxmlformats.org/drawingml/2006/main">
              <a:ext uri="{FF2B5EF4-FFF2-40B4-BE49-F238E27FC236}">
                <a16:creationId xmlns:a16="http://schemas.microsoft.com/office/drawing/2014/main" id="{2186E405-32B0-4131-99A6-6A92EFB8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1" name="d-raw2">
            <a:extLst xmlns:a="http://schemas.openxmlformats.org/drawingml/2006/main">
              <a:ext uri="{FF2B5EF4-FFF2-40B4-BE49-F238E27FC236}">
                <a16:creationId xmlns:a16="http://schemas.microsoft.com/office/drawing/2014/main" id="{B65EB79A-6B5F-4A67-87A0-5FEC59BA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2" name="d-raw3">
            <a:extLst xmlns:a="http://schemas.openxmlformats.org/drawingml/2006/main">
              <a:ext uri="{FF2B5EF4-FFF2-40B4-BE49-F238E27FC236}">
                <a16:creationId xmlns:a16="http://schemas.microsoft.com/office/drawing/2014/main" id="{8EB398F4-EC6E-4B11-B75B-5B2D3F1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3" name="d-raw4">
            <a:extLst xmlns:a="http://schemas.openxmlformats.org/drawingml/2006/main">
              <a:ext uri="{FF2B5EF4-FFF2-40B4-BE49-F238E27FC236}">
                <a16:creationId xmlns:a16="http://schemas.microsoft.com/office/drawing/2014/main" id="{1C1D9C80-0396-4B41-83DB-86E404B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4" name="c-raw0">
            <a:extLst xmlns:a="http://schemas.openxmlformats.org/drawingml/2006/main">
              <a:ext uri="{FF2B5EF4-FFF2-40B4-BE49-F238E27FC236}">
                <a16:creationId xmlns:a16="http://schemas.microsoft.com/office/drawing/2014/main" id="{D966FEBB-A079-4A81-BFEF-0BE1674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5" name="c-raw1">
            <a:extLst xmlns:a="http://schemas.openxmlformats.org/drawingml/2006/main">
              <a:ext uri="{FF2B5EF4-FFF2-40B4-BE49-F238E27FC236}">
                <a16:creationId xmlns:a16="http://schemas.microsoft.com/office/drawing/2014/main" id="{37B9F70C-A72A-4551-A7DA-55BD6B5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6" name="c-raw2">
            <a:extLst xmlns:a="http://schemas.openxmlformats.org/drawingml/2006/main">
              <a:ext uri="{FF2B5EF4-FFF2-40B4-BE49-F238E27FC236}">
                <a16:creationId xmlns:a16="http://schemas.microsoft.com/office/drawing/2014/main" id="{6911B443-F1A3-48AD-A978-83EBF38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7" name="c-raw3">
            <a:extLst xmlns:a="http://schemas.openxmlformats.org/drawingml/2006/main">
              <a:ext uri="{FF2B5EF4-FFF2-40B4-BE49-F238E27FC236}">
                <a16:creationId xmlns:a16="http://schemas.microsoft.com/office/drawing/2014/main" id="{F6727FA7-921B-4730-A755-91B5017A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8" name="c-raw4">
            <a:extLst xmlns:a="http://schemas.openxmlformats.org/drawingml/2006/main">
              <a:ext uri="{FF2B5EF4-FFF2-40B4-BE49-F238E27FC236}">
                <a16:creationId xmlns:a16="http://schemas.microsoft.com/office/drawing/2014/main" id="{17C6640C-96AE-416F-A822-1660C2B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9" name="d-raw-symbol">
            <a:extLst xmlns:a="http://schemas.openxmlformats.org/drawingml/2006/main">
              <a:ext uri="{FF2B5EF4-FFF2-40B4-BE49-F238E27FC236}">
                <a16:creationId xmlns:a16="http://schemas.microsoft.com/office/drawing/2014/main" id="{7D188BA9-0E24-413F-9729-0B5ED864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f</a:t>
            </a:r>
            <a:r>
              <a:rPr sz="1674" i="0" baseline="-25000">
                <a:latin typeface="Cambria"/>
                <a:ea typeface="Cambria"/>
                <a:cs typeface="Cambria"/>
              </a:rPr>
              <a:t>D,p</a:t>
            </a:r>
          </a:p>
        </p:txBody>
      </p:sp>
      <p:sp>
        <p:nvSpPr>
          <p:cNvPr id="170" name="c-raw-symbol">
            <a:extLst xmlns:a="http://schemas.openxmlformats.org/drawingml/2006/main">
              <a:ext uri="{FF2B5EF4-FFF2-40B4-BE49-F238E27FC236}">
                <a16:creationId xmlns:a16="http://schemas.microsoft.com/office/drawing/2014/main" id="{2CEC4E36-1C6F-4F1B-B765-69C090DF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5628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C→D,p</a:t>
            </a:r>
          </a:p>
        </p:txBody>
      </p:sp>
      <p:sp>
        <p:nvSpPr>
          <p:cNvPr id="171" name="dn">
            <a:extLst xmlns:a="http://schemas.openxmlformats.org/drawingml/2006/main">
              <a:ext uri="{FF2B5EF4-FFF2-40B4-BE49-F238E27FC236}">
                <a16:creationId xmlns:a16="http://schemas.microsoft.com/office/drawing/2014/main" id="{B3033FA2-BD26-49AE-B1D4-685230F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245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72" name="cn">
            <a:extLst xmlns:a="http://schemas.openxmlformats.org/drawingml/2006/main">
              <a:ext uri="{FF2B5EF4-FFF2-40B4-BE49-F238E27FC236}">
                <a16:creationId xmlns:a16="http://schemas.microsoft.com/office/drawing/2014/main" id="{325B0ABC-E8C0-41FA-B343-708D5DA8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9818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73" name="node78">
            <a:extLst xmlns:a="http://schemas.openxmlformats.org/drawingml/2006/main">
              <a:ext uri="{FF2B5EF4-FFF2-40B4-BE49-F238E27FC236}">
                <a16:creationId xmlns:a16="http://schemas.microsoft.com/office/drawing/2014/main" id="{9C969883-EB36-4D60-A561-C841AF85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79">
            <a:extLst xmlns:a="http://schemas.openxmlformats.org/drawingml/2006/main">
              <a:ext uri="{FF2B5EF4-FFF2-40B4-BE49-F238E27FC236}">
                <a16:creationId xmlns:a16="http://schemas.microsoft.com/office/drawing/2014/main" id="{27F630B7-A744-4FAF-B96B-708667B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6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2486978" y="60293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6" name="node80">
            <a:extLst xmlns:a="http://schemas.openxmlformats.org/drawingml/2006/main">
              <a:ext uri="{FF2B5EF4-FFF2-40B4-BE49-F238E27FC236}">
                <a16:creationId xmlns:a16="http://schemas.microsoft.com/office/drawing/2014/main" id="{2DDAD3DF-6134-4A79-B76A-B393034C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7" name="node81">
            <a:extLst xmlns:a="http://schemas.openxmlformats.org/drawingml/2006/main">
              <a:ext uri="{FF2B5EF4-FFF2-40B4-BE49-F238E27FC236}">
                <a16:creationId xmlns:a16="http://schemas.microsoft.com/office/drawing/2014/main" id="{8B4D973B-0C85-4ECB-9D7D-E8340A10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9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>
            <a:off x="2486978" y="72866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9" name="dw">
            <a:extLst xmlns:a="http://schemas.openxmlformats.org/drawingml/2006/main">
              <a:ext uri="{FF2B5EF4-FFF2-40B4-BE49-F238E27FC236}">
                <a16:creationId xmlns:a16="http://schemas.microsoft.com/office/drawing/2014/main" id="{F239E29E-A8BE-4A99-8BE1-DD435A9D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245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0" name="cw">
            <a:extLst xmlns:a="http://schemas.openxmlformats.org/drawingml/2006/main">
              <a:ext uri="{FF2B5EF4-FFF2-40B4-BE49-F238E27FC236}">
                <a16:creationId xmlns:a16="http://schemas.microsoft.com/office/drawing/2014/main" id="{429D5F97-DC19-454D-BDB7-EEEF8522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9818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1" name="node82">
            <a:extLst xmlns:a="http://schemas.openxmlformats.org/drawingml/2006/main">
              <a:ext uri="{FF2B5EF4-FFF2-40B4-BE49-F238E27FC236}">
                <a16:creationId xmlns:a16="http://schemas.microsoft.com/office/drawing/2014/main" id="{37100D73-8B6F-4485-9B4D-7FFB577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2" name="node83">
            <a:extLst xmlns:a="http://schemas.openxmlformats.org/drawingml/2006/main">
              <a:ext uri="{FF2B5EF4-FFF2-40B4-BE49-F238E27FC236}">
                <a16:creationId xmlns:a16="http://schemas.microsoft.com/office/drawing/2014/main" id="{A8865290-AB8E-4680-BF55-C276FD6E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4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4611053" y="60293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4" name="node84">
            <a:extLst xmlns:a="http://schemas.openxmlformats.org/drawingml/2006/main">
              <a:ext uri="{FF2B5EF4-FFF2-40B4-BE49-F238E27FC236}">
                <a16:creationId xmlns:a16="http://schemas.microsoft.com/office/drawing/2014/main" id="{92EBE396-F0E8-4B5F-A6E0-AB8B43BE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5" name="node85">
            <a:extLst xmlns:a="http://schemas.openxmlformats.org/drawingml/2006/main">
              <a:ext uri="{FF2B5EF4-FFF2-40B4-BE49-F238E27FC236}">
                <a16:creationId xmlns:a16="http://schemas.microsoft.com/office/drawing/2014/main" id="{EA002939-D9F7-4320-AB23-CC037D94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7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4611053" y="72866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7" name="d-unit">
            <a:extLst xmlns:a="http://schemas.openxmlformats.org/drawingml/2006/main">
              <a:ext uri="{FF2B5EF4-FFF2-40B4-BE49-F238E27FC236}">
                <a16:creationId xmlns:a16="http://schemas.microsoft.com/office/drawing/2014/main" id="{EFEF77F6-984E-4B11-92A5-D56BED2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768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g</a:t>
            </a:r>
            <a:r>
              <a:rPr sz="1512" i="0" baseline="-25000">
                <a:latin typeface="Cambria"/>
                <a:ea typeface="Cambria"/>
                <a:cs typeface="Cambria"/>
              </a:rPr>
              <a:t>D,p</a:t>
            </a:r>
          </a:p>
        </p:txBody>
      </p:sp>
      <p:sp>
        <p:nvSpPr>
          <p:cNvPr id="188" name="c-unit">
            <a:extLst xmlns:a="http://schemas.openxmlformats.org/drawingml/2006/main">
              <a:ext uri="{FF2B5EF4-FFF2-40B4-BE49-F238E27FC236}">
                <a16:creationId xmlns:a16="http://schemas.microsoft.com/office/drawing/2014/main" id="{F67E9EB9-F155-4AC3-A18E-3EAC156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7629525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g</a:t>
            </a:r>
            <a:r>
              <a:rPr sz="1512" i="0" baseline="-25000">
                <a:latin typeface="Cambria"/>
                <a:ea typeface="Cambria"/>
                <a:cs typeface="Cambria"/>
              </a:rPr>
              <a:t>C,p</a:t>
            </a:r>
          </a:p>
        </p:txBody>
      </p:sp>
      <p:sp>
        <p:nvSpPr>
          <p:cNvPr id="189" name="concat">
            <a:extLst xmlns:a="http://schemas.openxmlformats.org/drawingml/2006/main">
              <a:ext uri="{FF2B5EF4-FFF2-40B4-BE49-F238E27FC236}">
                <a16:creationId xmlns:a16="http://schemas.microsoft.com/office/drawing/2014/main" id="{63C22970-C596-4ABE-8777-3A471BC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1912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Channel</a:t>
            </a:r>
          </a:p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concatenation</a:t>
            </a:r>
          </a:p>
        </p:txBody>
      </p:sp>
      <p:sp>
        <p:nvSpPr>
          <p:cNvPr id="190" name="node86">
            <a:extLst xmlns:a="http://schemas.openxmlformats.org/drawingml/2006/main">
              <a:ext uri="{FF2B5EF4-FFF2-40B4-BE49-F238E27FC236}">
                <a16:creationId xmlns:a16="http://schemas.microsoft.com/office/drawing/2014/main" id="{70244EAF-00A6-460A-A8F9-EF29B8B1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1" name="node87">
            <a:extLst xmlns:a="http://schemas.openxmlformats.org/drawingml/2006/main">
              <a:ext uri="{FF2B5EF4-FFF2-40B4-BE49-F238E27FC236}">
                <a16:creationId xmlns:a16="http://schemas.microsoft.com/office/drawing/2014/main" id="{9F432503-64DC-47BE-AA2D-083FA9D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3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6382703" y="60293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3" name="node88">
            <a:extLst xmlns:a="http://schemas.openxmlformats.org/drawingml/2006/main">
              <a:ext uri="{FF2B5EF4-FFF2-40B4-BE49-F238E27FC236}">
                <a16:creationId xmlns:a16="http://schemas.microsoft.com/office/drawing/2014/main" id="{3F7D8CB7-D17C-41AA-9A15-B397541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89">
            <a:extLst xmlns:a="http://schemas.openxmlformats.org/drawingml/2006/main">
              <a:ext uri="{FF2B5EF4-FFF2-40B4-BE49-F238E27FC236}">
                <a16:creationId xmlns:a16="http://schemas.microsoft.com/office/drawing/2014/main" id="{8C60929B-1082-4B40-B11F-AC06F09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6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6762751" y="6030278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6" name="node90">
            <a:extLst xmlns:a="http://schemas.openxmlformats.org/drawingml/2006/main">
              <a:ext uri="{FF2B5EF4-FFF2-40B4-BE49-F238E27FC236}">
                <a16:creationId xmlns:a16="http://schemas.microsoft.com/office/drawing/2014/main" id="{03963E43-A5AC-4587-88DC-04685231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7" name="node91">
            <a:extLst xmlns:a="http://schemas.openxmlformats.org/drawingml/2006/main">
              <a:ext uri="{FF2B5EF4-FFF2-40B4-BE49-F238E27FC236}">
                <a16:creationId xmlns:a16="http://schemas.microsoft.com/office/drawing/2014/main" id="{A050D6A8-206A-403A-A5D9-6965C6D9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9" name="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763703" y="649605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9" name="node92">
            <a:extLst xmlns:a="http://schemas.openxmlformats.org/drawingml/2006/main">
              <a:ext uri="{FF2B5EF4-FFF2-40B4-BE49-F238E27FC236}">
                <a16:creationId xmlns:a16="http://schemas.microsoft.com/office/drawing/2014/main" id="{1D57C89E-DE8B-4C7A-88BF-3136216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0" name="node93">
            <a:extLst xmlns:a="http://schemas.openxmlformats.org/drawingml/2006/main">
              <a:ext uri="{FF2B5EF4-FFF2-40B4-BE49-F238E27FC236}">
                <a16:creationId xmlns:a16="http://schemas.microsoft.com/office/drawing/2014/main" id="{C9BCA2F6-6ABD-48E3-9FD7-37F6110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2" name=""/>
          <p:cNvCxnSpPr>
            <a:stCxn xmlns:a="http://schemas.openxmlformats.org/drawingml/2006/main" id="199" idx="3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6382703" y="72866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2" name="node94">
            <a:extLst xmlns:a="http://schemas.openxmlformats.org/drawingml/2006/main">
              <a:ext uri="{FF2B5EF4-FFF2-40B4-BE49-F238E27FC236}">
                <a16:creationId xmlns:a16="http://schemas.microsoft.com/office/drawing/2014/main" id="{FF7AAF64-05E6-4534-BEF6-4E43C92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3" name="node95">
            <a:extLst xmlns:a="http://schemas.openxmlformats.org/drawingml/2006/main">
              <a:ext uri="{FF2B5EF4-FFF2-40B4-BE49-F238E27FC236}">
                <a16:creationId xmlns:a16="http://schemas.microsoft.com/office/drawing/2014/main" id="{CD25D5F7-44DE-48E3-AADA-1D3C5B40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5" name=""/>
          <p:cNvCxnSpPr>
            <a:stCxn xmlns:a="http://schemas.openxmlformats.org/drawingml/2006/main" id="202" idx="0"/>
            <a:endCxn xmlns:a="http://schemas.openxmlformats.org/drawingml/2006/main" id="203" idx="2"/>
          </p:cNvCxnSpPr>
          <p:nvPr/>
        </p:nvCxnSpPr>
        <p:spPr>
          <a:xfrm xmlns:a="http://schemas.openxmlformats.org/drawingml/2006/main" flipV="1">
            <a:off x="6762751" y="6820853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5" name="node96">
            <a:extLst xmlns:a="http://schemas.openxmlformats.org/drawingml/2006/main">
              <a:ext uri="{FF2B5EF4-FFF2-40B4-BE49-F238E27FC236}">
                <a16:creationId xmlns:a16="http://schemas.microsoft.com/office/drawing/2014/main" id="{78B814AB-0254-4CC5-AF90-722AE3A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6" name="node97">
            <a:extLst xmlns:a="http://schemas.openxmlformats.org/drawingml/2006/main">
              <a:ext uri="{FF2B5EF4-FFF2-40B4-BE49-F238E27FC236}">
                <a16:creationId xmlns:a16="http://schemas.microsoft.com/office/drawing/2014/main" id="{94256F39-C54C-4014-B844-C9E9D237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8" name=""/>
          <p:cNvCxnSpPr>
            <a:stCxn xmlns:a="http://schemas.openxmlformats.org/drawingml/2006/main" id="205" idx="3"/>
            <a:endCxn xmlns:a="http://schemas.openxmlformats.org/drawingml/2006/main" id="206" idx="1"/>
          </p:cNvCxnSpPr>
          <p:nvPr/>
        </p:nvCxnSpPr>
        <p:spPr>
          <a:xfrm xmlns:a="http://schemas.openxmlformats.org/drawingml/2006/main">
            <a:off x="6763703" y="681990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8" name="pre-joint0">
            <a:extLst xmlns:a="http://schemas.openxmlformats.org/drawingml/2006/main">
              <a:ext uri="{FF2B5EF4-FFF2-40B4-BE49-F238E27FC236}">
                <a16:creationId xmlns:a16="http://schemas.microsoft.com/office/drawing/2014/main" id="{662FD90A-9CCF-4D41-AD92-84A7387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9" name="pre-joint1">
            <a:extLst xmlns:a="http://schemas.openxmlformats.org/drawingml/2006/main">
              <a:ext uri="{FF2B5EF4-FFF2-40B4-BE49-F238E27FC236}">
                <a16:creationId xmlns:a16="http://schemas.microsoft.com/office/drawing/2014/main" id="{552F6210-27BB-4A77-8297-0976E89C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2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0" name="pre-joint2">
            <a:extLst xmlns:a="http://schemas.openxmlformats.org/drawingml/2006/main">
              <a:ext uri="{FF2B5EF4-FFF2-40B4-BE49-F238E27FC236}">
                <a16:creationId xmlns:a16="http://schemas.microsoft.com/office/drawing/2014/main" id="{63C7F170-E8AD-49F3-88A9-C8DD3D6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1" name="pre-joint3">
            <a:extLst xmlns:a="http://schemas.openxmlformats.org/drawingml/2006/main">
              <a:ext uri="{FF2B5EF4-FFF2-40B4-BE49-F238E27FC236}">
                <a16:creationId xmlns:a16="http://schemas.microsoft.com/office/drawing/2014/main" id="{FBA91C19-0B71-4D62-A92C-B29D869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0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2" name="pre-joint4">
            <a:extLst xmlns:a="http://schemas.openxmlformats.org/drawingml/2006/main">
              <a:ext uri="{FF2B5EF4-FFF2-40B4-BE49-F238E27FC236}">
                <a16:creationId xmlns:a16="http://schemas.microsoft.com/office/drawing/2014/main" id="{3AACCA0A-B976-41E1-8FEF-D120CB0F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8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3" name="pre-joint5">
            <a:extLst xmlns:a="http://schemas.openxmlformats.org/drawingml/2006/main">
              <a:ext uri="{FF2B5EF4-FFF2-40B4-BE49-F238E27FC236}">
                <a16:creationId xmlns:a16="http://schemas.microsoft.com/office/drawing/2014/main" id="{358790D0-64D9-478A-8D7A-0499BF4B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4" name="pre-joint6">
            <a:extLst xmlns:a="http://schemas.openxmlformats.org/drawingml/2006/main">
              <a:ext uri="{FF2B5EF4-FFF2-40B4-BE49-F238E27FC236}">
                <a16:creationId xmlns:a16="http://schemas.microsoft.com/office/drawing/2014/main" id="{9F4EE59D-AF90-4CC7-AA2C-540FF494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5" name="pre-joint7">
            <a:extLst xmlns:a="http://schemas.openxmlformats.org/drawingml/2006/main">
              <a:ext uri="{FF2B5EF4-FFF2-40B4-BE49-F238E27FC236}">
                <a16:creationId xmlns:a16="http://schemas.microsoft.com/office/drawing/2014/main" id="{250CC780-0152-4357-A7C8-F5598AE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5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6" name="pre-joint8">
            <a:extLst xmlns:a="http://schemas.openxmlformats.org/drawingml/2006/main">
              <a:ext uri="{FF2B5EF4-FFF2-40B4-BE49-F238E27FC236}">
                <a16:creationId xmlns:a16="http://schemas.microsoft.com/office/drawing/2014/main" id="{EBC75B74-AAAD-493E-9377-DB1F38A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7" name="pre-joint9">
            <a:extLst xmlns:a="http://schemas.openxmlformats.org/drawingml/2006/main">
              <a:ext uri="{FF2B5EF4-FFF2-40B4-BE49-F238E27FC236}">
                <a16:creationId xmlns:a16="http://schemas.microsoft.com/office/drawing/2014/main" id="{BE6C7018-7638-4FED-8BF2-1BB89256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42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8" name="node98">
            <a:extLst xmlns:a="http://schemas.openxmlformats.org/drawingml/2006/main">
              <a:ext uri="{FF2B5EF4-FFF2-40B4-BE49-F238E27FC236}">
                <a16:creationId xmlns:a16="http://schemas.microsoft.com/office/drawing/2014/main" id="{271107D2-14F4-484B-BDD0-D2AE07D0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07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9" name="node99">
            <a:extLst xmlns:a="http://schemas.openxmlformats.org/drawingml/2006/main">
              <a:ext uri="{FF2B5EF4-FFF2-40B4-BE49-F238E27FC236}">
                <a16:creationId xmlns:a16="http://schemas.microsoft.com/office/drawing/2014/main" id="{15757C1C-7F21-4B49-AC50-0057D19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1" name=""/>
          <p:cNvCxnSpPr>
            <a:stCxn xmlns:a="http://schemas.openxmlformats.org/drawingml/2006/main" id="218" idx="3"/>
            <a:endCxn xmlns:a="http://schemas.openxmlformats.org/drawingml/2006/main" id="219" idx="1"/>
          </p:cNvCxnSpPr>
          <p:nvPr/>
        </p:nvCxnSpPr>
        <p:spPr>
          <a:xfrm xmlns:a="http://schemas.openxmlformats.org/drawingml/2006/main">
            <a:off x="9344978" y="6657976"/>
            <a:ext cx="5124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1" name="joint">
            <a:extLst xmlns:a="http://schemas.openxmlformats.org/drawingml/2006/main">
              <a:ext uri="{FF2B5EF4-FFF2-40B4-BE49-F238E27FC236}">
                <a16:creationId xmlns:a16="http://schemas.microsoft.com/office/drawing/2014/main" id="{03B71EE9-5F49-4EBC-A98D-4474B1E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1912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222" name="node100">
            <a:extLst xmlns:a="http://schemas.openxmlformats.org/drawingml/2006/main">
              <a:ext uri="{FF2B5EF4-FFF2-40B4-BE49-F238E27FC236}">
                <a16:creationId xmlns:a16="http://schemas.microsoft.com/office/drawing/2014/main" id="{B6FD4090-54F0-459F-90D8-A1C1B5D7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3" name="node101">
            <a:extLst xmlns:a="http://schemas.openxmlformats.org/drawingml/2006/main">
              <a:ext uri="{FF2B5EF4-FFF2-40B4-BE49-F238E27FC236}">
                <a16:creationId xmlns:a16="http://schemas.microsoft.com/office/drawing/2014/main" id="{157355A9-D3C2-433A-B75B-0D6D094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7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1688128" y="665797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5" name="final-vec0">
            <a:extLst xmlns:a="http://schemas.openxmlformats.org/drawingml/2006/main">
              <a:ext uri="{FF2B5EF4-FFF2-40B4-BE49-F238E27FC236}">
                <a16:creationId xmlns:a16="http://schemas.microsoft.com/office/drawing/2014/main" id="{E9473649-B643-4761-A583-EB4B05C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6" name="final-vec1">
            <a:extLst xmlns:a="http://schemas.openxmlformats.org/drawingml/2006/main">
              <a:ext uri="{FF2B5EF4-FFF2-40B4-BE49-F238E27FC236}">
                <a16:creationId xmlns:a16="http://schemas.microsoft.com/office/drawing/2014/main" id="{8A8C8B9F-6148-45E0-8969-E7C8A4C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59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7" name="final-vec2">
            <a:extLst xmlns:a="http://schemas.openxmlformats.org/drawingml/2006/main">
              <a:ext uri="{FF2B5EF4-FFF2-40B4-BE49-F238E27FC236}">
                <a16:creationId xmlns:a16="http://schemas.microsoft.com/office/drawing/2014/main" id="{3E4B6B31-FEC6-44C1-A4EC-FCCD87A5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18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8" name="final-vec3">
            <a:extLst xmlns:a="http://schemas.openxmlformats.org/drawingml/2006/main">
              <a:ext uri="{FF2B5EF4-FFF2-40B4-BE49-F238E27FC236}">
                <a16:creationId xmlns:a16="http://schemas.microsoft.com/office/drawing/2014/main" id="{E053C773-706B-49E1-A312-0B471A09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277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9" name="final-vec4">
            <a:extLst xmlns:a="http://schemas.openxmlformats.org/drawingml/2006/main">
              <a:ext uri="{FF2B5EF4-FFF2-40B4-BE49-F238E27FC236}">
                <a16:creationId xmlns:a16="http://schemas.microsoft.com/office/drawing/2014/main" id="{EA07855C-04B6-422A-8454-9DDECE3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36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0" name="final-vec5">
            <a:extLst xmlns:a="http://schemas.openxmlformats.org/drawingml/2006/main">
              <a:ext uri="{FF2B5EF4-FFF2-40B4-BE49-F238E27FC236}">
                <a16:creationId xmlns:a16="http://schemas.microsoft.com/office/drawing/2014/main" id="{B474E43D-76E9-40CC-A765-CF5BE4F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1" name="final-vec6">
            <a:extLst xmlns:a="http://schemas.openxmlformats.org/drawingml/2006/main">
              <a:ext uri="{FF2B5EF4-FFF2-40B4-BE49-F238E27FC236}">
                <a16:creationId xmlns:a16="http://schemas.microsoft.com/office/drawing/2014/main" id="{14BB196B-1F16-4BB0-B0D2-DBEC1DB8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54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2" name="final-vec7">
            <a:extLst xmlns:a="http://schemas.openxmlformats.org/drawingml/2006/main">
              <a:ext uri="{FF2B5EF4-FFF2-40B4-BE49-F238E27FC236}">
                <a16:creationId xmlns:a16="http://schemas.microsoft.com/office/drawing/2014/main" id="{4F8441E9-2403-4D08-B105-2FB3AFB1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13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3" name="final-vec8">
            <a:extLst xmlns:a="http://schemas.openxmlformats.org/drawingml/2006/main">
              <a:ext uri="{FF2B5EF4-FFF2-40B4-BE49-F238E27FC236}">
                <a16:creationId xmlns:a16="http://schemas.microsoft.com/office/drawing/2014/main" id="{F6A6AC24-489C-46EE-813F-4DB89424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72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4" name="final-vec9">
            <a:extLst xmlns:a="http://schemas.openxmlformats.org/drawingml/2006/main">
              <a:ext uri="{FF2B5EF4-FFF2-40B4-BE49-F238E27FC236}">
                <a16:creationId xmlns:a16="http://schemas.microsoft.com/office/drawing/2014/main" id="{AC402880-8E66-4B85-B4BE-EF993BE1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31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5" name="node102">
            <a:extLst xmlns:a="http://schemas.openxmlformats.org/drawingml/2006/main">
              <a:ext uri="{FF2B5EF4-FFF2-40B4-BE49-F238E27FC236}">
                <a16:creationId xmlns:a16="http://schemas.microsoft.com/office/drawing/2014/main" id="{3A502A27-7949-4CD7-A66D-040DDFCC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8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6" name="node103">
            <a:extLst xmlns:a="http://schemas.openxmlformats.org/drawingml/2006/main">
              <a:ext uri="{FF2B5EF4-FFF2-40B4-BE49-F238E27FC236}">
                <a16:creationId xmlns:a16="http://schemas.microsoft.com/office/drawing/2014/main" id="{131E5B3F-0748-4A6B-8CCD-6B0FEE1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604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8" name="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13659803" y="6657976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8" name="final-symbol">
            <a:extLst xmlns:a="http://schemas.openxmlformats.org/drawingml/2006/main">
              <a:ext uri="{FF2B5EF4-FFF2-40B4-BE49-F238E27FC236}">
                <a16:creationId xmlns:a16="http://schemas.microsoft.com/office/drawing/2014/main" id="{34392666-2942-4355-BD18-5FBE46B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8293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f</a:t>
            </a:r>
            <a:r>
              <a:rPr sz="1674" i="0" baseline="-25000">
                <a:latin typeface="Cambria"/>
                <a:ea typeface="Cambria"/>
                <a:cs typeface="Cambria"/>
              </a:rPr>
              <a:t>A,p</a:t>
            </a:r>
          </a:p>
        </p:txBody>
      </p:sp>
      <p:sp>
        <p:nvSpPr>
          <p:cNvPr id="239" name="final-dim">
            <a:extLst xmlns:a="http://schemas.openxmlformats.org/drawingml/2006/main">
              <a:ext uri="{FF2B5EF4-FFF2-40B4-BE49-F238E27FC236}">
                <a16:creationId xmlns:a16="http://schemas.microsoft.com/office/drawing/2014/main" id="{8E599DB7-636F-4C70-880D-8287C02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104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240" name="footrule">
            <a:extLst xmlns:a="http://schemas.openxmlformats.org/drawingml/2006/main">
              <a:ext uri="{FF2B5EF4-FFF2-40B4-BE49-F238E27FC236}">
                <a16:creationId xmlns:a16="http://schemas.microsoft.com/office/drawing/2014/main" id="{45457F51-28C9-4CB0-ADDB-F4343FB3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819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241" name="fusion-eq">
            <a:extLst xmlns:a="http://schemas.openxmlformats.org/drawingml/2006/main">
              <a:ext uri="{FF2B5EF4-FFF2-40B4-BE49-F238E27FC236}">
                <a16:creationId xmlns:a16="http://schemas.microsoft.com/office/drawing/2014/main" id="{ECECF926-10F0-490E-BB8D-CB0F949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353425"/>
            <a:ext cx="12763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550" b="1" i="1">
                <a:latin typeface="Cambria"/>
                <a:ea typeface="Cambria"/>
                <a:cs typeface="Cambria"/>
              </a:rPr>
              <a:t>f</a:t>
            </a:r>
            <a:r>
              <a:rPr sz="1836" i="0" baseline="-25000">
                <a:latin typeface="Cambria"/>
                <a:ea typeface="Cambria"/>
                <a:cs typeface="Cambria"/>
              </a:rPr>
              <a:t>A,p</a:t>
            </a:r>
            <a:r>
              <a:rPr sz="2550">
                <a:latin typeface="Cambria"/>
                <a:ea typeface="Cambria"/>
                <a:cs typeface="Cambria"/>
              </a:rPr>
              <a:t> = Norm([0.5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D,p</a:t>
            </a:r>
            <a:r>
              <a:rPr sz="2550">
                <a:latin typeface="Cambria"/>
                <a:ea typeface="Cambria"/>
                <a:cs typeface="Cambria"/>
              </a:rPr>
              <a:t>; 0.5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C,p</a:t>
            </a:r>
            <a:r>
              <a:rPr sz="2550">
                <a:latin typeface="Cambria"/>
                <a:ea typeface="Cambria"/>
                <a:cs typeface="Cambria"/>
              </a:rPr>
              <a:t>]) = [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D,p</a:t>
            </a:r>
            <a:r>
              <a:rPr sz="2550">
                <a:latin typeface="Cambria"/>
                <a:ea typeface="Cambria"/>
                <a:cs typeface="Cambria"/>
              </a:rPr>
              <a:t>;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C,p</a:t>
            </a:r>
            <a:r>
              <a:rPr sz="2550">
                <a:latin typeface="Cambria"/>
                <a:ea typeface="Cambria"/>
                <a:cs typeface="Cambria"/>
              </a:rPr>
              <a:t>] / √2</a:t>
            </a:r>
          </a:p>
        </p:txBody>
      </p:sp>
    </p:spTree>
    <p:extLst>
      <p:ext uri="{BB962C8B-B14F-4D97-AF65-F5344CB8AC3E}">
        <p14:creationId xmlns:p14="http://schemas.microsoft.com/office/powerpoint/2010/main" val="1809576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title">
            <a:extLst xmlns:a="http://schemas.openxmlformats.org/drawingml/2006/main">
              <a:ext uri="{FF2B5EF4-FFF2-40B4-BE49-F238E27FC236}">
                <a16:creationId xmlns:a16="http://schemas.microsoft.com/office/drawing/2014/main" id="{FC9D1B15-7410-4E26-8E6E-5424C84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3   Normal memory construction and exact anomaly scoring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1B6F57-DD25-455B-AF93-76027FE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Category-specific support patches define one fixed search space for every query patch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68C7AC8C-F46B-4164-84A3-F1AC669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104">
            <a:extLst xmlns:a="http://schemas.openxmlformats.org/drawingml/2006/main">
              <a:ext uri="{FF2B5EF4-FFF2-40B4-BE49-F238E27FC236}">
                <a16:creationId xmlns:a16="http://schemas.microsoft.com/office/drawing/2014/main" id="{347CECA8-4E76-410D-BAE8-9108799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category-specific memory once</a:t>
            </a:r>
          </a:p>
        </p:txBody>
      </p:sp>
      <p:pic>
        <p:nvPicPr>
          <p:cNvPr id="243" name="support-0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f1ec914784c19"/>
          <a:stretch xmlns:a="http://schemas.openxmlformats.org/drawingml/2006/main"/>
        </p:blipFill>
        <p:spPr>
          <a:xfrm xmlns:a="http://schemas.openxmlformats.org/drawingml/2006/main">
            <a:off x="457200" y="2286000"/>
            <a:ext cx="790575" cy="790575"/>
          </a:xfrm>
          <a:prstGeom xmlns:a="http://schemas.openxmlformats.org/drawingml/2006/main" prst="rect">
            <a:avLst/>
          </a:prstGeom>
        </p:spPr>
      </p:pic>
      <p:pic>
        <p:nvPicPr>
          <p:cNvPr id="244" name="support-0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93c1a07544474"/>
          <a:stretch xmlns:a="http://schemas.openxmlformats.org/drawingml/2006/main"/>
        </p:blipFill>
        <p:spPr>
          <a:xfrm xmlns:a="http://schemas.openxmlformats.org/drawingml/2006/main">
            <a:off x="1323975" y="2286000"/>
            <a:ext cx="790575" cy="790575"/>
          </a:xfrm>
          <a:prstGeom xmlns:a="http://schemas.openxmlformats.org/drawingml/2006/main" prst="rect">
            <a:avLst/>
          </a:prstGeom>
        </p:spPr>
      </p:pic>
      <p:pic>
        <p:nvPicPr>
          <p:cNvPr id="245" name="support-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9ba5c585041dd"/>
          <a:stretch xmlns:a="http://schemas.openxmlformats.org/drawingml/2006/main"/>
        </p:blipFill>
        <p:spPr>
          <a:xfrm xmlns:a="http://schemas.openxmlformats.org/drawingml/2006/main">
            <a:off x="2438400" y="2286000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8" name="support-ellipsis">
            <a:extLst xmlns:a="http://schemas.openxmlformats.org/drawingml/2006/main">
              <a:ext uri="{FF2B5EF4-FFF2-40B4-BE49-F238E27FC236}">
                <a16:creationId xmlns:a16="http://schemas.microsoft.com/office/drawing/2014/main" id="{B161EFD9-08A8-49A9-9A96-943936B1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384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9" name="support-index1">
            <a:extLst xmlns:a="http://schemas.openxmlformats.org/drawingml/2006/main">
              <a:ext uri="{FF2B5EF4-FFF2-40B4-BE49-F238E27FC236}">
                <a16:creationId xmlns:a16="http://schemas.microsoft.com/office/drawing/2014/main" id="{30830A4D-6317-4AE8-AC1C-335B67A4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x</a:t>
            </a:r>
            <a:r>
              <a:rPr sz="1458" i="1" baseline="30000">
                <a:latin typeface="Cambria"/>
                <a:ea typeface="Cambria"/>
                <a:cs typeface="Cambria"/>
              </a:rPr>
              <a:t>c</a:t>
            </a:r>
            <a:r>
              <a:rPr sz="1458" i="0" baseline="-25000"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0" name="support-index2">
            <a:extLst xmlns:a="http://schemas.openxmlformats.org/drawingml/2006/main">
              <a:ext uri="{FF2B5EF4-FFF2-40B4-BE49-F238E27FC236}">
                <a16:creationId xmlns:a16="http://schemas.microsoft.com/office/drawing/2014/main" id="{8123C494-DB84-4975-B614-23B112C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x</a:t>
            </a:r>
            <a:r>
              <a:rPr sz="1458" i="1" baseline="30000">
                <a:latin typeface="Cambria"/>
                <a:ea typeface="Cambria"/>
                <a:cs typeface="Cambria"/>
              </a:rPr>
              <a:t>c</a:t>
            </a:r>
            <a:r>
              <a:rPr sz="1458" i="0" baseline="-25000"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1" name="support-indexK">
            <a:extLst xmlns:a="http://schemas.openxmlformats.org/drawingml/2006/main">
              <a:ext uri="{FF2B5EF4-FFF2-40B4-BE49-F238E27FC236}">
                <a16:creationId xmlns:a16="http://schemas.microsoft.com/office/drawing/2014/main" id="{5343ADD3-6AD8-4270-9C36-FCD687F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14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x</a:t>
            </a:r>
            <a:r>
              <a:rPr sz="1458" i="1" baseline="30000">
                <a:latin typeface="Cambria"/>
                <a:ea typeface="Cambria"/>
                <a:cs typeface="Cambria"/>
              </a:rPr>
              <a:t>c</a:t>
            </a:r>
            <a:r>
              <a:rPr sz="1458" i="0" baseline="-25000">
                <a:latin typeface="Cambria"/>
                <a:ea typeface="Cambria"/>
                <a:cs typeface="Cambria"/>
              </a:rPr>
              <a:t>K</a:t>
            </a:r>
          </a:p>
        </p:txBody>
      </p:sp>
      <p:sp>
        <p:nvSpPr>
          <p:cNvPr id="12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D878CD7F-B3E1-42ED-933A-502D94F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2990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K normal images of category c</a:t>
            </a:r>
          </a:p>
        </p:txBody>
      </p:sp>
      <p:sp>
        <p:nvSpPr>
          <p:cNvPr id="13" name="extract">
            <a:extLst xmlns:a="http://schemas.openxmlformats.org/drawingml/2006/main">
              <a:ext uri="{FF2B5EF4-FFF2-40B4-BE49-F238E27FC236}">
                <a16:creationId xmlns:a16="http://schemas.microsoft.com/office/drawing/2014/main" id="{C6DFC022-FA69-4271-B1BE-EDE80DA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2847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Shared frozen encoders</a:t>
            </a:r>
          </a:p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Align, normalize, fuse</a:t>
            </a:r>
          </a:p>
        </p:txBody>
      </p:sp>
      <p:sp>
        <p:nvSpPr>
          <p:cNvPr id="14" name="node105">
            <a:extLst xmlns:a="http://schemas.openxmlformats.org/drawingml/2006/main">
              <a:ext uri="{FF2B5EF4-FFF2-40B4-BE49-F238E27FC236}">
                <a16:creationId xmlns:a16="http://schemas.microsoft.com/office/drawing/2014/main" id="{77DE8DCC-0A2E-445E-B05E-372082C3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0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" name="node106">
            <a:extLst xmlns:a="http://schemas.openxmlformats.org/drawingml/2006/main">
              <a:ext uri="{FF2B5EF4-FFF2-40B4-BE49-F238E27FC236}">
                <a16:creationId xmlns:a16="http://schemas.microsoft.com/office/drawing/2014/main" id="{0242F9E1-E418-4DAC-A521-447B3315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99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29928" y="26765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" name="support-grid00-0">
            <a:extLst xmlns:a="http://schemas.openxmlformats.org/drawingml/2006/main">
              <a:ext uri="{FF2B5EF4-FFF2-40B4-BE49-F238E27FC236}">
                <a16:creationId xmlns:a16="http://schemas.microsoft.com/office/drawing/2014/main" id="{6BF23688-7A45-46C0-AC54-A5CC6E70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8" name="support-grid00-1">
            <a:extLst xmlns:a="http://schemas.openxmlformats.org/drawingml/2006/main">
              <a:ext uri="{FF2B5EF4-FFF2-40B4-BE49-F238E27FC236}">
                <a16:creationId xmlns:a16="http://schemas.microsoft.com/office/drawing/2014/main" id="{DEB0D514-D604-492D-B4AD-565D38A8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9" name="support-grid00-2">
            <a:extLst xmlns:a="http://schemas.openxmlformats.org/drawingml/2006/main">
              <a:ext uri="{FF2B5EF4-FFF2-40B4-BE49-F238E27FC236}">
                <a16:creationId xmlns:a16="http://schemas.microsoft.com/office/drawing/2014/main" id="{D7F757B9-9575-425F-8B23-F9E186D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0" name="support-grid00-3">
            <a:extLst xmlns:a="http://schemas.openxmlformats.org/drawingml/2006/main">
              <a:ext uri="{FF2B5EF4-FFF2-40B4-BE49-F238E27FC236}">
                <a16:creationId xmlns:a16="http://schemas.microsoft.com/office/drawing/2014/main" id="{AE286056-3AD4-414C-A189-B6493C25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1" name="support-grid00-4">
            <a:extLst xmlns:a="http://schemas.openxmlformats.org/drawingml/2006/main">
              <a:ext uri="{FF2B5EF4-FFF2-40B4-BE49-F238E27FC236}">
                <a16:creationId xmlns:a16="http://schemas.microsoft.com/office/drawing/2014/main" id="{C46A4720-D1C4-44E2-8D1B-1CE04D82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2" name="support-grid01-0">
            <a:extLst xmlns:a="http://schemas.openxmlformats.org/drawingml/2006/main">
              <a:ext uri="{FF2B5EF4-FFF2-40B4-BE49-F238E27FC236}">
                <a16:creationId xmlns:a16="http://schemas.microsoft.com/office/drawing/2014/main" id="{AD6FE2BF-32D4-4B3B-AC95-45DE7D02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3" name="support-grid01-1">
            <a:extLst xmlns:a="http://schemas.openxmlformats.org/drawingml/2006/main">
              <a:ext uri="{FF2B5EF4-FFF2-40B4-BE49-F238E27FC236}">
                <a16:creationId xmlns:a16="http://schemas.microsoft.com/office/drawing/2014/main" id="{BF6BC4AC-3890-4495-8DFE-B91700A9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4" name="support-grid01-2">
            <a:extLst xmlns:a="http://schemas.openxmlformats.org/drawingml/2006/main">
              <a:ext uri="{FF2B5EF4-FFF2-40B4-BE49-F238E27FC236}">
                <a16:creationId xmlns:a16="http://schemas.microsoft.com/office/drawing/2014/main" id="{6236AF72-9B14-4F8E-8006-B581DA0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5" name="support-grid01-3">
            <a:extLst xmlns:a="http://schemas.openxmlformats.org/drawingml/2006/main">
              <a:ext uri="{FF2B5EF4-FFF2-40B4-BE49-F238E27FC236}">
                <a16:creationId xmlns:a16="http://schemas.microsoft.com/office/drawing/2014/main" id="{F3164CAA-2AA4-41AE-A97D-16E6E0E9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6" name="support-grid01-4">
            <a:extLst xmlns:a="http://schemas.openxmlformats.org/drawingml/2006/main">
              <a:ext uri="{FF2B5EF4-FFF2-40B4-BE49-F238E27FC236}">
                <a16:creationId xmlns:a16="http://schemas.microsoft.com/office/drawing/2014/main" id="{63F71912-3780-4758-8184-897A6700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7" name="support-grid02-0">
            <a:extLst xmlns:a="http://schemas.openxmlformats.org/drawingml/2006/main">
              <a:ext uri="{FF2B5EF4-FFF2-40B4-BE49-F238E27FC236}">
                <a16:creationId xmlns:a16="http://schemas.microsoft.com/office/drawing/2014/main" id="{A75CA607-4126-4E4F-B06C-345F3BC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8" name="support-grid02-1">
            <a:extLst xmlns:a="http://schemas.openxmlformats.org/drawingml/2006/main">
              <a:ext uri="{FF2B5EF4-FFF2-40B4-BE49-F238E27FC236}">
                <a16:creationId xmlns:a16="http://schemas.microsoft.com/office/drawing/2014/main" id="{3587F503-259B-49B0-BFA2-292E177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9" name="support-grid02-2">
            <a:extLst xmlns:a="http://schemas.openxmlformats.org/drawingml/2006/main">
              <a:ext uri="{FF2B5EF4-FFF2-40B4-BE49-F238E27FC236}">
                <a16:creationId xmlns:a16="http://schemas.microsoft.com/office/drawing/2014/main" id="{1880B66F-02E4-4C51-B997-EE64318C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0" name="support-grid02-3">
            <a:extLst xmlns:a="http://schemas.openxmlformats.org/drawingml/2006/main">
              <a:ext uri="{FF2B5EF4-FFF2-40B4-BE49-F238E27FC236}">
                <a16:creationId xmlns:a16="http://schemas.microsoft.com/office/drawing/2014/main" id="{90111EE1-FD3B-41E0-A5F2-828974D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1" name="support-grid02-4">
            <a:extLst xmlns:a="http://schemas.openxmlformats.org/drawingml/2006/main">
              <a:ext uri="{FF2B5EF4-FFF2-40B4-BE49-F238E27FC236}">
                <a16:creationId xmlns:a16="http://schemas.microsoft.com/office/drawing/2014/main" id="{8EFAFBDA-A4DE-4ABA-A3DD-55D7AA8D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76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2" name="support-grid10-0">
            <a:extLst xmlns:a="http://schemas.openxmlformats.org/drawingml/2006/main">
              <a:ext uri="{FF2B5EF4-FFF2-40B4-BE49-F238E27FC236}">
                <a16:creationId xmlns:a16="http://schemas.microsoft.com/office/drawing/2014/main" id="{E455B1FC-3328-4D71-AFD5-149CCCA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3" name="support-grid10-1">
            <a:extLst xmlns:a="http://schemas.openxmlformats.org/drawingml/2006/main">
              <a:ext uri="{FF2B5EF4-FFF2-40B4-BE49-F238E27FC236}">
                <a16:creationId xmlns:a16="http://schemas.microsoft.com/office/drawing/2014/main" id="{6CA851FC-6EC6-4240-8E75-43E542A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4" name="support-grid10-2">
            <a:extLst xmlns:a="http://schemas.openxmlformats.org/drawingml/2006/main">
              <a:ext uri="{FF2B5EF4-FFF2-40B4-BE49-F238E27FC236}">
                <a16:creationId xmlns:a16="http://schemas.microsoft.com/office/drawing/2014/main" id="{3D0CA293-EB79-4A69-8294-FF6BE46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5" name="support-grid10-3">
            <a:extLst xmlns:a="http://schemas.openxmlformats.org/drawingml/2006/main">
              <a:ext uri="{FF2B5EF4-FFF2-40B4-BE49-F238E27FC236}">
                <a16:creationId xmlns:a16="http://schemas.microsoft.com/office/drawing/2014/main" id="{1A94BF1E-96E1-48B0-927B-6F1A1E84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6" name="support-grid10-4">
            <a:extLst xmlns:a="http://schemas.openxmlformats.org/drawingml/2006/main">
              <a:ext uri="{FF2B5EF4-FFF2-40B4-BE49-F238E27FC236}">
                <a16:creationId xmlns:a16="http://schemas.microsoft.com/office/drawing/2014/main" id="{38BE2AAE-8EB8-4DB7-8AEC-DF328CAF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7" name="support-grid11-0">
            <a:extLst xmlns:a="http://schemas.openxmlformats.org/drawingml/2006/main">
              <a:ext uri="{FF2B5EF4-FFF2-40B4-BE49-F238E27FC236}">
                <a16:creationId xmlns:a16="http://schemas.microsoft.com/office/drawing/2014/main" id="{14113822-8482-4E87-A257-B2331B9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8" name="support-grid11-1">
            <a:extLst xmlns:a="http://schemas.openxmlformats.org/drawingml/2006/main">
              <a:ext uri="{FF2B5EF4-FFF2-40B4-BE49-F238E27FC236}">
                <a16:creationId xmlns:a16="http://schemas.microsoft.com/office/drawing/2014/main" id="{D84F4DF8-C6B1-41F3-8216-8303E5F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9" name="support-grid11-2">
            <a:extLst xmlns:a="http://schemas.openxmlformats.org/drawingml/2006/main">
              <a:ext uri="{FF2B5EF4-FFF2-40B4-BE49-F238E27FC236}">
                <a16:creationId xmlns:a16="http://schemas.microsoft.com/office/drawing/2014/main" id="{5DF79C3E-6A6C-4939-A515-D444EAAB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0" name="support-grid11-3">
            <a:extLst xmlns:a="http://schemas.openxmlformats.org/drawingml/2006/main">
              <a:ext uri="{FF2B5EF4-FFF2-40B4-BE49-F238E27FC236}">
                <a16:creationId xmlns:a16="http://schemas.microsoft.com/office/drawing/2014/main" id="{DA877108-95C5-418B-9B80-B8B145A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1" name="support-grid11-4">
            <a:extLst xmlns:a="http://schemas.openxmlformats.org/drawingml/2006/main">
              <a:ext uri="{FF2B5EF4-FFF2-40B4-BE49-F238E27FC236}">
                <a16:creationId xmlns:a16="http://schemas.microsoft.com/office/drawing/2014/main" id="{CE7C5E41-771C-47B1-AB0D-D7B4FF7A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2" name="support-grid12-0">
            <a:extLst xmlns:a="http://schemas.openxmlformats.org/drawingml/2006/main">
              <a:ext uri="{FF2B5EF4-FFF2-40B4-BE49-F238E27FC236}">
                <a16:creationId xmlns:a16="http://schemas.microsoft.com/office/drawing/2014/main" id="{C8C9CE4E-9667-424D-BB91-77D7D593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3" name="support-grid12-1">
            <a:extLst xmlns:a="http://schemas.openxmlformats.org/drawingml/2006/main">
              <a:ext uri="{FF2B5EF4-FFF2-40B4-BE49-F238E27FC236}">
                <a16:creationId xmlns:a16="http://schemas.microsoft.com/office/drawing/2014/main" id="{E59698B3-F8BB-48E5-9E3B-75D9966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4" name="support-grid12-2">
            <a:extLst xmlns:a="http://schemas.openxmlformats.org/drawingml/2006/main">
              <a:ext uri="{FF2B5EF4-FFF2-40B4-BE49-F238E27FC236}">
                <a16:creationId xmlns:a16="http://schemas.microsoft.com/office/drawing/2014/main" id="{07FEAD64-2B22-4B1D-A41E-17F3D57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5" name="support-grid12-3">
            <a:extLst xmlns:a="http://schemas.openxmlformats.org/drawingml/2006/main">
              <a:ext uri="{FF2B5EF4-FFF2-40B4-BE49-F238E27FC236}">
                <a16:creationId xmlns:a16="http://schemas.microsoft.com/office/drawing/2014/main" id="{217EBEEB-D1B3-4F7F-94FF-564F9B7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6" name="support-grid12-4">
            <a:extLst xmlns:a="http://schemas.openxmlformats.org/drawingml/2006/main">
              <a:ext uri="{FF2B5EF4-FFF2-40B4-BE49-F238E27FC236}">
                <a16:creationId xmlns:a16="http://schemas.microsoft.com/office/drawing/2014/main" id="{E622EFB1-2E83-4D7E-9F42-0B57DDA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7" name="support-grid20-0">
            <a:extLst xmlns:a="http://schemas.openxmlformats.org/drawingml/2006/main">
              <a:ext uri="{FF2B5EF4-FFF2-40B4-BE49-F238E27FC236}">
                <a16:creationId xmlns:a16="http://schemas.microsoft.com/office/drawing/2014/main" id="{973074C8-6086-420B-9BF2-3F5D28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8" name="support-grid20-1">
            <a:extLst xmlns:a="http://schemas.openxmlformats.org/drawingml/2006/main">
              <a:ext uri="{FF2B5EF4-FFF2-40B4-BE49-F238E27FC236}">
                <a16:creationId xmlns:a16="http://schemas.microsoft.com/office/drawing/2014/main" id="{E15251F7-0CCB-4842-9A02-E8248F8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49" name="support-grid20-2">
            <a:extLst xmlns:a="http://schemas.openxmlformats.org/drawingml/2006/main">
              <a:ext uri="{FF2B5EF4-FFF2-40B4-BE49-F238E27FC236}">
                <a16:creationId xmlns:a16="http://schemas.microsoft.com/office/drawing/2014/main" id="{ECAB9874-2462-43BB-9C48-B1EEBCED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0" name="support-grid20-3">
            <a:extLst xmlns:a="http://schemas.openxmlformats.org/drawingml/2006/main">
              <a:ext uri="{FF2B5EF4-FFF2-40B4-BE49-F238E27FC236}">
                <a16:creationId xmlns:a16="http://schemas.microsoft.com/office/drawing/2014/main" id="{B0654622-E275-4CFC-AFBB-969A63E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1" name="support-grid20-4">
            <a:extLst xmlns:a="http://schemas.openxmlformats.org/drawingml/2006/main">
              <a:ext uri="{FF2B5EF4-FFF2-40B4-BE49-F238E27FC236}">
                <a16:creationId xmlns:a16="http://schemas.microsoft.com/office/drawing/2014/main" id="{26D8A685-04F8-46DB-815C-2EEB612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2" name="support-grid21-0">
            <a:extLst xmlns:a="http://schemas.openxmlformats.org/drawingml/2006/main">
              <a:ext uri="{FF2B5EF4-FFF2-40B4-BE49-F238E27FC236}">
                <a16:creationId xmlns:a16="http://schemas.microsoft.com/office/drawing/2014/main" id="{C9EDAA73-D49D-4259-A6B8-FDAE6E6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3" name="support-grid21-1">
            <a:extLst xmlns:a="http://schemas.openxmlformats.org/drawingml/2006/main">
              <a:ext uri="{FF2B5EF4-FFF2-40B4-BE49-F238E27FC236}">
                <a16:creationId xmlns:a16="http://schemas.microsoft.com/office/drawing/2014/main" id="{3FB461B9-A878-402F-908D-5082DA8B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4" name="support-grid21-2">
            <a:extLst xmlns:a="http://schemas.openxmlformats.org/drawingml/2006/main">
              <a:ext uri="{FF2B5EF4-FFF2-40B4-BE49-F238E27FC236}">
                <a16:creationId xmlns:a16="http://schemas.microsoft.com/office/drawing/2014/main" id="{4962323B-97CE-4040-A44E-0BDC7DBF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5" name="support-grid21-3">
            <a:extLst xmlns:a="http://schemas.openxmlformats.org/drawingml/2006/main">
              <a:ext uri="{FF2B5EF4-FFF2-40B4-BE49-F238E27FC236}">
                <a16:creationId xmlns:a16="http://schemas.microsoft.com/office/drawing/2014/main" id="{EFAA8489-207C-45B6-BE2A-96F7560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6" name="support-grid21-4">
            <a:extLst xmlns:a="http://schemas.openxmlformats.org/drawingml/2006/main">
              <a:ext uri="{FF2B5EF4-FFF2-40B4-BE49-F238E27FC236}">
                <a16:creationId xmlns:a16="http://schemas.microsoft.com/office/drawing/2014/main" id="{59544D1F-C012-4521-880D-78FF23C7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24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7" name="support-grid22-0">
            <a:extLst xmlns:a="http://schemas.openxmlformats.org/drawingml/2006/main">
              <a:ext uri="{FF2B5EF4-FFF2-40B4-BE49-F238E27FC236}">
                <a16:creationId xmlns:a16="http://schemas.microsoft.com/office/drawing/2014/main" id="{F3D766F4-55D6-4B7E-9DAB-103FAD5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8" name="support-grid22-1">
            <a:extLst xmlns:a="http://schemas.openxmlformats.org/drawingml/2006/main">
              <a:ext uri="{FF2B5EF4-FFF2-40B4-BE49-F238E27FC236}">
                <a16:creationId xmlns:a16="http://schemas.microsoft.com/office/drawing/2014/main" id="{AC0E4BD8-B28D-4C6D-99C7-0934FAD5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59" name="support-grid22-2">
            <a:extLst xmlns:a="http://schemas.openxmlformats.org/drawingml/2006/main">
              <a:ext uri="{FF2B5EF4-FFF2-40B4-BE49-F238E27FC236}">
                <a16:creationId xmlns:a16="http://schemas.microsoft.com/office/drawing/2014/main" id="{81B17399-B3AE-49C2-AE35-929F0A3A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0" name="support-grid22-3">
            <a:extLst xmlns:a="http://schemas.openxmlformats.org/drawingml/2006/main">
              <a:ext uri="{FF2B5EF4-FFF2-40B4-BE49-F238E27FC236}">
                <a16:creationId xmlns:a16="http://schemas.microsoft.com/office/drawing/2014/main" id="{230305C8-95E3-4F59-8951-1ECB7D74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1" name="support-grid22-4">
            <a:extLst xmlns:a="http://schemas.openxmlformats.org/drawingml/2006/main">
              <a:ext uri="{FF2B5EF4-FFF2-40B4-BE49-F238E27FC236}">
                <a16:creationId xmlns:a16="http://schemas.microsoft.com/office/drawing/2014/main" id="{75ACCE1C-E915-4828-8C94-0ADF6671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62" name="node107">
            <a:extLst xmlns:a="http://schemas.openxmlformats.org/drawingml/2006/main">
              <a:ext uri="{FF2B5EF4-FFF2-40B4-BE49-F238E27FC236}">
                <a16:creationId xmlns:a16="http://schemas.microsoft.com/office/drawing/2014/main" id="{C6476EAE-3FF2-4C94-A5B5-F49ED41B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97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3" name="node108">
            <a:extLst xmlns:a="http://schemas.openxmlformats.org/drawingml/2006/main">
              <a:ext uri="{FF2B5EF4-FFF2-40B4-BE49-F238E27FC236}">
                <a16:creationId xmlns:a16="http://schemas.microsoft.com/office/drawing/2014/main" id="{AC9F0B68-81EF-409A-9F3A-686D189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29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02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6639878" y="2676526"/>
            <a:ext cx="693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5" name="retain">
            <a:extLst xmlns:a="http://schemas.openxmlformats.org/drawingml/2006/main">
              <a:ext uri="{FF2B5EF4-FFF2-40B4-BE49-F238E27FC236}">
                <a16:creationId xmlns:a16="http://schemas.microsoft.com/office/drawing/2014/main" id="{B9B58857-BE4B-4B16-AADB-3316657C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38525"/>
            <a:ext cx="27717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All patch locations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from every support image</a:t>
            </a:r>
          </a:p>
        </p:txBody>
      </p:sp>
      <p:sp>
        <p:nvSpPr>
          <p:cNvPr id="66" name="collect">
            <a:extLst xmlns:a="http://schemas.openxmlformats.org/drawingml/2006/main">
              <a:ext uri="{FF2B5EF4-FFF2-40B4-BE49-F238E27FC236}">
                <a16:creationId xmlns:a16="http://schemas.microsoft.com/office/drawing/2014/main" id="{91ABAAAD-5BBD-42AF-9E8C-2ACDFE5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86000"/>
            <a:ext cx="2352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Flatten and collect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 unit vectors</a:t>
            </a:r>
          </a:p>
        </p:txBody>
      </p:sp>
      <p:sp>
        <p:nvSpPr>
          <p:cNvPr id="67" name="node109">
            <a:extLst xmlns:a="http://schemas.openxmlformats.org/drawingml/2006/main">
              <a:ext uri="{FF2B5EF4-FFF2-40B4-BE49-F238E27FC236}">
                <a16:creationId xmlns:a16="http://schemas.microsoft.com/office/drawing/2014/main" id="{AE2CC10C-57BD-42B1-B6B2-36F674EA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8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8" name="node110">
            <a:extLst xmlns:a="http://schemas.openxmlformats.org/drawingml/2006/main">
              <a:ext uri="{FF2B5EF4-FFF2-40B4-BE49-F238E27FC236}">
                <a16:creationId xmlns:a16="http://schemas.microsoft.com/office/drawing/2014/main" id="{9710331F-4A0B-4539-9B97-D110150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27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0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868728" y="2676526"/>
            <a:ext cx="13125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0" name="fixed-bank">
            <a:extLst xmlns:a="http://schemas.openxmlformats.org/drawingml/2006/main">
              <a:ext uri="{FF2B5EF4-FFF2-40B4-BE49-F238E27FC236}">
                <a16:creationId xmlns:a16="http://schemas.microsoft.com/office/drawing/2014/main" id="{4063A328-299D-453D-A328-9E4B5B68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190750"/>
            <a:ext cx="22764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bankrow00">
            <a:extLst xmlns:a="http://schemas.openxmlformats.org/drawingml/2006/main">
              <a:ext uri="{FF2B5EF4-FFF2-40B4-BE49-F238E27FC236}">
                <a16:creationId xmlns:a16="http://schemas.microsoft.com/office/drawing/2014/main" id="{EC91213F-F26D-4ED5-BA7F-0D8A2B8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2" name="bankrow01">
            <a:extLst xmlns:a="http://schemas.openxmlformats.org/drawingml/2006/main">
              <a:ext uri="{FF2B5EF4-FFF2-40B4-BE49-F238E27FC236}">
                <a16:creationId xmlns:a16="http://schemas.microsoft.com/office/drawing/2014/main" id="{2035375C-7813-41C5-BABE-69B330C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3" name="bankrow02">
            <a:extLst xmlns:a="http://schemas.openxmlformats.org/drawingml/2006/main">
              <a:ext uri="{FF2B5EF4-FFF2-40B4-BE49-F238E27FC236}">
                <a16:creationId xmlns:a16="http://schemas.microsoft.com/office/drawing/2014/main" id="{2345ACA6-89C0-46E1-8B8A-9603017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4" name="bankrow03">
            <a:extLst xmlns:a="http://schemas.openxmlformats.org/drawingml/2006/main">
              <a:ext uri="{FF2B5EF4-FFF2-40B4-BE49-F238E27FC236}">
                <a16:creationId xmlns:a16="http://schemas.microsoft.com/office/drawing/2014/main" id="{DD09AF65-6FCD-4F6E-B949-07E33AF5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5" name="bankrow04">
            <a:extLst xmlns:a="http://schemas.openxmlformats.org/drawingml/2006/main">
              <a:ext uri="{FF2B5EF4-FFF2-40B4-BE49-F238E27FC236}">
                <a16:creationId xmlns:a16="http://schemas.microsoft.com/office/drawing/2014/main" id="{A1A95109-5E32-4310-B529-CF3FF6B4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6" name="bankrow05">
            <a:extLst xmlns:a="http://schemas.openxmlformats.org/drawingml/2006/main">
              <a:ext uri="{FF2B5EF4-FFF2-40B4-BE49-F238E27FC236}">
                <a16:creationId xmlns:a16="http://schemas.microsoft.com/office/drawing/2014/main" id="{D2092D33-33C5-4ED7-AFE3-AF9D3A4D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bankrow06">
            <a:extLst xmlns:a="http://schemas.openxmlformats.org/drawingml/2006/main">
              <a:ext uri="{FF2B5EF4-FFF2-40B4-BE49-F238E27FC236}">
                <a16:creationId xmlns:a16="http://schemas.microsoft.com/office/drawing/2014/main" id="{5F9A818C-BF17-40E9-BA49-15E48B56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bankrow07">
            <a:extLst xmlns:a="http://schemas.openxmlformats.org/drawingml/2006/main">
              <a:ext uri="{FF2B5EF4-FFF2-40B4-BE49-F238E27FC236}">
                <a16:creationId xmlns:a16="http://schemas.microsoft.com/office/drawing/2014/main" id="{771EE427-E627-4AFC-833E-A7105EF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9" name="bankrow08">
            <a:extLst xmlns:a="http://schemas.openxmlformats.org/drawingml/2006/main">
              <a:ext uri="{FF2B5EF4-FFF2-40B4-BE49-F238E27FC236}">
                <a16:creationId xmlns:a16="http://schemas.microsoft.com/office/drawing/2014/main" id="{4011447A-010B-4F4C-BF6C-95B9160C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bankrow09">
            <a:extLst xmlns:a="http://schemas.openxmlformats.org/drawingml/2006/main">
              <a:ext uri="{FF2B5EF4-FFF2-40B4-BE49-F238E27FC236}">
                <a16:creationId xmlns:a16="http://schemas.microsoft.com/office/drawing/2014/main" id="{4E79EB1B-C981-4C66-9397-45FD43BC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32410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bankrow10">
            <a:extLst xmlns:a="http://schemas.openxmlformats.org/drawingml/2006/main">
              <a:ext uri="{FF2B5EF4-FFF2-40B4-BE49-F238E27FC236}">
                <a16:creationId xmlns:a16="http://schemas.microsoft.com/office/drawing/2014/main" id="{181D32A2-47EC-4563-B37E-BD29F21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2" name="bankrow11">
            <a:extLst xmlns:a="http://schemas.openxmlformats.org/drawingml/2006/main">
              <a:ext uri="{FF2B5EF4-FFF2-40B4-BE49-F238E27FC236}">
                <a16:creationId xmlns:a16="http://schemas.microsoft.com/office/drawing/2014/main" id="{39E728CE-9F47-4F52-8AB1-1035890F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3" name="bankrow12">
            <a:extLst xmlns:a="http://schemas.openxmlformats.org/drawingml/2006/main">
              <a:ext uri="{FF2B5EF4-FFF2-40B4-BE49-F238E27FC236}">
                <a16:creationId xmlns:a16="http://schemas.microsoft.com/office/drawing/2014/main" id="{C4843B35-24A1-470E-8D1B-0286153A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4" name="bankrow13">
            <a:extLst xmlns:a="http://schemas.openxmlformats.org/drawingml/2006/main">
              <a:ext uri="{FF2B5EF4-FFF2-40B4-BE49-F238E27FC236}">
                <a16:creationId xmlns:a16="http://schemas.microsoft.com/office/drawing/2014/main" id="{DF07A0ED-6857-454F-80D2-50211F3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5" name="bankrow14">
            <a:extLst xmlns:a="http://schemas.openxmlformats.org/drawingml/2006/main">
              <a:ext uri="{FF2B5EF4-FFF2-40B4-BE49-F238E27FC236}">
                <a16:creationId xmlns:a16="http://schemas.microsoft.com/office/drawing/2014/main" id="{A1CA1B2A-A0B2-42F4-BCB2-3C80EE66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6" name="bankrow15">
            <a:extLst xmlns:a="http://schemas.openxmlformats.org/drawingml/2006/main">
              <a:ext uri="{FF2B5EF4-FFF2-40B4-BE49-F238E27FC236}">
                <a16:creationId xmlns:a16="http://schemas.microsoft.com/office/drawing/2014/main" id="{066D5C8D-CB61-45DD-9472-34CBDDEF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7" name="bankrow16">
            <a:extLst xmlns:a="http://schemas.openxmlformats.org/drawingml/2006/main">
              <a:ext uri="{FF2B5EF4-FFF2-40B4-BE49-F238E27FC236}">
                <a16:creationId xmlns:a16="http://schemas.microsoft.com/office/drawing/2014/main" id="{4E1F81F9-3AEB-441F-84F2-2944962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8" name="bankrow17">
            <a:extLst xmlns:a="http://schemas.openxmlformats.org/drawingml/2006/main">
              <a:ext uri="{FF2B5EF4-FFF2-40B4-BE49-F238E27FC236}">
                <a16:creationId xmlns:a16="http://schemas.microsoft.com/office/drawing/2014/main" id="{83382DC8-A041-47FA-8B87-9E497F6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9" name="bankrow18">
            <a:extLst xmlns:a="http://schemas.openxmlformats.org/drawingml/2006/main">
              <a:ext uri="{FF2B5EF4-FFF2-40B4-BE49-F238E27FC236}">
                <a16:creationId xmlns:a16="http://schemas.microsoft.com/office/drawing/2014/main" id="{135CD770-B110-4FE3-9FB9-2186F36A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0" name="bankrow19">
            <a:extLst xmlns:a="http://schemas.openxmlformats.org/drawingml/2006/main">
              <a:ext uri="{FF2B5EF4-FFF2-40B4-BE49-F238E27FC236}">
                <a16:creationId xmlns:a16="http://schemas.microsoft.com/office/drawing/2014/main" id="{314DCB57-5647-429D-A910-9B07FAB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60032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1" name="bankrow20">
            <a:extLst xmlns:a="http://schemas.openxmlformats.org/drawingml/2006/main">
              <a:ext uri="{FF2B5EF4-FFF2-40B4-BE49-F238E27FC236}">
                <a16:creationId xmlns:a16="http://schemas.microsoft.com/office/drawing/2014/main" id="{C44DCDC0-47AF-464C-8D86-E529E50C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2" name="bankrow21">
            <a:extLst xmlns:a="http://schemas.openxmlformats.org/drawingml/2006/main">
              <a:ext uri="{FF2B5EF4-FFF2-40B4-BE49-F238E27FC236}">
                <a16:creationId xmlns:a16="http://schemas.microsoft.com/office/drawing/2014/main" id="{65DD68AC-4C75-4DD4-8EBE-1A7C3DDD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3" name="bankrow22">
            <a:extLst xmlns:a="http://schemas.openxmlformats.org/drawingml/2006/main">
              <a:ext uri="{FF2B5EF4-FFF2-40B4-BE49-F238E27FC236}">
                <a16:creationId xmlns:a16="http://schemas.microsoft.com/office/drawing/2014/main" id="{A00B1B77-824F-44CD-9159-5AE5026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4" name="bankrow23">
            <a:extLst xmlns:a="http://schemas.openxmlformats.org/drawingml/2006/main">
              <a:ext uri="{FF2B5EF4-FFF2-40B4-BE49-F238E27FC236}">
                <a16:creationId xmlns:a16="http://schemas.microsoft.com/office/drawing/2014/main" id="{289FD40E-96DE-4F06-A507-0A21451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5" name="bankrow24">
            <a:extLst xmlns:a="http://schemas.openxmlformats.org/drawingml/2006/main">
              <a:ext uri="{FF2B5EF4-FFF2-40B4-BE49-F238E27FC236}">
                <a16:creationId xmlns:a16="http://schemas.microsoft.com/office/drawing/2014/main" id="{1137F142-DC1F-4A47-A307-AAFDA46A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6" name="bankrow25">
            <a:extLst xmlns:a="http://schemas.openxmlformats.org/drawingml/2006/main">
              <a:ext uri="{FF2B5EF4-FFF2-40B4-BE49-F238E27FC236}">
                <a16:creationId xmlns:a16="http://schemas.microsoft.com/office/drawing/2014/main" id="{DE390DF5-3266-4AE5-8E5D-3F851878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bankrow26">
            <a:extLst xmlns:a="http://schemas.openxmlformats.org/drawingml/2006/main">
              <a:ext uri="{FF2B5EF4-FFF2-40B4-BE49-F238E27FC236}">
                <a16:creationId xmlns:a16="http://schemas.microsoft.com/office/drawing/2014/main" id="{B82D7659-1860-407F-BBF2-1652CD27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bankrow27">
            <a:extLst xmlns:a="http://schemas.openxmlformats.org/drawingml/2006/main">
              <a:ext uri="{FF2B5EF4-FFF2-40B4-BE49-F238E27FC236}">
                <a16:creationId xmlns:a16="http://schemas.microsoft.com/office/drawing/2014/main" id="{C7103066-37B4-4529-9260-50B1CB6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bankrow28">
            <a:extLst xmlns:a="http://schemas.openxmlformats.org/drawingml/2006/main">
              <a:ext uri="{FF2B5EF4-FFF2-40B4-BE49-F238E27FC236}">
                <a16:creationId xmlns:a16="http://schemas.microsoft.com/office/drawing/2014/main" id="{90B037E6-A17D-4D1B-AF7B-8B24D47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bankrow29">
            <a:extLst xmlns:a="http://schemas.openxmlformats.org/drawingml/2006/main">
              <a:ext uri="{FF2B5EF4-FFF2-40B4-BE49-F238E27FC236}">
                <a16:creationId xmlns:a16="http://schemas.microsoft.com/office/drawing/2014/main" id="{358029A6-2669-4F37-A1B2-8C426E50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2876550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bankrow30">
            <a:extLst xmlns:a="http://schemas.openxmlformats.org/drawingml/2006/main">
              <a:ext uri="{FF2B5EF4-FFF2-40B4-BE49-F238E27FC236}">
                <a16:creationId xmlns:a16="http://schemas.microsoft.com/office/drawing/2014/main" id="{5747AFE0-7E67-430B-9BAB-E24EBBD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2" name="bankrow31">
            <a:extLst xmlns:a="http://schemas.openxmlformats.org/drawingml/2006/main">
              <a:ext uri="{FF2B5EF4-FFF2-40B4-BE49-F238E27FC236}">
                <a16:creationId xmlns:a16="http://schemas.microsoft.com/office/drawing/2014/main" id="{732133C4-2912-4F55-B3E9-BA83168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980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3" name="bankrow32">
            <a:extLst xmlns:a="http://schemas.openxmlformats.org/drawingml/2006/main">
              <a:ext uri="{FF2B5EF4-FFF2-40B4-BE49-F238E27FC236}">
                <a16:creationId xmlns:a16="http://schemas.microsoft.com/office/drawing/2014/main" id="{2C25A52C-9710-4CCC-ACE8-7535036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255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4" name="bankrow33">
            <a:extLst xmlns:a="http://schemas.openxmlformats.org/drawingml/2006/main">
              <a:ext uri="{FF2B5EF4-FFF2-40B4-BE49-F238E27FC236}">
                <a16:creationId xmlns:a16="http://schemas.microsoft.com/office/drawing/2014/main" id="{17A7926D-D84C-4250-ACE0-D43BAA16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708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5" name="bankrow34">
            <a:extLst xmlns:a="http://schemas.openxmlformats.org/drawingml/2006/main">
              <a:ext uri="{FF2B5EF4-FFF2-40B4-BE49-F238E27FC236}">
                <a16:creationId xmlns:a16="http://schemas.microsoft.com/office/drawing/2014/main" id="{CC1687E7-2872-4DD7-BCB2-21A9646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6" name="bankrow35">
            <a:extLst xmlns:a="http://schemas.openxmlformats.org/drawingml/2006/main">
              <a:ext uri="{FF2B5EF4-FFF2-40B4-BE49-F238E27FC236}">
                <a16:creationId xmlns:a16="http://schemas.microsoft.com/office/drawing/2014/main" id="{C796FC59-2030-4D9B-9671-99E9B55A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61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bankrow36">
            <a:extLst xmlns:a="http://schemas.openxmlformats.org/drawingml/2006/main">
              <a:ext uri="{FF2B5EF4-FFF2-40B4-BE49-F238E27FC236}">
                <a16:creationId xmlns:a16="http://schemas.microsoft.com/office/drawing/2014/main" id="{96694818-1186-46FC-9C11-61E9727F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065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bankrow37">
            <a:extLst xmlns:a="http://schemas.openxmlformats.org/drawingml/2006/main">
              <a:ext uri="{FF2B5EF4-FFF2-40B4-BE49-F238E27FC236}">
                <a16:creationId xmlns:a16="http://schemas.microsoft.com/office/drawing/2014/main" id="{62FCC638-D6D8-4D63-9091-040CA34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518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bankrow38">
            <a:extLst xmlns:a="http://schemas.openxmlformats.org/drawingml/2006/main">
              <a:ext uri="{FF2B5EF4-FFF2-40B4-BE49-F238E27FC236}">
                <a16:creationId xmlns:a16="http://schemas.microsoft.com/office/drawing/2014/main" id="{C6C4C366-42B4-428C-AE9C-DA34ECBD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970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bankrow39">
            <a:extLst xmlns:a="http://schemas.openxmlformats.org/drawingml/2006/main">
              <a:ext uri="{FF2B5EF4-FFF2-40B4-BE49-F238E27FC236}">
                <a16:creationId xmlns:a16="http://schemas.microsoft.com/office/drawing/2014/main" id="{07564A77-8126-4DA5-8ABB-23B71D9A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423" y="3152775"/>
            <a:ext cx="191453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node111">
            <a:extLst xmlns:a="http://schemas.openxmlformats.org/drawingml/2006/main">
              <a:ext uri="{FF2B5EF4-FFF2-40B4-BE49-F238E27FC236}">
                <a16:creationId xmlns:a16="http://schemas.microsoft.com/office/drawing/2014/main" id="{EEB12D2C-AA1F-437D-B208-A9CD4DB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39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2" name="node112">
            <a:extLst xmlns:a="http://schemas.openxmlformats.org/drawingml/2006/main">
              <a:ext uri="{FF2B5EF4-FFF2-40B4-BE49-F238E27FC236}">
                <a16:creationId xmlns:a16="http://schemas.microsoft.com/office/drawing/2014/main" id="{7C232B37-3B4D-4987-ABFE-E2DD0CE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59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1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12535853" y="26765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4" name="bank-dim">
            <a:extLst xmlns:a="http://schemas.openxmlformats.org/drawingml/2006/main">
              <a:ext uri="{FF2B5EF4-FFF2-40B4-BE49-F238E27FC236}">
                <a16:creationId xmlns:a16="http://schemas.microsoft.com/office/drawing/2014/main" id="{7FEC9777-645A-4F48-8EE6-02E6FC1B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590925"/>
            <a:ext cx="2905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M</a:t>
            </a:r>
            <a:r>
              <a:rPr sz="1458" i="1" baseline="-25000">
                <a:latin typeface="Cambria"/>
                <a:ea typeface="Cambria"/>
                <a:cs typeface="Cambria"/>
              </a:rPr>
              <a:t>c</a:t>
            </a:r>
            <a:r>
              <a:rPr sz="2025">
                <a:latin typeface="Cambria"/>
                <a:ea typeface="Cambria"/>
                <a:cs typeface="Cambria"/>
              </a:rPr>
              <a:t>: </a:t>
            </a:r>
            <a:r>
              <a:rPr sz="2025" b="0" i="1">
                <a:latin typeface="Cambria"/>
                <a:ea typeface="Cambria"/>
                <a:cs typeface="Cambria"/>
              </a:rPr>
              <a:t>N</a:t>
            </a:r>
            <a:r>
              <a:rPr sz="1458" i="1" baseline="-25000">
                <a:latin typeface="Cambria"/>
                <a:ea typeface="Cambria"/>
                <a:cs typeface="Cambria"/>
              </a:rPr>
              <a:t>c</a:t>
            </a:r>
            <a:r>
              <a:rPr sz="2025">
                <a:latin typeface="Cambria"/>
                <a:ea typeface="Cambria"/>
                <a:cs typeface="Cambria"/>
              </a:rPr>
              <a:t> × 1536</a:t>
            </a:r>
          </a:p>
        </p:txBody>
      </p:sp>
      <p:sp>
        <p:nvSpPr>
          <p:cNvPr id="115" name="bank-count">
            <a:extLst xmlns:a="http://schemas.openxmlformats.org/drawingml/2006/main">
              <a:ext uri="{FF2B5EF4-FFF2-40B4-BE49-F238E27FC236}">
                <a16:creationId xmlns:a16="http://schemas.microsoft.com/office/drawing/2014/main" id="{16AEF855-0880-460A-8AFD-0BC6AD03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0" i="1">
                <a:latin typeface="Cambria"/>
                <a:ea typeface="Cambria"/>
                <a:cs typeface="Cambria"/>
              </a:rPr>
              <a:t>N</a:t>
            </a:r>
            <a:r>
              <a:rPr sz="1512" i="1" baseline="-25000">
                <a:latin typeface="Cambria"/>
                <a:ea typeface="Cambria"/>
                <a:cs typeface="Cambria"/>
              </a:rPr>
              <a:t>c</a:t>
            </a:r>
            <a:r>
              <a:rPr sz="2100">
                <a:latin typeface="Cambria"/>
                <a:ea typeface="Cambria"/>
                <a:cs typeface="Cambria"/>
              </a:rPr>
              <a:t> = Σ</a:t>
            </a:r>
            <a:r>
              <a:rPr sz="2100" b="0" i="1">
                <a:latin typeface="Cambria"/>
                <a:ea typeface="Cambria"/>
                <a:cs typeface="Cambria"/>
              </a:rPr>
              <a:t/>
            </a:r>
            <a:r>
              <a:rPr sz="1512" i="1" baseline="-25000">
                <a:latin typeface="Cambria"/>
                <a:ea typeface="Cambria"/>
                <a:cs typeface="Cambria"/>
              </a:rPr>
              <a:t>i</a:t>
            </a:r>
            <a:r>
              <a:rPr sz="2100">
                <a:latin typeface="Cambria"/>
                <a:ea typeface="Cambria"/>
                <a:cs typeface="Cambria"/>
              </a:rPr>
              <a:t> </a:t>
            </a:r>
            <a:r>
              <a:rPr sz="2100" b="0" i="1">
                <a:latin typeface="Cambria"/>
                <a:ea typeface="Cambria"/>
                <a:cs typeface="Cambria"/>
              </a:rPr>
              <a:t>h</a:t>
            </a:r>
            <a:r>
              <a:rPr sz="1512" i="1" baseline="-25000">
                <a:latin typeface="Cambria"/>
                <a:ea typeface="Cambria"/>
                <a:cs typeface="Cambria"/>
              </a:rPr>
              <a:t>i</a:t>
            </a:r>
            <a:r>
              <a:rPr sz="2100" b="0" i="1">
                <a:latin typeface="Cambria"/>
                <a:ea typeface="Cambria"/>
                <a:cs typeface="Cambria"/>
              </a:rPr>
              <a:t>w</a:t>
            </a:r>
            <a:r>
              <a:rPr sz="1512" i="1" baseline="-25000">
                <a:latin typeface="Cambria"/>
                <a:ea typeface="Cambria"/>
                <a:cs typeface="Cambria"/>
              </a:rPr>
              <a:t>i</a:t>
            </a:r>
          </a:p>
        </p:txBody>
      </p:sp>
      <p:sp>
        <p:nvSpPr>
          <p:cNvPr id="116" name="bank-note">
            <a:extLst xmlns:a="http://schemas.openxmlformats.org/drawingml/2006/main">
              <a:ext uri="{FF2B5EF4-FFF2-40B4-BE49-F238E27FC236}">
                <a16:creationId xmlns:a16="http://schemas.microsoft.com/office/drawing/2014/main" id="{483A6707-13A1-4BA7-8AD8-2DACAA8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86225"/>
            <a:ext cx="596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All patches retained; fixed after construction</a:t>
            </a:r>
          </a:p>
        </p:txBody>
      </p:sp>
      <p:sp>
        <p:nvSpPr>
          <p:cNvPr id="117" name="midrule">
            <a:extLst xmlns:a="http://schemas.openxmlformats.org/drawingml/2006/main">
              <a:ext uri="{FF2B5EF4-FFF2-40B4-BE49-F238E27FC236}">
                <a16:creationId xmlns:a16="http://schemas.microsoft.com/office/drawing/2014/main" id="{A1B49ED5-7956-48D2-BBCA-10749328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18" name="section113">
            <a:extLst xmlns:a="http://schemas.openxmlformats.org/drawingml/2006/main">
              <a:ext uri="{FF2B5EF4-FFF2-40B4-BE49-F238E27FC236}">
                <a16:creationId xmlns:a16="http://schemas.microsoft.com/office/drawing/2014/main" id="{1A99F9C1-C0BF-4640-BF3B-0EAD5AD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0535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Retrieve one joint-space neighbor for each query patch</a:t>
            </a:r>
          </a:p>
        </p:txBody>
      </p:sp>
      <p:sp>
        <p:nvSpPr>
          <p:cNvPr id="119" name="query-patch0">
            <a:extLst xmlns:a="http://schemas.openxmlformats.org/drawingml/2006/main">
              <a:ext uri="{FF2B5EF4-FFF2-40B4-BE49-F238E27FC236}">
                <a16:creationId xmlns:a16="http://schemas.microsoft.com/office/drawing/2014/main" id="{83FDEA24-A076-4499-BD21-6BF57E7F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0" name="query-patch1">
            <a:extLst xmlns:a="http://schemas.openxmlformats.org/drawingml/2006/main">
              <a:ext uri="{FF2B5EF4-FFF2-40B4-BE49-F238E27FC236}">
                <a16:creationId xmlns:a16="http://schemas.microsoft.com/office/drawing/2014/main" id="{EB404FEB-79AA-4DE5-B158-C3ED8B2A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query-patch2">
            <a:extLst xmlns:a="http://schemas.openxmlformats.org/drawingml/2006/main">
              <a:ext uri="{FF2B5EF4-FFF2-40B4-BE49-F238E27FC236}">
                <a16:creationId xmlns:a16="http://schemas.microsoft.com/office/drawing/2014/main" id="{140F8729-58F8-4DC3-B923-1208356F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query-patch3">
            <a:extLst xmlns:a="http://schemas.openxmlformats.org/drawingml/2006/main">
              <a:ext uri="{FF2B5EF4-FFF2-40B4-BE49-F238E27FC236}">
                <a16:creationId xmlns:a16="http://schemas.microsoft.com/office/drawing/2014/main" id="{422757F1-B2A9-498C-8FF8-BB5085F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query-patch4">
            <a:extLst xmlns:a="http://schemas.openxmlformats.org/drawingml/2006/main">
              <a:ext uri="{FF2B5EF4-FFF2-40B4-BE49-F238E27FC236}">
                <a16:creationId xmlns:a16="http://schemas.microsoft.com/office/drawing/2014/main" id="{978672B4-932C-4564-923A-44151917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query-patch5">
            <a:extLst xmlns:a="http://schemas.openxmlformats.org/drawingml/2006/main">
              <a:ext uri="{FF2B5EF4-FFF2-40B4-BE49-F238E27FC236}">
                <a16:creationId xmlns:a16="http://schemas.microsoft.com/office/drawing/2014/main" id="{1E1A7C48-5CCF-4C7C-B5FF-BD382DA4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5" name="query-patch6">
            <a:extLst xmlns:a="http://schemas.openxmlformats.org/drawingml/2006/main">
              <a:ext uri="{FF2B5EF4-FFF2-40B4-BE49-F238E27FC236}">
                <a16:creationId xmlns:a16="http://schemas.microsoft.com/office/drawing/2014/main" id="{79402144-3A48-44BB-9767-C0ABBE6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6" name="query-patch7">
            <a:extLst xmlns:a="http://schemas.openxmlformats.org/drawingml/2006/main">
              <a:ext uri="{FF2B5EF4-FFF2-40B4-BE49-F238E27FC236}">
                <a16:creationId xmlns:a16="http://schemas.microsoft.com/office/drawing/2014/main" id="{912107E6-C64D-4DD4-8710-4938AFD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7" name="query-patch8">
            <a:extLst xmlns:a="http://schemas.openxmlformats.org/drawingml/2006/main">
              <a:ext uri="{FF2B5EF4-FFF2-40B4-BE49-F238E27FC236}">
                <a16:creationId xmlns:a16="http://schemas.microsoft.com/office/drawing/2014/main" id="{6F28701D-4DC8-4B08-847A-EF98AA90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8" name="query-patch9">
            <a:extLst xmlns:a="http://schemas.openxmlformats.org/drawingml/2006/main">
              <a:ext uri="{FF2B5EF4-FFF2-40B4-BE49-F238E27FC236}">
                <a16:creationId xmlns:a16="http://schemas.microsoft.com/office/drawing/2014/main" id="{A61CC943-27D3-44B7-BED8-B09482C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5657850"/>
            <a:ext cx="18288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query-f">
            <a:extLst xmlns:a="http://schemas.openxmlformats.org/drawingml/2006/main">
              <a:ext uri="{FF2B5EF4-FFF2-40B4-BE49-F238E27FC236}">
                <a16:creationId xmlns:a16="http://schemas.microsoft.com/office/drawing/2014/main" id="{1137DC67-E6AC-484E-9BA3-8DD81B74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531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1" i="1">
                <a:latin typeface="Cambria"/>
                <a:ea typeface="Cambria"/>
                <a:cs typeface="Cambria"/>
              </a:rPr>
              <a:t>f</a:t>
            </a:r>
            <a:r>
              <a:rPr sz="1566" i="0" baseline="-25000">
                <a:latin typeface="Cambria"/>
                <a:ea typeface="Cambria"/>
                <a:cs typeface="Cambria"/>
              </a:rPr>
              <a:t>A,p</a:t>
            </a:r>
            <a:r>
              <a:rPr sz="2175">
                <a:latin typeface="Cambria"/>
                <a:ea typeface="Cambria"/>
                <a:cs typeface="Cambria"/>
              </a:rPr>
              <a:t>(</a:t>
            </a:r>
            <a:r>
              <a:rPr sz="2175" b="1" i="1">
                <a:latin typeface="Cambria"/>
                <a:ea typeface="Cambria"/>
                <a:cs typeface="Cambria"/>
              </a:rPr>
              <a:t>x</a:t>
            </a:r>
            <a:r>
              <a:rPr sz="2175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130" name="unit-query">
            <a:extLst xmlns:a="http://schemas.openxmlformats.org/drawingml/2006/main">
              <a:ext uri="{FF2B5EF4-FFF2-40B4-BE49-F238E27FC236}">
                <a16:creationId xmlns:a16="http://schemas.microsoft.com/office/drawing/2014/main" id="{5EFB9930-28C0-4234-AF0F-0CA2436F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98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Unit fused descriptor</a:t>
            </a:r>
          </a:p>
        </p:txBody>
      </p:sp>
      <p:sp>
        <p:nvSpPr>
          <p:cNvPr id="131" name="candidates">
            <a:extLst xmlns:a="http://schemas.openxmlformats.org/drawingml/2006/main">
              <a:ext uri="{FF2B5EF4-FFF2-40B4-BE49-F238E27FC236}">
                <a16:creationId xmlns:a16="http://schemas.microsoft.com/office/drawing/2014/main" id="{7A70A312-E21B-4FE9-BA79-BCFDC9F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91150"/>
            <a:ext cx="28003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candidate00">
            <a:extLst xmlns:a="http://schemas.openxmlformats.org/drawingml/2006/main">
              <a:ext uri="{FF2B5EF4-FFF2-40B4-BE49-F238E27FC236}">
                <a16:creationId xmlns:a16="http://schemas.microsoft.com/office/drawing/2014/main" id="{54F6B837-7C6A-4F85-89C0-D1B49666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candidate01">
            <a:extLst xmlns:a="http://schemas.openxmlformats.org/drawingml/2006/main">
              <a:ext uri="{FF2B5EF4-FFF2-40B4-BE49-F238E27FC236}">
                <a16:creationId xmlns:a16="http://schemas.microsoft.com/office/drawing/2014/main" id="{C69573CD-77A2-454B-B8E3-7F4ABD0B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candidate02">
            <a:extLst xmlns:a="http://schemas.openxmlformats.org/drawingml/2006/main">
              <a:ext uri="{FF2B5EF4-FFF2-40B4-BE49-F238E27FC236}">
                <a16:creationId xmlns:a16="http://schemas.microsoft.com/office/drawing/2014/main" id="{2FCB82B9-BCB0-4A49-9BFF-8AA2A7BB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candidate03">
            <a:extLst xmlns:a="http://schemas.openxmlformats.org/drawingml/2006/main">
              <a:ext uri="{FF2B5EF4-FFF2-40B4-BE49-F238E27FC236}">
                <a16:creationId xmlns:a16="http://schemas.microsoft.com/office/drawing/2014/main" id="{BFBC90FE-EFFA-4385-A7ED-523D289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candidate04">
            <a:extLst xmlns:a="http://schemas.openxmlformats.org/drawingml/2006/main">
              <a:ext uri="{FF2B5EF4-FFF2-40B4-BE49-F238E27FC236}">
                <a16:creationId xmlns:a16="http://schemas.microsoft.com/office/drawing/2014/main" id="{6876EA53-149B-454B-A515-F62A367B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candidate05">
            <a:extLst xmlns:a="http://schemas.openxmlformats.org/drawingml/2006/main">
              <a:ext uri="{FF2B5EF4-FFF2-40B4-BE49-F238E27FC236}">
                <a16:creationId xmlns:a16="http://schemas.microsoft.com/office/drawing/2014/main" id="{E02740B4-1472-44FA-9562-A44741CE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andidate06">
            <a:extLst xmlns:a="http://schemas.openxmlformats.org/drawingml/2006/main">
              <a:ext uri="{FF2B5EF4-FFF2-40B4-BE49-F238E27FC236}">
                <a16:creationId xmlns:a16="http://schemas.microsoft.com/office/drawing/2014/main" id="{9731D7F6-F8AB-4ECF-9716-FBD7A55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candidate07">
            <a:extLst xmlns:a="http://schemas.openxmlformats.org/drawingml/2006/main">
              <a:ext uri="{FF2B5EF4-FFF2-40B4-BE49-F238E27FC236}">
                <a16:creationId xmlns:a16="http://schemas.microsoft.com/office/drawing/2014/main" id="{4CF33C7B-D5A1-4349-A6EA-D7C99C0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andidate08">
            <a:extLst xmlns:a="http://schemas.openxmlformats.org/drawingml/2006/main">
              <a:ext uri="{FF2B5EF4-FFF2-40B4-BE49-F238E27FC236}">
                <a16:creationId xmlns:a16="http://schemas.microsoft.com/office/drawing/2014/main" id="{42FEFF65-49B8-4E12-B536-F30F5920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andidate09">
            <a:extLst xmlns:a="http://schemas.openxmlformats.org/drawingml/2006/main">
              <a:ext uri="{FF2B5EF4-FFF2-40B4-BE49-F238E27FC236}">
                <a16:creationId xmlns:a16="http://schemas.microsoft.com/office/drawing/2014/main" id="{6625F547-ED97-45AB-8015-B804F06A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2450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andidate10">
            <a:extLst xmlns:a="http://schemas.openxmlformats.org/drawingml/2006/main">
              <a:ext uri="{FF2B5EF4-FFF2-40B4-BE49-F238E27FC236}">
                <a16:creationId xmlns:a16="http://schemas.microsoft.com/office/drawing/2014/main" id="{02FD7A32-7623-4355-BB3E-3A2D089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3" name="candidate11">
            <a:extLst xmlns:a="http://schemas.openxmlformats.org/drawingml/2006/main">
              <a:ext uri="{FF2B5EF4-FFF2-40B4-BE49-F238E27FC236}">
                <a16:creationId xmlns:a16="http://schemas.microsoft.com/office/drawing/2014/main" id="{136A1539-7F98-4509-99CD-2C162F71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4" name="candidate12">
            <a:extLst xmlns:a="http://schemas.openxmlformats.org/drawingml/2006/main">
              <a:ext uri="{FF2B5EF4-FFF2-40B4-BE49-F238E27FC236}">
                <a16:creationId xmlns:a16="http://schemas.microsoft.com/office/drawing/2014/main" id="{6498B808-0F33-4104-A002-3BE6442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5" name="candidate13">
            <a:extLst xmlns:a="http://schemas.openxmlformats.org/drawingml/2006/main">
              <a:ext uri="{FF2B5EF4-FFF2-40B4-BE49-F238E27FC236}">
                <a16:creationId xmlns:a16="http://schemas.microsoft.com/office/drawing/2014/main" id="{837C1B89-1D52-4A4D-8CCA-88C00ED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6" name="candidate14">
            <a:extLst xmlns:a="http://schemas.openxmlformats.org/drawingml/2006/main">
              <a:ext uri="{FF2B5EF4-FFF2-40B4-BE49-F238E27FC236}">
                <a16:creationId xmlns:a16="http://schemas.microsoft.com/office/drawing/2014/main" id="{AF318C10-94C6-4A16-BCE1-89274BB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7" name="candidate15">
            <a:extLst xmlns:a="http://schemas.openxmlformats.org/drawingml/2006/main">
              <a:ext uri="{FF2B5EF4-FFF2-40B4-BE49-F238E27FC236}">
                <a16:creationId xmlns:a16="http://schemas.microsoft.com/office/drawing/2014/main" id="{31AA2A98-99B9-4158-9267-5075BA77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candidate16">
            <a:extLst xmlns:a="http://schemas.openxmlformats.org/drawingml/2006/main">
              <a:ext uri="{FF2B5EF4-FFF2-40B4-BE49-F238E27FC236}">
                <a16:creationId xmlns:a16="http://schemas.microsoft.com/office/drawing/2014/main" id="{9D5D2365-4198-40A8-8BFE-0934B451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andidate17">
            <a:extLst xmlns:a="http://schemas.openxmlformats.org/drawingml/2006/main">
              <a:ext uri="{FF2B5EF4-FFF2-40B4-BE49-F238E27FC236}">
                <a16:creationId xmlns:a16="http://schemas.microsoft.com/office/drawing/2014/main" id="{FFCF5FEE-2405-4520-A7CE-B4D13E6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andidate18">
            <a:extLst xmlns:a="http://schemas.openxmlformats.org/drawingml/2006/main">
              <a:ext uri="{FF2B5EF4-FFF2-40B4-BE49-F238E27FC236}">
                <a16:creationId xmlns:a16="http://schemas.microsoft.com/office/drawing/2014/main" id="{9998CEBE-B3C7-415F-BBF7-6AD2A6D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andidate19">
            <a:extLst xmlns:a="http://schemas.openxmlformats.org/drawingml/2006/main">
              <a:ext uri="{FF2B5EF4-FFF2-40B4-BE49-F238E27FC236}">
                <a16:creationId xmlns:a16="http://schemas.microsoft.com/office/drawing/2014/main" id="{DBF14E2B-4E68-4B20-989F-852C8BC6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3407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hosen">
            <a:extLst xmlns:a="http://schemas.openxmlformats.org/drawingml/2006/main">
              <a:ext uri="{FF2B5EF4-FFF2-40B4-BE49-F238E27FC236}">
                <a16:creationId xmlns:a16="http://schemas.microsoft.com/office/drawing/2014/main" id="{B9FE77EC-4CEA-4F5A-BB25-B14B8A24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7692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4856C"/>
            </a:solidFill>
          </a:ln>
        </p:spPr>
      </p:sp>
      <p:sp>
        <p:nvSpPr>
          <p:cNvPr id="153" name="candidate20">
            <a:extLst xmlns:a="http://schemas.openxmlformats.org/drawingml/2006/main">
              <a:ext uri="{FF2B5EF4-FFF2-40B4-BE49-F238E27FC236}">
                <a16:creationId xmlns:a16="http://schemas.microsoft.com/office/drawing/2014/main" id="{2BA8CC3C-AEA1-4071-BCE9-9D1F2EA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4" name="candidate21">
            <a:extLst xmlns:a="http://schemas.openxmlformats.org/drawingml/2006/main">
              <a:ext uri="{FF2B5EF4-FFF2-40B4-BE49-F238E27FC236}">
                <a16:creationId xmlns:a16="http://schemas.microsoft.com/office/drawing/2014/main" id="{8D03F989-7271-478A-94DA-834DDB7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5" name="candidate22">
            <a:extLst xmlns:a="http://schemas.openxmlformats.org/drawingml/2006/main">
              <a:ext uri="{FF2B5EF4-FFF2-40B4-BE49-F238E27FC236}">
                <a16:creationId xmlns:a16="http://schemas.microsoft.com/office/drawing/2014/main" id="{B8FD43C0-F482-404A-B82D-00D7E51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6" name="candidate23">
            <a:extLst xmlns:a="http://schemas.openxmlformats.org/drawingml/2006/main">
              <a:ext uri="{FF2B5EF4-FFF2-40B4-BE49-F238E27FC236}">
                <a16:creationId xmlns:a16="http://schemas.microsoft.com/office/drawing/2014/main" id="{27A9B786-BA0C-4A4E-AD2D-BD4FC44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7" name="candidate24">
            <a:extLst xmlns:a="http://schemas.openxmlformats.org/drawingml/2006/main">
              <a:ext uri="{FF2B5EF4-FFF2-40B4-BE49-F238E27FC236}">
                <a16:creationId xmlns:a16="http://schemas.microsoft.com/office/drawing/2014/main" id="{C6ABC19D-CD14-4422-BB32-FA08DE5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8" name="candidate25">
            <a:extLst xmlns:a="http://schemas.openxmlformats.org/drawingml/2006/main">
              <a:ext uri="{FF2B5EF4-FFF2-40B4-BE49-F238E27FC236}">
                <a16:creationId xmlns:a16="http://schemas.microsoft.com/office/drawing/2014/main" id="{1FB2D26B-FE1E-4257-8C65-B3AD974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9" name="candidate26">
            <a:extLst xmlns:a="http://schemas.openxmlformats.org/drawingml/2006/main">
              <a:ext uri="{FF2B5EF4-FFF2-40B4-BE49-F238E27FC236}">
                <a16:creationId xmlns:a16="http://schemas.microsoft.com/office/drawing/2014/main" id="{4F350D50-3509-4194-BC04-C1601AE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andidate27">
            <a:extLst xmlns:a="http://schemas.openxmlformats.org/drawingml/2006/main">
              <a:ext uri="{FF2B5EF4-FFF2-40B4-BE49-F238E27FC236}">
                <a16:creationId xmlns:a16="http://schemas.microsoft.com/office/drawing/2014/main" id="{55EE942A-4523-4075-8201-070CC57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andidate28">
            <a:extLst xmlns:a="http://schemas.openxmlformats.org/drawingml/2006/main">
              <a:ext uri="{FF2B5EF4-FFF2-40B4-BE49-F238E27FC236}">
                <a16:creationId xmlns:a16="http://schemas.microsoft.com/office/drawing/2014/main" id="{CB8DD004-59C5-4564-9417-3FBB6119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andidate29">
            <a:extLst xmlns:a="http://schemas.openxmlformats.org/drawingml/2006/main">
              <a:ext uri="{FF2B5EF4-FFF2-40B4-BE49-F238E27FC236}">
                <a16:creationId xmlns:a16="http://schemas.microsoft.com/office/drawing/2014/main" id="{5510CA14-E3D4-459D-A940-86A0E5E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343650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node114">
            <a:extLst xmlns:a="http://schemas.openxmlformats.org/drawingml/2006/main">
              <a:ext uri="{FF2B5EF4-FFF2-40B4-BE49-F238E27FC236}">
                <a16:creationId xmlns:a16="http://schemas.microsoft.com/office/drawing/2014/main" id="{7B268C0C-0267-4613-80F2-3DA136B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3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4" name="node115">
            <a:extLst xmlns:a="http://schemas.openxmlformats.org/drawingml/2006/main">
              <a:ext uri="{FF2B5EF4-FFF2-40B4-BE49-F238E27FC236}">
                <a16:creationId xmlns:a16="http://schemas.microsoft.com/office/drawing/2014/main" id="{28196AD4-1358-442A-A65C-2F722FC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98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03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2296478" y="5867401"/>
            <a:ext cx="769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66" name="search-kind">
            <a:extLst xmlns:a="http://schemas.openxmlformats.org/drawingml/2006/main">
              <a:ext uri="{FF2B5EF4-FFF2-40B4-BE49-F238E27FC236}">
                <a16:creationId xmlns:a16="http://schemas.microsoft.com/office/drawing/2014/main" id="{AC5531DC-F981-4386-9CE0-435665FC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924675"/>
            <a:ext cx="318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FAISS IndexFlatL2</a:t>
            </a:r>
          </a:p>
        </p:txBody>
      </p:sp>
      <p:sp>
        <p:nvSpPr>
          <p:cNvPr id="167" name="node116">
            <a:extLst xmlns:a="http://schemas.openxmlformats.org/drawingml/2006/main">
              <a:ext uri="{FF2B5EF4-FFF2-40B4-BE49-F238E27FC236}">
                <a16:creationId xmlns:a16="http://schemas.microsoft.com/office/drawing/2014/main" id="{78685DB5-3DDF-4371-8319-27DE548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242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8" name="node117">
            <a:extLst xmlns:a="http://schemas.openxmlformats.org/drawingml/2006/main">
              <a:ext uri="{FF2B5EF4-FFF2-40B4-BE49-F238E27FC236}">
                <a16:creationId xmlns:a16="http://schemas.microsoft.com/office/drawing/2014/main" id="{D2BCA8C8-5CBF-48ED-A5DE-00C20CDD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07" name=""/>
          <p:cNvCxnSpPr>
            <a:stCxn xmlns:a="http://schemas.openxmlformats.org/drawingml/2006/main" id="167" idx="3"/>
            <a:endCxn xmlns:a="http://schemas.openxmlformats.org/drawingml/2006/main" id="168" idx="1"/>
          </p:cNvCxnSpPr>
          <p:nvPr/>
        </p:nvCxnSpPr>
        <p:spPr>
          <a:xfrm xmlns:a="http://schemas.openxmlformats.org/drawingml/2006/main">
            <a:off x="15574328" y="304800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0" name="node118">
            <a:extLst xmlns:a="http://schemas.openxmlformats.org/drawingml/2006/main">
              <a:ext uri="{FF2B5EF4-FFF2-40B4-BE49-F238E27FC236}">
                <a16:creationId xmlns:a16="http://schemas.microsoft.com/office/drawing/2014/main" id="{765C38BF-5238-49E6-8D48-0616CE9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1" name="node119">
            <a:extLst xmlns:a="http://schemas.openxmlformats.org/drawingml/2006/main">
              <a:ext uri="{FF2B5EF4-FFF2-40B4-BE49-F238E27FC236}">
                <a16:creationId xmlns:a16="http://schemas.microsoft.com/office/drawing/2014/main" id="{A809783E-27D2-402B-8083-D413EF8C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0" name=""/>
          <p:cNvCxnSpPr>
            <a:stCxn xmlns:a="http://schemas.openxmlformats.org/drawingml/2006/main" id="170" idx="2"/>
            <a:endCxn xmlns:a="http://schemas.openxmlformats.org/drawingml/2006/main" id="171" idx="0"/>
          </p:cNvCxnSpPr>
          <p:nvPr/>
        </p:nvCxnSpPr>
        <p:spPr>
          <a:xfrm xmlns:a="http://schemas.openxmlformats.org/drawingml/2006/main">
            <a:off x="15821026" y="3048953"/>
            <a:ext cx="0" cy="141732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3" name="node120">
            <a:extLst xmlns:a="http://schemas.openxmlformats.org/drawingml/2006/main">
              <a:ext uri="{FF2B5EF4-FFF2-40B4-BE49-F238E27FC236}">
                <a16:creationId xmlns:a16="http://schemas.microsoft.com/office/drawing/2014/main" id="{359817A2-2441-4B9C-B7FB-E5F6CDE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0073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121">
            <a:extLst xmlns:a="http://schemas.openxmlformats.org/drawingml/2006/main">
              <a:ext uri="{FF2B5EF4-FFF2-40B4-BE49-F238E27FC236}">
                <a16:creationId xmlns:a16="http://schemas.microsoft.com/office/drawing/2014/main" id="{DFF786B4-9B29-49E5-A543-B7673B74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3" name=""/>
          <p:cNvCxnSpPr>
            <a:stCxn xmlns:a="http://schemas.openxmlformats.org/drawingml/2006/main" id="173" idx="1"/>
            <a:endCxn xmlns:a="http://schemas.openxmlformats.org/drawingml/2006/main" id="174" idx="3"/>
          </p:cNvCxnSpPr>
          <p:nvPr/>
        </p:nvCxnSpPr>
        <p:spPr>
          <a:xfrm xmlns:a="http://schemas.openxmlformats.org/drawingml/2006/main" flipH="1">
            <a:off x="229553" y="4467226"/>
            <a:ext cx="155905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6" name="node122">
            <a:extLst xmlns:a="http://schemas.openxmlformats.org/drawingml/2006/main">
              <a:ext uri="{FF2B5EF4-FFF2-40B4-BE49-F238E27FC236}">
                <a16:creationId xmlns:a16="http://schemas.microsoft.com/office/drawing/2014/main" id="{06E44F7E-A9A1-43CA-9CAA-64248B2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4466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7" name="node123">
            <a:extLst xmlns:a="http://schemas.openxmlformats.org/drawingml/2006/main">
              <a:ext uri="{FF2B5EF4-FFF2-40B4-BE49-F238E27FC236}">
                <a16:creationId xmlns:a16="http://schemas.microsoft.com/office/drawing/2014/main" id="{B6BF41D1-3103-4BDE-8216-F1FD81F7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6" name=""/>
          <p:cNvCxnSpPr>
            <a:stCxn xmlns:a="http://schemas.openxmlformats.org/drawingml/2006/main" id="176" idx="2"/>
            <a:endCxn xmlns:a="http://schemas.openxmlformats.org/drawingml/2006/main" id="177" idx="0"/>
          </p:cNvCxnSpPr>
          <p:nvPr/>
        </p:nvCxnSpPr>
        <p:spPr>
          <a:xfrm xmlns:a="http://schemas.openxmlformats.org/drawingml/2006/main">
            <a:off x="228601" y="4468178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79" name="node124">
            <a:extLst xmlns:a="http://schemas.openxmlformats.org/drawingml/2006/main">
              <a:ext uri="{FF2B5EF4-FFF2-40B4-BE49-F238E27FC236}">
                <a16:creationId xmlns:a16="http://schemas.microsoft.com/office/drawing/2014/main" id="{1CC56E72-5EDF-49EF-9FCA-6FD3F4F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8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0" name="node125">
            <a:extLst xmlns:a="http://schemas.openxmlformats.org/drawingml/2006/main">
              <a:ext uri="{FF2B5EF4-FFF2-40B4-BE49-F238E27FC236}">
                <a16:creationId xmlns:a16="http://schemas.microsoft.com/office/drawing/2014/main" id="{12DFF39A-417B-4D4D-B617-DB34DDB3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9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229553" y="5248276"/>
            <a:ext cx="423672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82" name="node126">
            <a:extLst xmlns:a="http://schemas.openxmlformats.org/drawingml/2006/main">
              <a:ext uri="{FF2B5EF4-FFF2-40B4-BE49-F238E27FC236}">
                <a16:creationId xmlns:a16="http://schemas.microsoft.com/office/drawing/2014/main" id="{223D8D1C-7305-45BE-872C-EF4617AE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3" name="node127">
            <a:extLst xmlns:a="http://schemas.openxmlformats.org/drawingml/2006/main">
              <a:ext uri="{FF2B5EF4-FFF2-40B4-BE49-F238E27FC236}">
                <a16:creationId xmlns:a16="http://schemas.microsoft.com/office/drawing/2014/main" id="{9D27E564-436B-4432-9EAC-DBEC05A6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273" y="5390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2" name=""/>
          <p:cNvCxnSpPr>
            <a:stCxn xmlns:a="http://schemas.openxmlformats.org/drawingml/2006/main" id="182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4467226" y="5249228"/>
            <a:ext cx="0" cy="14097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85" name="memory-read">
            <a:extLst xmlns:a="http://schemas.openxmlformats.org/drawingml/2006/main">
              <a:ext uri="{FF2B5EF4-FFF2-40B4-BE49-F238E27FC236}">
                <a16:creationId xmlns:a16="http://schemas.microsoft.com/office/drawing/2014/main" id="{6A62C484-E474-4740-B54C-EC8C0713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8101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fixed bank</a:t>
            </a:r>
          </a:p>
        </p:txBody>
      </p:sp>
      <p:sp>
        <p:nvSpPr>
          <p:cNvPr id="186" name="half-distance">
            <a:extLst xmlns:a="http://schemas.openxmlformats.org/drawingml/2006/main">
              <a:ext uri="{FF2B5EF4-FFF2-40B4-BE49-F238E27FC236}">
                <a16:creationId xmlns:a16="http://schemas.microsoft.com/office/drawing/2014/main" id="{1DF5AF95-6B8D-4134-A5FA-829193E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340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Nearest squared ℓ₂</a:t>
            </a:r>
          </a:p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× ½</a:t>
            </a:r>
          </a:p>
        </p:txBody>
      </p:sp>
      <p:sp>
        <p:nvSpPr>
          <p:cNvPr id="187" name="node128">
            <a:extLst xmlns:a="http://schemas.openxmlformats.org/drawingml/2006/main">
              <a:ext uri="{FF2B5EF4-FFF2-40B4-BE49-F238E27FC236}">
                <a16:creationId xmlns:a16="http://schemas.microsoft.com/office/drawing/2014/main" id="{7531A569-C793-4ACF-8CD3-B6DBCF4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4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8" name="node129">
            <a:extLst xmlns:a="http://schemas.openxmlformats.org/drawingml/2006/main">
              <a:ext uri="{FF2B5EF4-FFF2-40B4-BE49-F238E27FC236}">
                <a16:creationId xmlns:a16="http://schemas.microsoft.com/office/drawing/2014/main" id="{C62E6115-2FC1-4933-8B6A-34F97B1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39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7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5868353" y="606742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0" name="raw-grid0-0">
            <a:extLst xmlns:a="http://schemas.openxmlformats.org/drawingml/2006/main">
              <a:ext uri="{FF2B5EF4-FFF2-40B4-BE49-F238E27FC236}">
                <a16:creationId xmlns:a16="http://schemas.microsoft.com/office/drawing/2014/main" id="{98DF05B1-8FDD-4D97-99B9-32FFB90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1" name="raw-grid0-1">
            <a:extLst xmlns:a="http://schemas.openxmlformats.org/drawingml/2006/main">
              <a:ext uri="{FF2B5EF4-FFF2-40B4-BE49-F238E27FC236}">
                <a16:creationId xmlns:a16="http://schemas.microsoft.com/office/drawing/2014/main" id="{8DDEEA36-223B-4F34-A3E3-7433A044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2" name="raw-grid0-2">
            <a:extLst xmlns:a="http://schemas.openxmlformats.org/drawingml/2006/main">
              <a:ext uri="{FF2B5EF4-FFF2-40B4-BE49-F238E27FC236}">
                <a16:creationId xmlns:a16="http://schemas.microsoft.com/office/drawing/2014/main" id="{76F7D7A6-CDB8-4960-8BFD-897F6737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3" name="raw-grid0-3">
            <a:extLst xmlns:a="http://schemas.openxmlformats.org/drawingml/2006/main">
              <a:ext uri="{FF2B5EF4-FFF2-40B4-BE49-F238E27FC236}">
                <a16:creationId xmlns:a16="http://schemas.microsoft.com/office/drawing/2014/main" id="{B77913D7-3471-4FF5-A859-0AC2C123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4" name="raw-grid0-4">
            <a:extLst xmlns:a="http://schemas.openxmlformats.org/drawingml/2006/main">
              <a:ext uri="{FF2B5EF4-FFF2-40B4-BE49-F238E27FC236}">
                <a16:creationId xmlns:a16="http://schemas.microsoft.com/office/drawing/2014/main" id="{01DEC054-37C4-4FEE-AAFB-3A2F97E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524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5" name="raw-grid1-0">
            <a:extLst xmlns:a="http://schemas.openxmlformats.org/drawingml/2006/main">
              <a:ext uri="{FF2B5EF4-FFF2-40B4-BE49-F238E27FC236}">
                <a16:creationId xmlns:a16="http://schemas.microsoft.com/office/drawing/2014/main" id="{A92F93C4-6C77-4F3A-A529-05015085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6" name="raw-grid1-1">
            <a:extLst xmlns:a="http://schemas.openxmlformats.org/drawingml/2006/main">
              <a:ext uri="{FF2B5EF4-FFF2-40B4-BE49-F238E27FC236}">
                <a16:creationId xmlns:a16="http://schemas.microsoft.com/office/drawing/2014/main" id="{3FC55411-EA2E-4BA7-89AD-92CC3CC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7" name="raw-grid1-2">
            <a:extLst xmlns:a="http://schemas.openxmlformats.org/drawingml/2006/main">
              <a:ext uri="{FF2B5EF4-FFF2-40B4-BE49-F238E27FC236}">
                <a16:creationId xmlns:a16="http://schemas.microsoft.com/office/drawing/2014/main" id="{6A2CC9AA-16F4-40C0-A2F0-7F5A490F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56C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8" name="raw-grid1-3">
            <a:extLst xmlns:a="http://schemas.openxmlformats.org/drawingml/2006/main">
              <a:ext uri="{FF2B5EF4-FFF2-40B4-BE49-F238E27FC236}">
                <a16:creationId xmlns:a16="http://schemas.microsoft.com/office/drawing/2014/main" id="{CA7B9605-2207-4D0E-A605-0000F46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99" name="raw-grid1-4">
            <a:extLst xmlns:a="http://schemas.openxmlformats.org/drawingml/2006/main">
              <a:ext uri="{FF2B5EF4-FFF2-40B4-BE49-F238E27FC236}">
                <a16:creationId xmlns:a16="http://schemas.microsoft.com/office/drawing/2014/main" id="{C0EFC072-66B9-4D6D-8234-702879A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34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0" name="raw-grid2-0">
            <a:extLst xmlns:a="http://schemas.openxmlformats.org/drawingml/2006/main">
              <a:ext uri="{FF2B5EF4-FFF2-40B4-BE49-F238E27FC236}">
                <a16:creationId xmlns:a16="http://schemas.microsoft.com/office/drawing/2014/main" id="{67838861-1E2C-4759-BBF2-D55FA05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1" name="raw-grid2-1">
            <a:extLst xmlns:a="http://schemas.openxmlformats.org/drawingml/2006/main">
              <a:ext uri="{FF2B5EF4-FFF2-40B4-BE49-F238E27FC236}">
                <a16:creationId xmlns:a16="http://schemas.microsoft.com/office/drawing/2014/main" id="{9B2FA045-C29B-4332-B23D-D23FEC7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2" name="raw-grid2-2">
            <a:extLst xmlns:a="http://schemas.openxmlformats.org/drawingml/2006/main">
              <a:ext uri="{FF2B5EF4-FFF2-40B4-BE49-F238E27FC236}">
                <a16:creationId xmlns:a16="http://schemas.microsoft.com/office/drawing/2014/main" id="{37459A32-B89A-45AF-93A0-6E3F381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3" name="raw-grid2-3">
            <a:extLst xmlns:a="http://schemas.openxmlformats.org/drawingml/2006/main">
              <a:ext uri="{FF2B5EF4-FFF2-40B4-BE49-F238E27FC236}">
                <a16:creationId xmlns:a16="http://schemas.microsoft.com/office/drawing/2014/main" id="{0E42C1F1-7F62-4C00-A6E6-2A6CC994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4" name="raw-grid2-4">
            <a:extLst xmlns:a="http://schemas.openxmlformats.org/drawingml/2006/main">
              <a:ext uri="{FF2B5EF4-FFF2-40B4-BE49-F238E27FC236}">
                <a16:creationId xmlns:a16="http://schemas.microsoft.com/office/drawing/2014/main" id="{D3281304-B66F-417C-8F0A-C264982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943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5" name="raw-grid3-0">
            <a:extLst xmlns:a="http://schemas.openxmlformats.org/drawingml/2006/main">
              <a:ext uri="{FF2B5EF4-FFF2-40B4-BE49-F238E27FC236}">
                <a16:creationId xmlns:a16="http://schemas.microsoft.com/office/drawing/2014/main" id="{FE081196-5167-4148-AF89-624ADCC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6" name="raw-grid3-1">
            <a:extLst xmlns:a="http://schemas.openxmlformats.org/drawingml/2006/main">
              <a:ext uri="{FF2B5EF4-FFF2-40B4-BE49-F238E27FC236}">
                <a16:creationId xmlns:a16="http://schemas.microsoft.com/office/drawing/2014/main" id="{ED21059C-F096-4729-A76E-1CA8717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7" name="raw-grid3-2">
            <a:extLst xmlns:a="http://schemas.openxmlformats.org/drawingml/2006/main">
              <a:ext uri="{FF2B5EF4-FFF2-40B4-BE49-F238E27FC236}">
                <a16:creationId xmlns:a16="http://schemas.microsoft.com/office/drawing/2014/main" id="{0D1AD8E2-C3AE-4B90-A958-3BAB5432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8" name="raw-grid3-3">
            <a:extLst xmlns:a="http://schemas.openxmlformats.org/drawingml/2006/main">
              <a:ext uri="{FF2B5EF4-FFF2-40B4-BE49-F238E27FC236}">
                <a16:creationId xmlns:a16="http://schemas.microsoft.com/office/drawing/2014/main" id="{C57B359B-1A07-4FD6-9F6B-CDDD6C1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09" name="raw-grid3-4">
            <a:extLst xmlns:a="http://schemas.openxmlformats.org/drawingml/2006/main">
              <a:ext uri="{FF2B5EF4-FFF2-40B4-BE49-F238E27FC236}">
                <a16:creationId xmlns:a16="http://schemas.microsoft.com/office/drawing/2014/main" id="{42B41601-F997-42A0-9AA7-C8F0F8E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53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210" name="node130">
            <a:extLst xmlns:a="http://schemas.openxmlformats.org/drawingml/2006/main">
              <a:ext uri="{FF2B5EF4-FFF2-40B4-BE49-F238E27FC236}">
                <a16:creationId xmlns:a16="http://schemas.microsoft.com/office/drawing/2014/main" id="{5E180301-5409-4830-B7DB-CBD38AA5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1" name="node131">
            <a:extLst xmlns:a="http://schemas.openxmlformats.org/drawingml/2006/main">
              <a:ext uri="{FF2B5EF4-FFF2-40B4-BE49-F238E27FC236}">
                <a16:creationId xmlns:a16="http://schemas.microsoft.com/office/drawing/2014/main" id="{82C2290D-7F20-4D06-83BD-1B68B16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998" y="606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0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8802053" y="6067426"/>
            <a:ext cx="7029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13" name="raw-score">
            <a:extLst xmlns:a="http://schemas.openxmlformats.org/drawingml/2006/main">
              <a:ext uri="{FF2B5EF4-FFF2-40B4-BE49-F238E27FC236}">
                <a16:creationId xmlns:a16="http://schemas.microsoft.com/office/drawing/2014/main" id="{237E4C68-27AD-414B-B2C2-8A4DA10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505575"/>
            <a:ext cx="847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0" i="1">
                <a:latin typeface="Cambria"/>
                <a:ea typeface="Cambria"/>
                <a:cs typeface="Cambria"/>
              </a:rPr>
              <a:t>a</a:t>
            </a:r>
            <a:r>
              <a:rPr sz="1512" i="1" baseline="-25000">
                <a:latin typeface="Cambria"/>
                <a:ea typeface="Cambria"/>
                <a:cs typeface="Cambria"/>
              </a:rPr>
              <a:t>p</a:t>
            </a:r>
          </a:p>
        </p:txBody>
      </p:sp>
      <p:sp>
        <p:nvSpPr>
          <p:cNvPr id="214" name="reshape">
            <a:extLst xmlns:a="http://schemas.openxmlformats.org/drawingml/2006/main">
              <a:ext uri="{FF2B5EF4-FFF2-40B4-BE49-F238E27FC236}">
                <a16:creationId xmlns:a16="http://schemas.microsoft.com/office/drawing/2014/main" id="{8657A529-91CC-4626-A39C-56B12B6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905625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Reshape to</a:t>
            </a:r>
          </a:p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 grid</a:t>
            </a:r>
          </a:p>
        </p:txBody>
      </p:sp>
      <p:sp>
        <p:nvSpPr>
          <p:cNvPr id="215" name="resize">
            <a:extLst xmlns:a="http://schemas.openxmlformats.org/drawingml/2006/main">
              <a:ext uri="{FF2B5EF4-FFF2-40B4-BE49-F238E27FC236}">
                <a16:creationId xmlns:a16="http://schemas.microsoft.com/office/drawing/2014/main" id="{DFB9289A-9627-4A52-8E55-3613037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467350"/>
            <a:ext cx="19716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16" name="smooth">
            <a:extLst xmlns:a="http://schemas.openxmlformats.org/drawingml/2006/main">
              <a:ext uri="{FF2B5EF4-FFF2-40B4-BE49-F238E27FC236}">
                <a16:creationId xmlns:a16="http://schemas.microsoft.com/office/drawing/2014/main" id="{B5EFF172-C703-429A-BA62-EAA0732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29400"/>
            <a:ext cx="19716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sp>
        <p:nvSpPr>
          <p:cNvPr id="217" name="node132">
            <a:extLst xmlns:a="http://schemas.openxmlformats.org/drawingml/2006/main">
              <a:ext uri="{FF2B5EF4-FFF2-40B4-BE49-F238E27FC236}">
                <a16:creationId xmlns:a16="http://schemas.microsoft.com/office/drawing/2014/main" id="{0CADCBEF-AC92-4826-8E4E-D5AB5BFD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7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8" name="node133">
            <a:extLst xmlns:a="http://schemas.openxmlformats.org/drawingml/2006/main">
              <a:ext uri="{FF2B5EF4-FFF2-40B4-BE49-F238E27FC236}">
                <a16:creationId xmlns:a16="http://schemas.microsoft.com/office/drawing/2014/main" id="{E6405294-5028-4EBF-95A7-6500EF9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617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7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10554653" y="5924551"/>
            <a:ext cx="731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0" name="node134">
            <a:extLst xmlns:a="http://schemas.openxmlformats.org/drawingml/2006/main">
              <a:ext uri="{FF2B5EF4-FFF2-40B4-BE49-F238E27FC236}">
                <a16:creationId xmlns:a16="http://schemas.microsoft.com/office/drawing/2014/main" id="{F6088899-B8AF-4482-BAB7-1C28A9B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23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1" name="node135">
            <a:extLst xmlns:a="http://schemas.openxmlformats.org/drawingml/2006/main">
              <a:ext uri="{FF2B5EF4-FFF2-40B4-BE49-F238E27FC236}">
                <a16:creationId xmlns:a16="http://schemas.microsoft.com/office/drawing/2014/main" id="{A195C8DF-3370-4C27-9258-F3A14844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48" y="662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0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12268201" y="6239828"/>
            <a:ext cx="0" cy="3886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pic>
        <p:nvPicPr>
          <p:cNvPr id="461" name="existing-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056d122c544c9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906500" y="548640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224" name="node136">
            <a:extLst xmlns:a="http://schemas.openxmlformats.org/drawingml/2006/main">
              <a:ext uri="{FF2B5EF4-FFF2-40B4-BE49-F238E27FC236}">
                <a16:creationId xmlns:a16="http://schemas.microsoft.com/office/drawing/2014/main" id="{0B21AD67-F0A1-4EB7-A497-CDEF2B27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7848" y="691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5" name="node137">
            <a:extLst xmlns:a="http://schemas.openxmlformats.org/drawingml/2006/main">
              <a:ext uri="{FF2B5EF4-FFF2-40B4-BE49-F238E27FC236}">
                <a16:creationId xmlns:a16="http://schemas.microsoft.com/office/drawing/2014/main" id="{3DE2AD9F-4AB6-4829-B4BF-A399025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91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4" name=""/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13259753" y="69151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7" name="node138">
            <a:extLst xmlns:a="http://schemas.openxmlformats.org/drawingml/2006/main">
              <a:ext uri="{FF2B5EF4-FFF2-40B4-BE49-F238E27FC236}">
                <a16:creationId xmlns:a16="http://schemas.microsoft.com/office/drawing/2014/main" id="{EDA575F7-0E44-4782-A807-C4E0B8BA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91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8" name="node139">
            <a:extLst xmlns:a="http://schemas.openxmlformats.org/drawingml/2006/main">
              <a:ext uri="{FF2B5EF4-FFF2-40B4-BE49-F238E27FC236}">
                <a16:creationId xmlns:a16="http://schemas.microsoft.com/office/drawing/2014/main" id="{0C27A5CA-647A-4834-BCE7-DCFA127D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7" name=""/>
          <p:cNvCxnSpPr>
            <a:stCxn xmlns:a="http://schemas.openxmlformats.org/drawingml/2006/main" id="227" idx="0"/>
            <a:endCxn xmlns:a="http://schemas.openxmlformats.org/drawingml/2006/main" id="228" idx="2"/>
          </p:cNvCxnSpPr>
          <p:nvPr/>
        </p:nvCxnSpPr>
        <p:spPr>
          <a:xfrm xmlns:a="http://schemas.openxmlformats.org/drawingml/2006/main" flipV="1">
            <a:off x="13573126" y="6287453"/>
            <a:ext cx="0" cy="6267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30" name="node140">
            <a:extLst xmlns:a="http://schemas.openxmlformats.org/drawingml/2006/main">
              <a:ext uri="{FF2B5EF4-FFF2-40B4-BE49-F238E27FC236}">
                <a16:creationId xmlns:a16="http://schemas.microsoft.com/office/drawing/2014/main" id="{51FBF069-92AC-4BAF-A572-F84C92B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7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1" name="node141">
            <a:extLst xmlns:a="http://schemas.openxmlformats.org/drawingml/2006/main">
              <a:ext uri="{FF2B5EF4-FFF2-40B4-BE49-F238E27FC236}">
                <a16:creationId xmlns:a16="http://schemas.microsoft.com/office/drawing/2014/main" id="{58818193-8677-45B6-82F1-7282020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48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0" name=""/>
          <p:cNvCxnSpPr>
            <a:stCxn xmlns:a="http://schemas.openxmlformats.org/drawingml/2006/main" id="230" idx="3"/>
            <a:endCxn xmlns:a="http://schemas.openxmlformats.org/drawingml/2006/main" id="231" idx="1"/>
          </p:cNvCxnSpPr>
          <p:nvPr/>
        </p:nvCxnSpPr>
        <p:spPr>
          <a:xfrm xmlns:a="http://schemas.openxmlformats.org/drawingml/2006/main">
            <a:off x="13574078" y="628650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3" name="map-caption">
            <a:extLst xmlns:a="http://schemas.openxmlformats.org/drawingml/2006/main">
              <a:ext uri="{FF2B5EF4-FFF2-40B4-BE49-F238E27FC236}">
                <a16:creationId xmlns:a16="http://schemas.microsoft.com/office/drawing/2014/main" id="{12D89C6D-1C26-4488-AD89-486CC49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1342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Anomaly map</a:t>
            </a:r>
          </a:p>
        </p:txBody>
      </p:sp>
      <p:sp>
        <p:nvSpPr>
          <p:cNvPr id="234" name="footrule">
            <a:extLst xmlns:a="http://schemas.openxmlformats.org/drawingml/2006/main">
              <a:ext uri="{FF2B5EF4-FFF2-40B4-BE49-F238E27FC236}">
                <a16:creationId xmlns:a16="http://schemas.microsoft.com/office/drawing/2014/main" id="{251BB8D4-3F3D-479F-BE63-8F01FA33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6390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35" name="joint-distance">
            <a:extLst xmlns:a="http://schemas.openxmlformats.org/drawingml/2006/main">
              <a:ext uri="{FF2B5EF4-FFF2-40B4-BE49-F238E27FC236}">
                <a16:creationId xmlns:a16="http://schemas.microsoft.com/office/drawing/2014/main" id="{86D0EC90-D2AF-445C-B3D8-B3B9ADE3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7819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d</a:t>
            </a:r>
            <a:r>
              <a:rPr sz="1620" i="0" baseline="-25000">
                <a:latin typeface="Cambria"/>
                <a:ea typeface="Cambria"/>
                <a:cs typeface="Cambria"/>
              </a:rPr>
              <a:t>pq</a:t>
            </a:r>
            <a:r>
              <a:rPr sz="2250">
                <a:latin typeface="Cambria"/>
                <a:ea typeface="Cambria"/>
                <a:cs typeface="Cambria"/>
              </a:rPr>
              <a:t> = ½ ‖</a:t>
            </a:r>
            <a:r>
              <a:rPr sz="2250" b="1" i="1">
                <a:latin typeface="Cambria"/>
                <a:ea typeface="Cambria"/>
                <a:cs typeface="Cambria"/>
              </a:rPr>
              <a:t>g</a:t>
            </a:r>
            <a:r>
              <a:rPr sz="1620" i="0" baseline="-25000">
                <a:latin typeface="Cambria"/>
                <a:ea typeface="Cambria"/>
                <a:cs typeface="Cambria"/>
              </a:rPr>
              <a:t>D,p</a:t>
            </a:r>
            <a:r>
              <a:rPr sz="2250">
                <a:latin typeface="Cambria"/>
                <a:ea typeface="Cambria"/>
                <a:cs typeface="Cambria"/>
              </a:rPr>
              <a:t> − </a:t>
            </a:r>
            <a:r>
              <a:rPr sz="2250" b="1" i="1">
                <a:latin typeface="Cambria"/>
                <a:ea typeface="Cambria"/>
                <a:cs typeface="Cambria"/>
              </a:rPr>
              <a:t>g</a:t>
            </a:r>
            <a:r>
              <a:rPr sz="1620" i="0" baseline="-25000">
                <a:latin typeface="Cambria"/>
                <a:ea typeface="Cambria"/>
                <a:cs typeface="Cambria"/>
              </a:rPr>
              <a:t>D,q</a:t>
            </a:r>
            <a:r>
              <a:rPr sz="2250">
                <a:latin typeface="Cambria"/>
                <a:ea typeface="Cambria"/>
                <a:cs typeface="Cambria"/>
              </a:rPr>
              <a:t>‖₂² + ½ ‖</a:t>
            </a:r>
            <a:r>
              <a:rPr sz="2250" b="1" i="1">
                <a:latin typeface="Cambria"/>
                <a:ea typeface="Cambria"/>
                <a:cs typeface="Cambria"/>
              </a:rPr>
              <a:t>g</a:t>
            </a:r>
            <a:r>
              <a:rPr sz="1620" i="0" baseline="-25000">
                <a:latin typeface="Cambria"/>
                <a:ea typeface="Cambria"/>
                <a:cs typeface="Cambria"/>
              </a:rPr>
              <a:t>C,p</a:t>
            </a:r>
            <a:r>
              <a:rPr sz="2250">
                <a:latin typeface="Cambria"/>
                <a:ea typeface="Cambria"/>
                <a:cs typeface="Cambria"/>
              </a:rPr>
              <a:t> − </a:t>
            </a:r>
            <a:r>
              <a:rPr sz="2250" b="1" i="1">
                <a:latin typeface="Cambria"/>
                <a:ea typeface="Cambria"/>
                <a:cs typeface="Cambria"/>
              </a:rPr>
              <a:t>g</a:t>
            </a:r>
            <a:r>
              <a:rPr sz="1620" i="0" baseline="-25000">
                <a:latin typeface="Cambria"/>
                <a:ea typeface="Cambria"/>
                <a:cs typeface="Cambria"/>
              </a:rPr>
              <a:t>C,q</a:t>
            </a:r>
            <a:r>
              <a:rPr sz="2250">
                <a:latin typeface="Cambria"/>
                <a:ea typeface="Cambria"/>
                <a:cs typeface="Cambria"/>
              </a:rPr>
              <a:t>‖₂²</a:t>
            </a:r>
          </a:p>
        </p:txBody>
      </p:sp>
      <p:sp>
        <p:nvSpPr>
          <p:cNvPr id="236" name="same-candidate">
            <a:extLst xmlns:a="http://schemas.openxmlformats.org/drawingml/2006/main">
              <a:ext uri="{FF2B5EF4-FFF2-40B4-BE49-F238E27FC236}">
                <a16:creationId xmlns:a16="http://schemas.microsoft.com/office/drawing/2014/main" id="{B92C26F1-88AE-4EFB-932E-1271C7F1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248650"/>
            <a:ext cx="10410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Both branches evaluate the same support candidate q</a:t>
            </a:r>
          </a:p>
        </p:txBody>
      </p:sp>
      <p:sp>
        <p:nvSpPr>
          <p:cNvPr id="237" name="min-score">
            <a:extLst xmlns:a="http://schemas.openxmlformats.org/drawingml/2006/main">
              <a:ext uri="{FF2B5EF4-FFF2-40B4-BE49-F238E27FC236}">
                <a16:creationId xmlns:a16="http://schemas.microsoft.com/office/drawing/2014/main" id="{77B5BFEF-3CBD-4211-B2DE-2B6C0FD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781925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a</a:t>
            </a:r>
            <a:r>
              <a:rPr sz="1620" i="1" baseline="-25000">
                <a:latin typeface="Cambria"/>
                <a:ea typeface="Cambria"/>
                <a:cs typeface="Cambria"/>
              </a:rPr>
              <a:t>p</a:t>
            </a:r>
            <a:r>
              <a:rPr sz="2250">
                <a:latin typeface="Cambria"/>
                <a:ea typeface="Cambria"/>
                <a:cs typeface="Cambria"/>
              </a:rPr>
              <a:t> = ½ min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1" baseline="-25000">
                <a:latin typeface="Cambria"/>
                <a:ea typeface="Cambria"/>
                <a:cs typeface="Cambria"/>
              </a:rPr>
              <a:t>q</a:t>
            </a:r>
            <a:r>
              <a:rPr sz="2250">
                <a:latin typeface="Cambria"/>
                <a:ea typeface="Cambria"/>
                <a:cs typeface="Cambria"/>
              </a:rPr>
              <a:t> </a:t>
            </a:r>
            <a:r>
              <a:rPr sz="2250" b="0" i="1">
                <a:latin typeface="Cambria"/>
                <a:ea typeface="Cambria"/>
                <a:cs typeface="Cambria"/>
              </a:rPr>
              <a:t>d</a:t>
            </a:r>
            <a:r>
              <a:rPr sz="1620" i="0" baseline="-25000">
                <a:latin typeface="Cambria"/>
                <a:ea typeface="Cambria"/>
                <a:cs typeface="Cambria"/>
              </a:rPr>
              <a:t>pq</a:t>
            </a:r>
          </a:p>
        </p:txBody>
      </p:sp>
      <p:sp>
        <p:nvSpPr>
          <p:cNvPr id="238" name="image-max">
            <a:extLst xmlns:a="http://schemas.openxmlformats.org/drawingml/2006/main">
              <a:ext uri="{FF2B5EF4-FFF2-40B4-BE49-F238E27FC236}">
                <a16:creationId xmlns:a16="http://schemas.microsoft.com/office/drawing/2014/main" id="{C9010661-D876-4F82-8573-ACD987D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3153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s</a:t>
            </a:r>
            <a:r>
              <a:rPr sz="1566" i="0" baseline="-25000">
                <a:latin typeface="Cambria"/>
                <a:ea typeface="Cambria"/>
                <a:cs typeface="Cambria"/>
              </a:rPr>
              <a:t>img</a:t>
            </a:r>
            <a:r>
              <a:rPr sz="2175">
                <a:latin typeface="Cambria"/>
                <a:ea typeface="Cambria"/>
                <a:cs typeface="Cambria"/>
              </a:rPr>
              <a:t>(</a:t>
            </a:r>
            <a:r>
              <a:rPr sz="2175" b="1" i="1">
                <a:latin typeface="Cambria"/>
                <a:ea typeface="Cambria"/>
                <a:cs typeface="Cambria"/>
              </a:rPr>
              <a:t>x</a:t>
            </a:r>
            <a:r>
              <a:rPr sz="2175">
                <a:latin typeface="Cambria"/>
                <a:ea typeface="Cambria"/>
                <a:cs typeface="Cambria"/>
              </a:rPr>
              <a:t>) = max</a:t>
            </a:r>
            <a:r>
              <a:rPr sz="2175" b="0" i="1">
                <a:latin typeface="Cambria"/>
                <a:ea typeface="Cambria"/>
                <a:cs typeface="Cambria"/>
              </a:rPr>
              <a:t/>
            </a:r>
            <a:r>
              <a:rPr sz="1566" i="1" baseline="-25000">
                <a:latin typeface="Cambria"/>
                <a:ea typeface="Cambria"/>
                <a:cs typeface="Cambria"/>
              </a:rPr>
              <a:t>u</a:t>
            </a:r>
            <a:r>
              <a:rPr sz="2175">
                <a:latin typeface="Cambria"/>
                <a:ea typeface="Cambria"/>
                <a:cs typeface="Cambria"/>
              </a:rPr>
              <a:t> </a:t>
            </a:r>
            <a:r>
              <a:rPr sz="2175" b="1" i="1">
                <a:latin typeface="Cambria"/>
                <a:ea typeface="Cambria"/>
                <a:cs typeface="Cambria"/>
              </a:rPr>
              <a:t>S</a:t>
            </a:r>
            <a:r>
              <a:rPr sz="1566" i="0" baseline="-25000">
                <a:latin typeface="Cambria"/>
                <a:ea typeface="Cambria"/>
                <a:cs typeface="Cambria"/>
              </a:rPr>
              <a:t>448,u</a:t>
            </a:r>
            <a:r>
              <a:rPr sz="2175">
                <a:latin typeface="Cambria"/>
                <a:ea typeface="Cambria"/>
                <a:cs typeface="Cambria"/>
              </a:rPr>
              <a:t>(</a:t>
            </a:r>
            <a:r>
              <a:rPr sz="2175" b="1" i="1">
                <a:latin typeface="Cambria"/>
                <a:ea typeface="Cambria"/>
                <a:cs typeface="Cambria"/>
              </a:rPr>
              <a:t>x</a:t>
            </a:r>
            <a:r>
              <a:rPr sz="2175">
                <a:latin typeface="Cambria"/>
                <a:ea typeface="Cambria"/>
                <a:cs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2659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title">
            <a:extLst xmlns:a="http://schemas.openxmlformats.org/drawingml/2006/main">
              <a:ext uri="{FF2B5EF4-FFF2-40B4-BE49-F238E27FC236}">
                <a16:creationId xmlns:a16="http://schemas.microsoft.com/office/drawing/2014/main" id="{E08114FA-68DA-4B19-BB76-8AF9B936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S1   Frozen dual-encoder feature extraction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B9C796-7EF6-40A7-A9D6-BF6BADC7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The same visual pipeline encodes every normal support image and each query image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65867159-B6F0-4366-9B8A-651E643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pic>
        <p:nvPicPr>
          <p:cNvPr id="158" name="shared-in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b0d9b77244ede"/>
          <a:stretch xmlns:a="http://schemas.openxmlformats.org/drawingml/2006/main"/>
        </p:blipFill>
        <p:spPr>
          <a:xfrm xmlns:a="http://schemas.openxmlformats.org/drawingml/2006/main">
            <a:off x="371475" y="3771900"/>
            <a:ext cx="1304925" cy="1304925"/>
          </a:xfrm>
          <a:prstGeom xmlns:a="http://schemas.openxmlformats.org/drawingml/2006/main" prst="rect">
            <a:avLst/>
          </a:prstGeom>
        </p:spPr>
      </p:pic>
      <p:sp>
        <p:nvSpPr>
          <p:cNvPr id="5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03029A0-2068-4B16-9E01-3670F89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10175"/>
            <a:ext cx="154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Each image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One at a time</a:t>
            </a:r>
          </a:p>
        </p:txBody>
      </p:sp>
      <p:sp>
        <p:nvSpPr>
          <p:cNvPr id="6" name="node142">
            <a:extLst xmlns:a="http://schemas.openxmlformats.org/drawingml/2006/main">
              <a:ext uri="{FF2B5EF4-FFF2-40B4-BE49-F238E27FC236}">
                <a16:creationId xmlns:a16="http://schemas.microsoft.com/office/drawing/2014/main" id="{49BCB431-C96A-487B-9288-0B37263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48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" name="node143">
            <a:extLst xmlns:a="http://schemas.openxmlformats.org/drawingml/2006/main">
              <a:ext uri="{FF2B5EF4-FFF2-40B4-BE49-F238E27FC236}">
                <a16:creationId xmlns:a16="http://schemas.microsoft.com/office/drawing/2014/main" id="{DB3646D5-CF13-4B3B-8FA9-2C6C8C8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677353" y="44291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9" name="node144">
            <a:extLst xmlns:a="http://schemas.openxmlformats.org/drawingml/2006/main">
              <a:ext uri="{FF2B5EF4-FFF2-40B4-BE49-F238E27FC236}">
                <a16:creationId xmlns:a16="http://schemas.microsoft.com/office/drawing/2014/main" id="{B5E49625-BCA2-44B6-BAC5-21AD8C4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" name="node145">
            <a:extLst xmlns:a="http://schemas.openxmlformats.org/drawingml/2006/main">
              <a:ext uri="{FF2B5EF4-FFF2-40B4-BE49-F238E27FC236}">
                <a16:creationId xmlns:a16="http://schemas.microsoft.com/office/drawing/2014/main" id="{D3E91596-552F-434E-BB85-E1B13FE9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5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990726" y="2887028"/>
            <a:ext cx="0" cy="15411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" name="node146">
            <a:extLst xmlns:a="http://schemas.openxmlformats.org/drawingml/2006/main">
              <a:ext uri="{FF2B5EF4-FFF2-40B4-BE49-F238E27FC236}">
                <a16:creationId xmlns:a16="http://schemas.microsoft.com/office/drawing/2014/main" id="{CF1F72CC-E60D-4B34-827D-5B49A951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" name="node147">
            <a:extLst xmlns:a="http://schemas.openxmlformats.org/drawingml/2006/main">
              <a:ext uri="{FF2B5EF4-FFF2-40B4-BE49-F238E27FC236}">
                <a16:creationId xmlns:a16="http://schemas.microsoft.com/office/drawing/2014/main" id="{4F8E9D7E-9FDA-49FA-8B16-5AEA27D0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34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91678" y="288607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5" name="node148">
            <a:extLst xmlns:a="http://schemas.openxmlformats.org/drawingml/2006/main">
              <a:ext uri="{FF2B5EF4-FFF2-40B4-BE49-F238E27FC236}">
                <a16:creationId xmlns:a16="http://schemas.microsoft.com/office/drawing/2014/main" id="{090CAD24-DE49-498B-B66F-F6BA9CC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4428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" name="node149">
            <a:extLst xmlns:a="http://schemas.openxmlformats.org/drawingml/2006/main">
              <a:ext uri="{FF2B5EF4-FFF2-40B4-BE49-F238E27FC236}">
                <a16:creationId xmlns:a16="http://schemas.microsoft.com/office/drawing/2014/main" id="{472154C4-094D-45DA-9515-73CC9E4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1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990726" y="4430078"/>
            <a:ext cx="0" cy="1988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8" name="node150">
            <a:extLst xmlns:a="http://schemas.openxmlformats.org/drawingml/2006/main">
              <a:ext uri="{FF2B5EF4-FFF2-40B4-BE49-F238E27FC236}">
                <a16:creationId xmlns:a16="http://schemas.microsoft.com/office/drawing/2014/main" id="{35828522-A2FC-4CC6-94D3-30CF5D37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" name="node151">
            <a:extLst xmlns:a="http://schemas.openxmlformats.org/drawingml/2006/main">
              <a:ext uri="{FF2B5EF4-FFF2-40B4-BE49-F238E27FC236}">
                <a16:creationId xmlns:a16="http://schemas.microsoft.com/office/drawing/2014/main" id="{E312A836-0BE4-4BB8-BBF3-A8AC9DC3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348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91678" y="64198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1" name="dino-path">
            <a:extLst xmlns:a="http://schemas.openxmlformats.org/drawingml/2006/main">
              <a:ext uri="{FF2B5EF4-FFF2-40B4-BE49-F238E27FC236}">
                <a16:creationId xmlns:a16="http://schemas.microsoft.com/office/drawing/2014/main" id="{416F223F-F4CC-4756-8307-6D2EF1B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838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DINOv2 ViT-B/14</a:t>
            </a:r>
          </a:p>
        </p:txBody>
      </p:sp>
      <p:sp>
        <p:nvSpPr>
          <p:cNvPr id="22" name="dino-pre">
            <a:extLst xmlns:a="http://schemas.openxmlformats.org/drawingml/2006/main">
              <a:ext uri="{FF2B5EF4-FFF2-40B4-BE49-F238E27FC236}">
                <a16:creationId xmlns:a16="http://schemas.microsoft.com/office/drawing/2014/main" id="{814D9806-0BC1-41C6-803C-A7229CA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71725"/>
            <a:ext cx="24288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Short side 448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Patch-compatible crop</a:t>
            </a:r>
          </a:p>
        </p:txBody>
      </p:sp>
      <p:sp>
        <p:nvSpPr>
          <p:cNvPr id="23" name="dino-embed">
            <a:extLst xmlns:a="http://schemas.openxmlformats.org/drawingml/2006/main">
              <a:ext uri="{FF2B5EF4-FFF2-40B4-BE49-F238E27FC236}">
                <a16:creationId xmlns:a16="http://schemas.microsoft.com/office/drawing/2014/main" id="{A31A82FE-5297-44D2-8152-5E043F8E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47900"/>
            <a:ext cx="21621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14 × 14 patches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 embedding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+ CLS token</a:t>
            </a:r>
          </a:p>
        </p:txBody>
      </p:sp>
      <p:sp>
        <p:nvSpPr>
          <p:cNvPr id="24" name="node152">
            <a:extLst xmlns:a="http://schemas.openxmlformats.org/drawingml/2006/main">
              <a:ext uri="{FF2B5EF4-FFF2-40B4-BE49-F238E27FC236}">
                <a16:creationId xmlns:a16="http://schemas.microsoft.com/office/drawing/2014/main" id="{1FD1C849-DDCF-4CCD-A40E-7105DAA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" name="node153">
            <a:extLst xmlns:a="http://schemas.openxmlformats.org/drawingml/2006/main">
              <a:ext uri="{FF2B5EF4-FFF2-40B4-BE49-F238E27FC236}">
                <a16:creationId xmlns:a16="http://schemas.microsoft.com/office/drawing/2014/main" id="{D707DCC9-EBE6-4D39-97A4-A0C60056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4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830128" y="28860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" name="dino-blocks">
            <a:extLst xmlns:a="http://schemas.openxmlformats.org/drawingml/2006/main">
              <a:ext uri="{FF2B5EF4-FFF2-40B4-BE49-F238E27FC236}">
                <a16:creationId xmlns:a16="http://schemas.microsoft.com/office/drawing/2014/main" id="{9BBB661B-A8BA-4A66-B0EB-955F968B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71725"/>
            <a:ext cx="26193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12 transformer blocks</a:t>
            </a:r>
          </a:p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768-D, 12 heads</a:t>
            </a:r>
          </a:p>
        </p:txBody>
      </p:sp>
      <p:sp>
        <p:nvSpPr>
          <p:cNvPr id="28" name="node154">
            <a:extLst xmlns:a="http://schemas.openxmlformats.org/drawingml/2006/main">
              <a:ext uri="{FF2B5EF4-FFF2-40B4-BE49-F238E27FC236}">
                <a16:creationId xmlns:a16="http://schemas.microsoft.com/office/drawing/2014/main" id="{A0969157-5B79-414D-B662-6493E85B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5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9" name="node155">
            <a:extLst xmlns:a="http://schemas.openxmlformats.org/drawingml/2006/main">
              <a:ext uri="{FF2B5EF4-FFF2-40B4-BE49-F238E27FC236}">
                <a16:creationId xmlns:a16="http://schemas.microsoft.com/office/drawing/2014/main" id="{C1FF2827-29D7-4732-A0B4-DC0E1E65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32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449503" y="2886076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1" name="dino-select">
            <a:extLst xmlns:a="http://schemas.openxmlformats.org/drawingml/2006/main">
              <a:ext uri="{FF2B5EF4-FFF2-40B4-BE49-F238E27FC236}">
                <a16:creationId xmlns:a16="http://schemas.microsoft.com/office/drawing/2014/main" id="{53134B01-312E-4836-99C8-3C3F874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371725"/>
            <a:ext cx="21907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Final layer norm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Select patch tokens</a:t>
            </a:r>
          </a:p>
        </p:txBody>
      </p:sp>
      <p:sp>
        <p:nvSpPr>
          <p:cNvPr id="32" name="node156">
            <a:extLst xmlns:a="http://schemas.openxmlformats.org/drawingml/2006/main">
              <a:ext uri="{FF2B5EF4-FFF2-40B4-BE49-F238E27FC236}">
                <a16:creationId xmlns:a16="http://schemas.microsoft.com/office/drawing/2014/main" id="{26FEC7A6-3563-4D3E-A79B-2605859B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6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33" name="node157">
            <a:extLst xmlns:a="http://schemas.openxmlformats.org/drawingml/2006/main">
              <a:ext uri="{FF2B5EF4-FFF2-40B4-BE49-F238E27FC236}">
                <a16:creationId xmlns:a16="http://schemas.microsoft.com/office/drawing/2014/main" id="{EEE8B9DF-A156-4C62-B9F1-819D95B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89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0535603" y="28860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5" name="dino-output0-0">
            <a:extLst xmlns:a="http://schemas.openxmlformats.org/drawingml/2006/main">
              <a:ext uri="{FF2B5EF4-FFF2-40B4-BE49-F238E27FC236}">
                <a16:creationId xmlns:a16="http://schemas.microsoft.com/office/drawing/2014/main" id="{97BC840A-119A-4B9D-AEDA-964CDBD6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6" name="dino-output0-1">
            <a:extLst xmlns:a="http://schemas.openxmlformats.org/drawingml/2006/main">
              <a:ext uri="{FF2B5EF4-FFF2-40B4-BE49-F238E27FC236}">
                <a16:creationId xmlns:a16="http://schemas.microsoft.com/office/drawing/2014/main" id="{5012A92F-561C-4795-806C-3A5CC25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7" name="dino-output0-2">
            <a:extLst xmlns:a="http://schemas.openxmlformats.org/drawingml/2006/main">
              <a:ext uri="{FF2B5EF4-FFF2-40B4-BE49-F238E27FC236}">
                <a16:creationId xmlns:a16="http://schemas.microsoft.com/office/drawing/2014/main" id="{48982AD8-0D7A-4CF4-9079-838AE6A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dino-output0-3">
            <a:extLst xmlns:a="http://schemas.openxmlformats.org/drawingml/2006/main">
              <a:ext uri="{FF2B5EF4-FFF2-40B4-BE49-F238E27FC236}">
                <a16:creationId xmlns:a16="http://schemas.microsoft.com/office/drawing/2014/main" id="{0EAB8CF6-415E-4409-9E1C-0008B91D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dino-output0-4">
            <a:extLst xmlns:a="http://schemas.openxmlformats.org/drawingml/2006/main">
              <a:ext uri="{FF2B5EF4-FFF2-40B4-BE49-F238E27FC236}">
                <a16:creationId xmlns:a16="http://schemas.microsoft.com/office/drawing/2014/main" id="{DEED67D4-38ED-4A28-ACED-DE99F66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dino-output0-5">
            <a:extLst xmlns:a="http://schemas.openxmlformats.org/drawingml/2006/main">
              <a:ext uri="{FF2B5EF4-FFF2-40B4-BE49-F238E27FC236}">
                <a16:creationId xmlns:a16="http://schemas.microsoft.com/office/drawing/2014/main" id="{64527233-EEB4-43AA-8CF4-431BEE2D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dino-output1-0">
            <a:extLst xmlns:a="http://schemas.openxmlformats.org/drawingml/2006/main">
              <a:ext uri="{FF2B5EF4-FFF2-40B4-BE49-F238E27FC236}">
                <a16:creationId xmlns:a16="http://schemas.microsoft.com/office/drawing/2014/main" id="{AED80687-1211-4D6B-8B4D-9E3857C2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dino-output1-1">
            <a:extLst xmlns:a="http://schemas.openxmlformats.org/drawingml/2006/main">
              <a:ext uri="{FF2B5EF4-FFF2-40B4-BE49-F238E27FC236}">
                <a16:creationId xmlns:a16="http://schemas.microsoft.com/office/drawing/2014/main" id="{0971F438-49A0-4C11-ADB6-32B0D71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3" name="dino-output1-2">
            <a:extLst xmlns:a="http://schemas.openxmlformats.org/drawingml/2006/main">
              <a:ext uri="{FF2B5EF4-FFF2-40B4-BE49-F238E27FC236}">
                <a16:creationId xmlns:a16="http://schemas.microsoft.com/office/drawing/2014/main" id="{9136B15F-2AB9-45C9-BDE0-3B4FED6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dino-output1-3">
            <a:extLst xmlns:a="http://schemas.openxmlformats.org/drawingml/2006/main">
              <a:ext uri="{FF2B5EF4-FFF2-40B4-BE49-F238E27FC236}">
                <a16:creationId xmlns:a16="http://schemas.microsoft.com/office/drawing/2014/main" id="{36BCE255-FAA2-4707-B034-835AEA2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dino-output1-4">
            <a:extLst xmlns:a="http://schemas.openxmlformats.org/drawingml/2006/main">
              <a:ext uri="{FF2B5EF4-FFF2-40B4-BE49-F238E27FC236}">
                <a16:creationId xmlns:a16="http://schemas.microsoft.com/office/drawing/2014/main" id="{4760B596-41E6-4125-8DD5-422F1E60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dino-output1-5">
            <a:extLst xmlns:a="http://schemas.openxmlformats.org/drawingml/2006/main">
              <a:ext uri="{FF2B5EF4-FFF2-40B4-BE49-F238E27FC236}">
                <a16:creationId xmlns:a16="http://schemas.microsoft.com/office/drawing/2014/main" id="{92AF51AB-94F7-49B0-B72A-81519F98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619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dino-output2-0">
            <a:extLst xmlns:a="http://schemas.openxmlformats.org/drawingml/2006/main">
              <a:ext uri="{FF2B5EF4-FFF2-40B4-BE49-F238E27FC236}">
                <a16:creationId xmlns:a16="http://schemas.microsoft.com/office/drawing/2014/main" id="{20C74D8B-345F-47C7-ADFA-8FB35F2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dino-output2-1">
            <a:extLst xmlns:a="http://schemas.openxmlformats.org/drawingml/2006/main">
              <a:ext uri="{FF2B5EF4-FFF2-40B4-BE49-F238E27FC236}">
                <a16:creationId xmlns:a16="http://schemas.microsoft.com/office/drawing/2014/main" id="{FD95FA2E-0420-4F20-B813-A07AF698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dino-output2-2">
            <a:extLst xmlns:a="http://schemas.openxmlformats.org/drawingml/2006/main">
              <a:ext uri="{FF2B5EF4-FFF2-40B4-BE49-F238E27FC236}">
                <a16:creationId xmlns:a16="http://schemas.microsoft.com/office/drawing/2014/main" id="{857E580D-D9B4-4BD9-BA9B-0B78D27F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0" name="dino-output2-3">
            <a:extLst xmlns:a="http://schemas.openxmlformats.org/drawingml/2006/main">
              <a:ext uri="{FF2B5EF4-FFF2-40B4-BE49-F238E27FC236}">
                <a16:creationId xmlns:a16="http://schemas.microsoft.com/office/drawing/2014/main" id="{6E88FA47-3925-4F83-A03E-97E2C66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1" name="dino-output2-4">
            <a:extLst xmlns:a="http://schemas.openxmlformats.org/drawingml/2006/main">
              <a:ext uri="{FF2B5EF4-FFF2-40B4-BE49-F238E27FC236}">
                <a16:creationId xmlns:a16="http://schemas.microsoft.com/office/drawing/2014/main" id="{2EC4B46A-E833-4DFB-8820-C2CE33F8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2" name="dino-output2-5">
            <a:extLst xmlns:a="http://schemas.openxmlformats.org/drawingml/2006/main">
              <a:ext uri="{FF2B5EF4-FFF2-40B4-BE49-F238E27FC236}">
                <a16:creationId xmlns:a16="http://schemas.microsoft.com/office/drawing/2014/main" id="{5B1B82CC-C7B7-45A3-B45A-3A15F0FB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867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3" name="dino-output3-0">
            <a:extLst xmlns:a="http://schemas.openxmlformats.org/drawingml/2006/main">
              <a:ext uri="{FF2B5EF4-FFF2-40B4-BE49-F238E27FC236}">
                <a16:creationId xmlns:a16="http://schemas.microsoft.com/office/drawing/2014/main" id="{20A1FB33-F47B-49CA-A34F-C6D52CA1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4" name="dino-output3-1">
            <a:extLst xmlns:a="http://schemas.openxmlformats.org/drawingml/2006/main">
              <a:ext uri="{FF2B5EF4-FFF2-40B4-BE49-F238E27FC236}">
                <a16:creationId xmlns:a16="http://schemas.microsoft.com/office/drawing/2014/main" id="{74B7E2CB-F810-498E-8AA9-61662E1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dino-output3-2">
            <a:extLst xmlns:a="http://schemas.openxmlformats.org/drawingml/2006/main">
              <a:ext uri="{FF2B5EF4-FFF2-40B4-BE49-F238E27FC236}">
                <a16:creationId xmlns:a16="http://schemas.microsoft.com/office/drawing/2014/main" id="{C0228FC8-31CB-462B-8A32-CBDA458E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dino-output3-3">
            <a:extLst xmlns:a="http://schemas.openxmlformats.org/drawingml/2006/main">
              <a:ext uri="{FF2B5EF4-FFF2-40B4-BE49-F238E27FC236}">
                <a16:creationId xmlns:a16="http://schemas.microsoft.com/office/drawing/2014/main" id="{2BF95FF0-7CD0-4D72-AAAD-D4C0430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dino-output3-4">
            <a:extLst xmlns:a="http://schemas.openxmlformats.org/drawingml/2006/main">
              <a:ext uri="{FF2B5EF4-FFF2-40B4-BE49-F238E27FC236}">
                <a16:creationId xmlns:a16="http://schemas.microsoft.com/office/drawing/2014/main" id="{9287F1EF-392E-418A-9B97-2F35F76C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dino-output3-5">
            <a:extLst xmlns:a="http://schemas.openxmlformats.org/drawingml/2006/main">
              <a:ext uri="{FF2B5EF4-FFF2-40B4-BE49-F238E27FC236}">
                <a16:creationId xmlns:a16="http://schemas.microsoft.com/office/drawing/2014/main" id="{A213C8D9-75A8-4F8C-82F9-FCC170B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311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node158">
            <a:extLst xmlns:a="http://schemas.openxmlformats.org/drawingml/2006/main">
              <a:ext uri="{FF2B5EF4-FFF2-40B4-BE49-F238E27FC236}">
                <a16:creationId xmlns:a16="http://schemas.microsoft.com/office/drawing/2014/main" id="{1BFD0FF0-05F6-4B1E-8FD5-BEC6060A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0" name="node159">
            <a:extLst xmlns:a="http://schemas.openxmlformats.org/drawingml/2006/main">
              <a:ext uri="{FF2B5EF4-FFF2-40B4-BE49-F238E27FC236}">
                <a16:creationId xmlns:a16="http://schemas.microsoft.com/office/drawing/2014/main" id="{724FB6E1-6F8A-4D31-924F-2EA8642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288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5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3183553" y="2886076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2" name="dino-grid">
            <a:extLst xmlns:a="http://schemas.openxmlformats.org/drawingml/2006/main">
              <a:ext uri="{FF2B5EF4-FFF2-40B4-BE49-F238E27FC236}">
                <a16:creationId xmlns:a16="http://schemas.microsoft.com/office/drawing/2014/main" id="{29387B30-56F1-4167-92E4-3642FBDD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0" i="1">
                <a:latin typeface="Cambria"/>
                <a:ea typeface="Cambria"/>
                <a:cs typeface="Cambria"/>
              </a:rPr>
              <a:t>P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  <a:r>
              <a:rPr sz="2100">
                <a:latin typeface="Cambria"/>
                <a:ea typeface="Cambria"/>
                <a:cs typeface="Cambria"/>
              </a:rPr>
              <a:t> = </a:t>
            </a:r>
            <a:r>
              <a:rPr sz="2100" b="0" i="1">
                <a:latin typeface="Cambria"/>
                <a:ea typeface="Cambria"/>
                <a:cs typeface="Cambria"/>
              </a:rPr>
              <a:t>h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  <a:r>
              <a:rPr sz="2100" b="0" i="1">
                <a:latin typeface="Cambria"/>
                <a:ea typeface="Cambria"/>
                <a:cs typeface="Cambria"/>
              </a:rPr>
              <a:t>w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63" name="dino-frozen">
            <a:extLst xmlns:a="http://schemas.openxmlformats.org/drawingml/2006/main">
              <a:ext uri="{FF2B5EF4-FFF2-40B4-BE49-F238E27FC236}">
                <a16:creationId xmlns:a16="http://schemas.microsoft.com/office/drawing/2014/main" id="{B99DF085-235F-41F1-A2FB-6F5AA70B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38550"/>
            <a:ext cx="259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Frozen parameters</a:t>
            </a:r>
          </a:p>
        </p:txBody>
      </p:sp>
      <p:sp>
        <p:nvSpPr>
          <p:cNvPr id="64" name="dino-patch-output">
            <a:extLst xmlns:a="http://schemas.openxmlformats.org/drawingml/2006/main">
              <a:ext uri="{FF2B5EF4-FFF2-40B4-BE49-F238E27FC236}">
                <a16:creationId xmlns:a16="http://schemas.microsoft.com/office/drawing/2014/main" id="{AF30DFC5-2C57-4C1C-ABE5-1CB2650A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385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CLS excluded</a:t>
            </a:r>
          </a:p>
        </p:txBody>
      </p:sp>
      <p:sp>
        <p:nvSpPr>
          <p:cNvPr id="65" name="dino-shape">
            <a:extLst xmlns:a="http://schemas.openxmlformats.org/drawingml/2006/main">
              <a:ext uri="{FF2B5EF4-FFF2-40B4-BE49-F238E27FC236}">
                <a16:creationId xmlns:a16="http://schemas.microsoft.com/office/drawing/2014/main" id="{6A79B077-3B71-4798-8EC8-F43F799C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4086225"/>
            <a:ext cx="3438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F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  <a:r>
              <a:rPr sz="2100">
                <a:latin typeface="Cambria"/>
                <a:ea typeface="Cambria"/>
                <a:cs typeface="Cambria"/>
              </a:rPr>
              <a:t>: </a:t>
            </a:r>
            <a:r>
              <a:rPr sz="2100" b="0" i="1">
                <a:latin typeface="Cambria"/>
                <a:ea typeface="Cambria"/>
                <a:cs typeface="Cambria"/>
              </a:rPr>
              <a:t>h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  <a:r>
              <a:rPr sz="2100">
                <a:latin typeface="Cambria"/>
                <a:ea typeface="Cambria"/>
                <a:cs typeface="Cambria"/>
              </a:rPr>
              <a:t> × </a:t>
            </a:r>
            <a:r>
              <a:rPr sz="2100" b="0" i="1">
                <a:latin typeface="Cambria"/>
                <a:ea typeface="Cambria"/>
                <a:cs typeface="Cambria"/>
              </a:rPr>
              <a:t>w</a:t>
            </a:r>
            <a:r>
              <a:rPr sz="1512" i="0" baseline="-25000">
                <a:latin typeface="Cambria"/>
                <a:ea typeface="Cambria"/>
                <a:cs typeface="Cambria"/>
              </a:rPr>
              <a:t>D</a:t>
            </a:r>
            <a:r>
              <a:rPr sz="2100">
                <a:latin typeface="Cambria"/>
                <a:ea typeface="Cambria"/>
                <a:cs typeface="Cambria"/>
              </a:rPr>
              <a:t> × 768</a:t>
            </a:r>
          </a:p>
        </p:txBody>
      </p:sp>
      <p:sp>
        <p:nvSpPr>
          <p:cNvPr id="66" name="dino-grid-note">
            <a:extLst xmlns:a="http://schemas.openxmlformats.org/drawingml/2006/main">
              <a:ext uri="{FF2B5EF4-FFF2-40B4-BE49-F238E27FC236}">
                <a16:creationId xmlns:a16="http://schemas.microsoft.com/office/drawing/2014/main" id="{D57D9852-DD04-4811-A6EE-96DD78F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81475"/>
            <a:ext cx="927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Aspect ratio determines the grid; shorter grid dimension = 32</a:t>
            </a:r>
          </a:p>
        </p:txBody>
      </p:sp>
      <p:sp>
        <p:nvSpPr>
          <p:cNvPr id="67" name="branch-rule">
            <a:extLst xmlns:a="http://schemas.openxmlformats.org/drawingml/2006/main">
              <a:ext uri="{FF2B5EF4-FFF2-40B4-BE49-F238E27FC236}">
                <a16:creationId xmlns:a16="http://schemas.microsoft.com/office/drawing/2014/main" id="{BC3F8909-8AAF-4C7D-9C5C-3CFFC160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95825"/>
            <a:ext cx="1327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68" name="clip-path">
            <a:extLst xmlns:a="http://schemas.openxmlformats.org/drawingml/2006/main">
              <a:ext uri="{FF2B5EF4-FFF2-40B4-BE49-F238E27FC236}">
                <a16:creationId xmlns:a16="http://schemas.microsoft.com/office/drawing/2014/main" id="{5574C157-C4D5-442B-B2F6-B65E0BC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48225"/>
            <a:ext cx="1238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CLIP ViT-L/14 visual encoder with DPAM</a:t>
            </a:r>
          </a:p>
        </p:txBody>
      </p:sp>
      <p:sp>
        <p:nvSpPr>
          <p:cNvPr id="69" name="clip-pre">
            <a:extLst xmlns:a="http://schemas.openxmlformats.org/drawingml/2006/main">
              <a:ext uri="{FF2B5EF4-FFF2-40B4-BE49-F238E27FC236}">
                <a16:creationId xmlns:a16="http://schemas.microsoft.com/office/drawing/2014/main" id="{66693E42-37EC-49CC-990E-0499A338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86450"/>
            <a:ext cx="19716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Resize</a:t>
            </a:r>
          </a:p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518 × 518</a:t>
            </a:r>
          </a:p>
        </p:txBody>
      </p:sp>
      <p:sp>
        <p:nvSpPr>
          <p:cNvPr id="70" name="clip-embed">
            <a:extLst xmlns:a="http://schemas.openxmlformats.org/drawingml/2006/main">
              <a:ext uri="{FF2B5EF4-FFF2-40B4-BE49-F238E27FC236}">
                <a16:creationId xmlns:a16="http://schemas.microsoft.com/office/drawing/2014/main" id="{A6930F62-07F6-4418-96D7-B24384A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72150"/>
            <a:ext cx="24479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14 × 14 patches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1369 patches + CLS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Hidden width 1024</a:t>
            </a:r>
          </a:p>
        </p:txBody>
      </p:sp>
      <p:sp>
        <p:nvSpPr>
          <p:cNvPr id="71" name="node160">
            <a:extLst xmlns:a="http://schemas.openxmlformats.org/drawingml/2006/main">
              <a:ext uri="{FF2B5EF4-FFF2-40B4-BE49-F238E27FC236}">
                <a16:creationId xmlns:a16="http://schemas.microsoft.com/office/drawing/2014/main" id="{6887195F-DF02-4DB3-9B00-28454B8F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2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2" name="node161">
            <a:extLst xmlns:a="http://schemas.openxmlformats.org/drawingml/2006/main">
              <a:ext uri="{FF2B5EF4-FFF2-40B4-BE49-F238E27FC236}">
                <a16:creationId xmlns:a16="http://schemas.microsoft.com/office/drawing/2014/main" id="{756526C9-F0AE-4D10-BA7E-1F251B6F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598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7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372928" y="64198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4" name="clip-transformer">
            <a:extLst xmlns:a="http://schemas.openxmlformats.org/drawingml/2006/main">
              <a:ext uri="{FF2B5EF4-FFF2-40B4-BE49-F238E27FC236}">
                <a16:creationId xmlns:a16="http://schemas.microsoft.com/office/drawing/2014/main" id="{D8117577-CE36-409C-A742-288C7777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81675"/>
            <a:ext cx="2619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24 blocks, 16 heads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DPAM_layer = 20</a:t>
            </a:r>
          </a:p>
        </p:txBody>
      </p:sp>
      <p:sp>
        <p:nvSpPr>
          <p:cNvPr id="75" name="node162">
            <a:extLst xmlns:a="http://schemas.openxmlformats.org/drawingml/2006/main">
              <a:ext uri="{FF2B5EF4-FFF2-40B4-BE49-F238E27FC236}">
                <a16:creationId xmlns:a16="http://schemas.microsoft.com/office/drawing/2014/main" id="{56216209-E722-48A9-98A4-1DDAFC3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6" name="node163">
            <a:extLst xmlns:a="http://schemas.openxmlformats.org/drawingml/2006/main">
              <a:ext uri="{FF2B5EF4-FFF2-40B4-BE49-F238E27FC236}">
                <a16:creationId xmlns:a16="http://schemas.microsoft.com/office/drawing/2014/main" id="{00F9727F-75D1-45F6-9219-83BC8883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673" y="641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1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7230428" y="6419851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8" name="dpam-vv">
            <a:extLst xmlns:a="http://schemas.openxmlformats.org/drawingml/2006/main">
              <a:ext uri="{FF2B5EF4-FFF2-40B4-BE49-F238E27FC236}">
                <a16:creationId xmlns:a16="http://schemas.microsoft.com/office/drawing/2014/main" id="{66DA4609-7908-4FC6-9E54-195DF92D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36282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q</a:t>
            </a:r>
            <a:r>
              <a:rPr sz="2025">
                <a:latin typeface="Cambria"/>
                <a:ea typeface="Cambria"/>
                <a:cs typeface="Cambria"/>
              </a:rPr>
              <a:t> ← </a:t>
            </a:r>
            <a:r>
              <a:rPr sz="2025" b="1" i="1">
                <a:latin typeface="Cambria"/>
                <a:ea typeface="Cambria"/>
                <a:cs typeface="Cambria"/>
              </a:rPr>
              <a:t>v</a:t>
            </a:r>
            <a:r>
              <a:rPr sz="2025">
                <a:latin typeface="Cambria"/>
                <a:ea typeface="Cambria"/>
                <a:cs typeface="Cambria"/>
              </a:rPr>
              <a:t>,  </a:t>
            </a:r>
            <a:r>
              <a:rPr sz="2025" b="1" i="1">
                <a:latin typeface="Cambria"/>
                <a:ea typeface="Cambria"/>
                <a:cs typeface="Cambria"/>
              </a:rPr>
              <a:t>k</a:t>
            </a:r>
            <a:r>
              <a:rPr sz="2025">
                <a:latin typeface="Cambria"/>
                <a:ea typeface="Cambria"/>
                <a:cs typeface="Cambria"/>
              </a:rPr>
              <a:t> ← </a:t>
            </a:r>
            <a:r>
              <a:rPr sz="2025" b="1" i="1">
                <a:latin typeface="Cambria"/>
                <a:ea typeface="Cambria"/>
                <a:cs typeface="Cambria"/>
              </a:rPr>
              <a:t>v</a:t>
            </a:r>
          </a:p>
        </p:txBody>
      </p:sp>
      <p:sp>
        <p:nvSpPr>
          <p:cNvPr id="79" name="layer-heading">
            <a:extLst xmlns:a="http://schemas.openxmlformats.org/drawingml/2006/main">
              <a:ext uri="{FF2B5EF4-FFF2-40B4-BE49-F238E27FC236}">
                <a16:creationId xmlns:a16="http://schemas.microsoft.com/office/drawing/2014/main" id="{C4971F8F-8020-43BC-9D7E-B51B9F55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410200"/>
            <a:ext cx="260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Requested block outputs</a:t>
            </a:r>
          </a:p>
        </p:txBody>
      </p:sp>
      <p:sp>
        <p:nvSpPr>
          <p:cNvPr id="80" name="layer0">
            <a:extLst xmlns:a="http://schemas.openxmlformats.org/drawingml/2006/main">
              <a:ext uri="{FF2B5EF4-FFF2-40B4-BE49-F238E27FC236}">
                <a16:creationId xmlns:a16="http://schemas.microsoft.com/office/drawing/2014/main" id="{2620F2CB-0D79-4845-B5E3-63F346E0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1" name="layer1">
            <a:extLst xmlns:a="http://schemas.openxmlformats.org/drawingml/2006/main">
              <a:ext uri="{FF2B5EF4-FFF2-40B4-BE49-F238E27FC236}">
                <a16:creationId xmlns:a16="http://schemas.microsoft.com/office/drawing/2014/main" id="{68F26FCA-187D-43A8-B7AD-FFD8DC81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2" name="layer2">
            <a:extLst xmlns:a="http://schemas.openxmlformats.org/drawingml/2006/main">
              <a:ext uri="{FF2B5EF4-FFF2-40B4-BE49-F238E27FC236}">
                <a16:creationId xmlns:a16="http://schemas.microsoft.com/office/drawing/2014/main" id="{00CE1C68-009F-4AFB-B82B-12B3F43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3" name="layer3">
            <a:extLst xmlns:a="http://schemas.openxmlformats.org/drawingml/2006/main">
              <a:ext uri="{FF2B5EF4-FFF2-40B4-BE49-F238E27FC236}">
                <a16:creationId xmlns:a16="http://schemas.microsoft.com/office/drawing/2014/main" id="{27600C15-2FDA-4268-8036-8E7EBEE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5838825"/>
            <a:ext cx="504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4" name="node164">
            <a:extLst xmlns:a="http://schemas.openxmlformats.org/drawingml/2006/main">
              <a:ext uri="{FF2B5EF4-FFF2-40B4-BE49-F238E27FC236}">
                <a16:creationId xmlns:a16="http://schemas.microsoft.com/office/drawing/2014/main" id="{68EDA5F9-B878-4F4E-877D-4A0239C8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6123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5" name="node165">
            <a:extLst xmlns:a="http://schemas.openxmlformats.org/drawingml/2006/main">
              <a:ext uri="{FF2B5EF4-FFF2-40B4-BE49-F238E27FC236}">
                <a16:creationId xmlns:a16="http://schemas.microsoft.com/office/drawing/2014/main" id="{3F8D6FD5-53AC-4444-B0D6-1417D05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23" y="6123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287953" y="6124576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7" name="project">
            <a:extLst xmlns:a="http://schemas.openxmlformats.org/drawingml/2006/main">
              <a:ext uri="{FF2B5EF4-FFF2-40B4-BE49-F238E27FC236}">
                <a16:creationId xmlns:a16="http://schemas.microsoft.com/office/drawing/2014/main" id="{E7540385-89AF-48BA-9DB6-2E336B29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6562725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Layer 24 only</a:t>
            </a:r>
          </a:p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Layer norm + projection</a:t>
            </a:r>
          </a:p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1024 → 768</a:t>
            </a:r>
          </a:p>
        </p:txBody>
      </p:sp>
      <p:sp>
        <p:nvSpPr>
          <p:cNvPr id="88" name="node166">
            <a:extLst xmlns:a="http://schemas.openxmlformats.org/drawingml/2006/main">
              <a:ext uri="{FF2B5EF4-FFF2-40B4-BE49-F238E27FC236}">
                <a16:creationId xmlns:a16="http://schemas.microsoft.com/office/drawing/2014/main" id="{28E64B7E-506D-4CE3-9AF5-3649A8F2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498" y="6256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9" name="node167">
            <a:extLst xmlns:a="http://schemas.openxmlformats.org/drawingml/2006/main">
              <a:ext uri="{FF2B5EF4-FFF2-40B4-BE49-F238E27FC236}">
                <a16:creationId xmlns:a16="http://schemas.microsoft.com/office/drawing/2014/main" id="{225F6D7E-E78E-449D-9F8A-4C58E4F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4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4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12744451" y="6258878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08A39"/>
            </a:solidFill>
            <a:prstDash val="solid"/>
            <a:tailEnd type="triangle" w="med" len="med"/>
          </a:ln>
        </p:spPr>
      </p:cxnSp>
      <p:sp>
        <p:nvSpPr>
          <p:cNvPr id="91" name="clip-output0-0">
            <a:extLst xmlns:a="http://schemas.openxmlformats.org/drawingml/2006/main">
              <a:ext uri="{FF2B5EF4-FFF2-40B4-BE49-F238E27FC236}">
                <a16:creationId xmlns:a16="http://schemas.microsoft.com/office/drawing/2014/main" id="{6CC34884-B17B-4CCF-A0DC-C2F7BACA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2" name="clip-output0-1">
            <a:extLst xmlns:a="http://schemas.openxmlformats.org/drawingml/2006/main">
              <a:ext uri="{FF2B5EF4-FFF2-40B4-BE49-F238E27FC236}">
                <a16:creationId xmlns:a16="http://schemas.microsoft.com/office/drawing/2014/main" id="{2205B511-754D-48B7-8922-1BF79ECE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3" name="clip-output0-2">
            <a:extLst xmlns:a="http://schemas.openxmlformats.org/drawingml/2006/main">
              <a:ext uri="{FF2B5EF4-FFF2-40B4-BE49-F238E27FC236}">
                <a16:creationId xmlns:a16="http://schemas.microsoft.com/office/drawing/2014/main" id="{65F060D5-FA30-4B24-AD91-CF57CA0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4" name="clip-output0-3">
            <a:extLst xmlns:a="http://schemas.openxmlformats.org/drawingml/2006/main">
              <a:ext uri="{FF2B5EF4-FFF2-40B4-BE49-F238E27FC236}">
                <a16:creationId xmlns:a16="http://schemas.microsoft.com/office/drawing/2014/main" id="{1E2C388A-1185-42BE-A25B-1B45CE0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5" name="clip-output0-4">
            <a:extLst xmlns:a="http://schemas.openxmlformats.org/drawingml/2006/main">
              <a:ext uri="{FF2B5EF4-FFF2-40B4-BE49-F238E27FC236}">
                <a16:creationId xmlns:a16="http://schemas.microsoft.com/office/drawing/2014/main" id="{13356F09-268E-43F5-9691-5017041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6" name="clip-output0-5">
            <a:extLst xmlns:a="http://schemas.openxmlformats.org/drawingml/2006/main">
              <a:ext uri="{FF2B5EF4-FFF2-40B4-BE49-F238E27FC236}">
                <a16:creationId xmlns:a16="http://schemas.microsoft.com/office/drawing/2014/main" id="{145ADCB4-18DF-47CC-A869-B5DC8CA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clip-output0-6">
            <a:extLst xmlns:a="http://schemas.openxmlformats.org/drawingml/2006/main">
              <a:ext uri="{FF2B5EF4-FFF2-40B4-BE49-F238E27FC236}">
                <a16:creationId xmlns:a16="http://schemas.microsoft.com/office/drawing/2014/main" id="{4303D2F6-B67F-4209-AD4D-F5CA41B6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0102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clip-output1-0">
            <a:extLst xmlns:a="http://schemas.openxmlformats.org/drawingml/2006/main">
              <a:ext uri="{FF2B5EF4-FFF2-40B4-BE49-F238E27FC236}">
                <a16:creationId xmlns:a16="http://schemas.microsoft.com/office/drawing/2014/main" id="{E41ABB75-7112-4B2F-BC08-C5EA7C1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clip-output1-1">
            <a:extLst xmlns:a="http://schemas.openxmlformats.org/drawingml/2006/main">
              <a:ext uri="{FF2B5EF4-FFF2-40B4-BE49-F238E27FC236}">
                <a16:creationId xmlns:a16="http://schemas.microsoft.com/office/drawing/2014/main" id="{822237CB-9078-4471-AC74-93A0717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clip-output1-2">
            <a:extLst xmlns:a="http://schemas.openxmlformats.org/drawingml/2006/main">
              <a:ext uri="{FF2B5EF4-FFF2-40B4-BE49-F238E27FC236}">
                <a16:creationId xmlns:a16="http://schemas.microsoft.com/office/drawing/2014/main" id="{B0F92B03-FFBE-448C-932F-EF514CA7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lip-output1-3">
            <a:extLst xmlns:a="http://schemas.openxmlformats.org/drawingml/2006/main">
              <a:ext uri="{FF2B5EF4-FFF2-40B4-BE49-F238E27FC236}">
                <a16:creationId xmlns:a16="http://schemas.microsoft.com/office/drawing/2014/main" id="{4446F96F-E3E3-42B8-94A4-18BAC734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lip-output1-4">
            <a:extLst xmlns:a="http://schemas.openxmlformats.org/drawingml/2006/main">
              <a:ext uri="{FF2B5EF4-FFF2-40B4-BE49-F238E27FC236}">
                <a16:creationId xmlns:a16="http://schemas.microsoft.com/office/drawing/2014/main" id="{9B702DAA-1EA4-4A25-A275-AFBC9302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lip-output1-5">
            <a:extLst xmlns:a="http://schemas.openxmlformats.org/drawingml/2006/main">
              <a:ext uri="{FF2B5EF4-FFF2-40B4-BE49-F238E27FC236}">
                <a16:creationId xmlns:a16="http://schemas.microsoft.com/office/drawing/2014/main" id="{286AC348-8D96-4133-B9C5-B0B8F69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lip-output1-6">
            <a:extLst xmlns:a="http://schemas.openxmlformats.org/drawingml/2006/main">
              <a:ext uri="{FF2B5EF4-FFF2-40B4-BE49-F238E27FC236}">
                <a16:creationId xmlns:a16="http://schemas.microsoft.com/office/drawing/2014/main" id="{4236F4C7-AB2F-4497-A3D4-6BC932E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2103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lip-output2-0">
            <a:extLst xmlns:a="http://schemas.openxmlformats.org/drawingml/2006/main">
              <a:ext uri="{FF2B5EF4-FFF2-40B4-BE49-F238E27FC236}">
                <a16:creationId xmlns:a16="http://schemas.microsoft.com/office/drawing/2014/main" id="{D4611FBD-7D28-4D17-AA5A-2AC2A5B1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lip-output2-1">
            <a:extLst xmlns:a="http://schemas.openxmlformats.org/drawingml/2006/main">
              <a:ext uri="{FF2B5EF4-FFF2-40B4-BE49-F238E27FC236}">
                <a16:creationId xmlns:a16="http://schemas.microsoft.com/office/drawing/2014/main" id="{E6AF3DCF-7687-4E48-842C-FEC2244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lip-output2-2">
            <a:extLst xmlns:a="http://schemas.openxmlformats.org/drawingml/2006/main">
              <a:ext uri="{FF2B5EF4-FFF2-40B4-BE49-F238E27FC236}">
                <a16:creationId xmlns:a16="http://schemas.microsoft.com/office/drawing/2014/main" id="{618D48A4-006D-464C-BD60-878DBC3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lip-output2-3">
            <a:extLst xmlns:a="http://schemas.openxmlformats.org/drawingml/2006/main">
              <a:ext uri="{FF2B5EF4-FFF2-40B4-BE49-F238E27FC236}">
                <a16:creationId xmlns:a16="http://schemas.microsoft.com/office/drawing/2014/main" id="{665FC870-AD3D-4460-94DD-82E9645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lip-output2-4">
            <a:extLst xmlns:a="http://schemas.openxmlformats.org/drawingml/2006/main">
              <a:ext uri="{FF2B5EF4-FFF2-40B4-BE49-F238E27FC236}">
                <a16:creationId xmlns:a16="http://schemas.microsoft.com/office/drawing/2014/main" id="{5972C200-4753-4905-AC46-F068006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lip-output2-5">
            <a:extLst xmlns:a="http://schemas.openxmlformats.org/drawingml/2006/main">
              <a:ext uri="{FF2B5EF4-FFF2-40B4-BE49-F238E27FC236}">
                <a16:creationId xmlns:a16="http://schemas.microsoft.com/office/drawing/2014/main" id="{0D455601-E1F4-4B88-BD24-594915B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lip-output2-6">
            <a:extLst xmlns:a="http://schemas.openxmlformats.org/drawingml/2006/main">
              <a:ext uri="{FF2B5EF4-FFF2-40B4-BE49-F238E27FC236}">
                <a16:creationId xmlns:a16="http://schemas.microsoft.com/office/drawing/2014/main" id="{3DB2D25D-6119-4F33-9DD4-A345E054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4103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lip-output3-0">
            <a:extLst xmlns:a="http://schemas.openxmlformats.org/drawingml/2006/main">
              <a:ext uri="{FF2B5EF4-FFF2-40B4-BE49-F238E27FC236}">
                <a16:creationId xmlns:a16="http://schemas.microsoft.com/office/drawing/2014/main" id="{859625B1-495A-488E-81B2-AD2A5651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lip-output3-1">
            <a:extLst xmlns:a="http://schemas.openxmlformats.org/drawingml/2006/main">
              <a:ext uri="{FF2B5EF4-FFF2-40B4-BE49-F238E27FC236}">
                <a16:creationId xmlns:a16="http://schemas.microsoft.com/office/drawing/2014/main" id="{71190067-7394-428C-A140-CF74C8F9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lip-output3-2">
            <a:extLst xmlns:a="http://schemas.openxmlformats.org/drawingml/2006/main">
              <a:ext uri="{FF2B5EF4-FFF2-40B4-BE49-F238E27FC236}">
                <a16:creationId xmlns:a16="http://schemas.microsoft.com/office/drawing/2014/main" id="{31B99DF6-E0C9-4CC2-BE79-1DA7CBF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lip-output3-3">
            <a:extLst xmlns:a="http://schemas.openxmlformats.org/drawingml/2006/main">
              <a:ext uri="{FF2B5EF4-FFF2-40B4-BE49-F238E27FC236}">
                <a16:creationId xmlns:a16="http://schemas.microsoft.com/office/drawing/2014/main" id="{B7DC08A3-6AD9-4200-A285-9C4113E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lip-output3-4">
            <a:extLst xmlns:a="http://schemas.openxmlformats.org/drawingml/2006/main">
              <a:ext uri="{FF2B5EF4-FFF2-40B4-BE49-F238E27FC236}">
                <a16:creationId xmlns:a16="http://schemas.microsoft.com/office/drawing/2014/main" id="{DBBA37BB-0C00-4172-B59C-4CEB927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lip-output3-5">
            <a:extLst xmlns:a="http://schemas.openxmlformats.org/drawingml/2006/main">
              <a:ext uri="{FF2B5EF4-FFF2-40B4-BE49-F238E27FC236}">
                <a16:creationId xmlns:a16="http://schemas.microsoft.com/office/drawing/2014/main" id="{746DB627-45A0-412A-8DD7-53A25A3B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lip-output3-6">
            <a:extLst xmlns:a="http://schemas.openxmlformats.org/drawingml/2006/main">
              <a:ext uri="{FF2B5EF4-FFF2-40B4-BE49-F238E27FC236}">
                <a16:creationId xmlns:a16="http://schemas.microsoft.com/office/drawing/2014/main" id="{D3327C65-89D6-44BE-970B-9E3ECF59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6103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lip-output4-0">
            <a:extLst xmlns:a="http://schemas.openxmlformats.org/drawingml/2006/main">
              <a:ext uri="{FF2B5EF4-FFF2-40B4-BE49-F238E27FC236}">
                <a16:creationId xmlns:a16="http://schemas.microsoft.com/office/drawing/2014/main" id="{B54EA105-A190-4D29-BAD7-19CB5A3D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lip-output4-1">
            <a:extLst xmlns:a="http://schemas.openxmlformats.org/drawingml/2006/main">
              <a:ext uri="{FF2B5EF4-FFF2-40B4-BE49-F238E27FC236}">
                <a16:creationId xmlns:a16="http://schemas.microsoft.com/office/drawing/2014/main" id="{A0F82A32-1438-4262-94C2-7DA0157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lip-output4-2">
            <a:extLst xmlns:a="http://schemas.openxmlformats.org/drawingml/2006/main">
              <a:ext uri="{FF2B5EF4-FFF2-40B4-BE49-F238E27FC236}">
                <a16:creationId xmlns:a16="http://schemas.microsoft.com/office/drawing/2014/main" id="{FF6BE039-A0E6-4A31-A0D5-62E9C3E9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lip-output4-3">
            <a:extLst xmlns:a="http://schemas.openxmlformats.org/drawingml/2006/main">
              <a:ext uri="{FF2B5EF4-FFF2-40B4-BE49-F238E27FC236}">
                <a16:creationId xmlns:a16="http://schemas.microsoft.com/office/drawing/2014/main" id="{8F29EA9D-BF1F-4A50-840F-EE8DFA4A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lip-output4-4">
            <a:extLst xmlns:a="http://schemas.openxmlformats.org/drawingml/2006/main">
              <a:ext uri="{FF2B5EF4-FFF2-40B4-BE49-F238E27FC236}">
                <a16:creationId xmlns:a16="http://schemas.microsoft.com/office/drawing/2014/main" id="{35C4C79A-7BBE-4C00-874B-02A5BF47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clip-output4-5">
            <a:extLst xmlns:a="http://schemas.openxmlformats.org/drawingml/2006/main">
              <a:ext uri="{FF2B5EF4-FFF2-40B4-BE49-F238E27FC236}">
                <a16:creationId xmlns:a16="http://schemas.microsoft.com/office/drawing/2014/main" id="{78ED7DCA-94DE-4E6B-9A06-02B76D6A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5" name="clip-output4-6">
            <a:extLst xmlns:a="http://schemas.openxmlformats.org/drawingml/2006/main">
              <a:ext uri="{FF2B5EF4-FFF2-40B4-BE49-F238E27FC236}">
                <a16:creationId xmlns:a16="http://schemas.microsoft.com/office/drawing/2014/main" id="{811A8041-26DD-47D4-85B6-111DD26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8103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6" name="clip-output5-0">
            <a:extLst xmlns:a="http://schemas.openxmlformats.org/drawingml/2006/main">
              <a:ext uri="{FF2B5EF4-FFF2-40B4-BE49-F238E27FC236}">
                <a16:creationId xmlns:a16="http://schemas.microsoft.com/office/drawing/2014/main" id="{E7638072-ECE8-4DF3-A622-E3A30C6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7" name="clip-output5-1">
            <a:extLst xmlns:a="http://schemas.openxmlformats.org/drawingml/2006/main">
              <a:ext uri="{FF2B5EF4-FFF2-40B4-BE49-F238E27FC236}">
                <a16:creationId xmlns:a16="http://schemas.microsoft.com/office/drawing/2014/main" id="{658AE4EF-6B7C-4D9B-8C03-3103C8D7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8" name="clip-output5-2">
            <a:extLst xmlns:a="http://schemas.openxmlformats.org/drawingml/2006/main">
              <a:ext uri="{FF2B5EF4-FFF2-40B4-BE49-F238E27FC236}">
                <a16:creationId xmlns:a16="http://schemas.microsoft.com/office/drawing/2014/main" id="{B712F2BC-C0A8-4F37-94EF-C3C8309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clip-output5-3">
            <a:extLst xmlns:a="http://schemas.openxmlformats.org/drawingml/2006/main">
              <a:ext uri="{FF2B5EF4-FFF2-40B4-BE49-F238E27FC236}">
                <a16:creationId xmlns:a16="http://schemas.microsoft.com/office/drawing/2014/main" id="{D9F72833-BC17-447E-BA57-B022F94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0" name="clip-output5-4">
            <a:extLst xmlns:a="http://schemas.openxmlformats.org/drawingml/2006/main">
              <a:ext uri="{FF2B5EF4-FFF2-40B4-BE49-F238E27FC236}">
                <a16:creationId xmlns:a16="http://schemas.microsoft.com/office/drawing/2014/main" id="{863738A9-2899-4723-A82C-127D83F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1" name="clip-output5-5">
            <a:extLst xmlns:a="http://schemas.openxmlformats.org/drawingml/2006/main">
              <a:ext uri="{FF2B5EF4-FFF2-40B4-BE49-F238E27FC236}">
                <a16:creationId xmlns:a16="http://schemas.microsoft.com/office/drawing/2014/main" id="{6C33F2D5-9793-47A9-8AFB-A6659E9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2" name="clip-output5-6">
            <a:extLst xmlns:a="http://schemas.openxmlformats.org/drawingml/2006/main">
              <a:ext uri="{FF2B5EF4-FFF2-40B4-BE49-F238E27FC236}">
                <a16:creationId xmlns:a16="http://schemas.microsoft.com/office/drawing/2014/main" id="{8BEC341E-EC54-4DDC-BBC3-F700EAB6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0104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3" name="clip-output6-0">
            <a:extLst xmlns:a="http://schemas.openxmlformats.org/drawingml/2006/main">
              <a:ext uri="{FF2B5EF4-FFF2-40B4-BE49-F238E27FC236}">
                <a16:creationId xmlns:a16="http://schemas.microsoft.com/office/drawing/2014/main" id="{E1B2DABE-4225-4601-A207-FAFE216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4" name="clip-output6-1">
            <a:extLst xmlns:a="http://schemas.openxmlformats.org/drawingml/2006/main">
              <a:ext uri="{FF2B5EF4-FFF2-40B4-BE49-F238E27FC236}">
                <a16:creationId xmlns:a16="http://schemas.microsoft.com/office/drawing/2014/main" id="{A3C173B4-1926-4140-994E-598DF60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5" name="clip-output6-2">
            <a:extLst xmlns:a="http://schemas.openxmlformats.org/drawingml/2006/main">
              <a:ext uri="{FF2B5EF4-FFF2-40B4-BE49-F238E27FC236}">
                <a16:creationId xmlns:a16="http://schemas.microsoft.com/office/drawing/2014/main" id="{1CC45007-1FF3-4C31-A749-01C963A4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6" name="clip-output6-3">
            <a:extLst xmlns:a="http://schemas.openxmlformats.org/drawingml/2006/main">
              <a:ext uri="{FF2B5EF4-FFF2-40B4-BE49-F238E27FC236}">
                <a16:creationId xmlns:a16="http://schemas.microsoft.com/office/drawing/2014/main" id="{FFF74A36-3398-464C-9E8D-980B7E7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7" name="clip-output6-4">
            <a:extLst xmlns:a="http://schemas.openxmlformats.org/drawingml/2006/main">
              <a:ext uri="{FF2B5EF4-FFF2-40B4-BE49-F238E27FC236}">
                <a16:creationId xmlns:a16="http://schemas.microsoft.com/office/drawing/2014/main" id="{7FADABAB-CEBB-4F7A-A2C2-47D2EDE3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lip-output6-5">
            <a:extLst xmlns:a="http://schemas.openxmlformats.org/drawingml/2006/main">
              <a:ext uri="{FF2B5EF4-FFF2-40B4-BE49-F238E27FC236}">
                <a16:creationId xmlns:a16="http://schemas.microsoft.com/office/drawing/2014/main" id="{C868A965-6DEC-4DEB-99D0-DF66DEE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clip-output6-6">
            <a:extLst xmlns:a="http://schemas.openxmlformats.org/drawingml/2006/main">
              <a:ext uri="{FF2B5EF4-FFF2-40B4-BE49-F238E27FC236}">
                <a16:creationId xmlns:a16="http://schemas.microsoft.com/office/drawing/2014/main" id="{E1A06783-645C-4343-8EC9-3477F2A7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72104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node168">
            <a:extLst xmlns:a="http://schemas.openxmlformats.org/drawingml/2006/main">
              <a:ext uri="{FF2B5EF4-FFF2-40B4-BE49-F238E27FC236}">
                <a16:creationId xmlns:a16="http://schemas.microsoft.com/office/drawing/2014/main" id="{A00C11CA-C917-4CC2-B3FE-92E8811A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14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1" name="node169">
            <a:extLst xmlns:a="http://schemas.openxmlformats.org/drawingml/2006/main">
              <a:ext uri="{FF2B5EF4-FFF2-40B4-BE49-F238E27FC236}">
                <a16:creationId xmlns:a16="http://schemas.microsoft.com/office/drawing/2014/main" id="{A483B3AD-BD59-445A-ACAB-2F02E5B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6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12993053" y="7134226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43" name="node170">
            <a:extLst xmlns:a="http://schemas.openxmlformats.org/drawingml/2006/main">
              <a:ext uri="{FF2B5EF4-FFF2-40B4-BE49-F238E27FC236}">
                <a16:creationId xmlns:a16="http://schemas.microsoft.com/office/drawing/2014/main" id="{4A9AF907-80A2-4284-89F3-245C3FC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4" name="node171">
            <a:extLst xmlns:a="http://schemas.openxmlformats.org/drawingml/2006/main">
              <a:ext uri="{FF2B5EF4-FFF2-40B4-BE49-F238E27FC236}">
                <a16:creationId xmlns:a16="http://schemas.microsoft.com/office/drawing/2014/main" id="{80999825-5FEF-4E84-940D-C57CFBD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9" name=""/>
          <p:cNvCxnSpPr>
            <a:stCxn xmlns:a="http://schemas.openxmlformats.org/drawingml/2006/main" id="143" idx="0"/>
            <a:endCxn xmlns:a="http://schemas.openxmlformats.org/drawingml/2006/main" id="144" idx="2"/>
          </p:cNvCxnSpPr>
          <p:nvPr/>
        </p:nvCxnSpPr>
        <p:spPr>
          <a:xfrm xmlns:a="http://schemas.openxmlformats.org/drawingml/2006/main" flipV="1">
            <a:off x="13430251" y="6706553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46" name="node172">
            <a:extLst xmlns:a="http://schemas.openxmlformats.org/drawingml/2006/main">
              <a:ext uri="{FF2B5EF4-FFF2-40B4-BE49-F238E27FC236}">
                <a16:creationId xmlns:a16="http://schemas.microsoft.com/office/drawing/2014/main" id="{BACEF33D-D365-4FDE-8CC4-BB2233A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29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7" name="node173">
            <a:extLst xmlns:a="http://schemas.openxmlformats.org/drawingml/2006/main">
              <a:ext uri="{FF2B5EF4-FFF2-40B4-BE49-F238E27FC236}">
                <a16:creationId xmlns:a16="http://schemas.microsoft.com/office/drawing/2014/main" id="{BCD988EE-A596-4C44-9CA1-F03103E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48" y="6704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02" name="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13431203" y="67056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9" name="clip-drop-cls">
            <a:extLst xmlns:a="http://schemas.openxmlformats.org/drawingml/2006/main">
              <a:ext uri="{FF2B5EF4-FFF2-40B4-BE49-F238E27FC236}">
                <a16:creationId xmlns:a16="http://schemas.microsoft.com/office/drawing/2014/main" id="{D74D2584-5374-40EE-A0ED-6D800BD1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524750"/>
            <a:ext cx="2276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Exclude CLS</a:t>
            </a:r>
          </a:p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Reshape patch tokens</a:t>
            </a:r>
          </a:p>
        </p:txBody>
      </p:sp>
      <p:sp>
        <p:nvSpPr>
          <p:cNvPr id="150" name="clip-shape">
            <a:extLst xmlns:a="http://schemas.openxmlformats.org/drawingml/2006/main">
              <a:ext uri="{FF2B5EF4-FFF2-40B4-BE49-F238E27FC236}">
                <a16:creationId xmlns:a16="http://schemas.microsoft.com/office/drawing/2014/main" id="{32F44F21-E8CD-45E3-9601-F04DE937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8239125"/>
            <a:ext cx="3400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1" i="1">
                <a:latin typeface="Cambria"/>
                <a:ea typeface="Cambria"/>
                <a:cs typeface="Cambria"/>
              </a:rPr>
              <a:t>F</a:t>
            </a:r>
            <a:r>
              <a:rPr sz="1566" i="0" baseline="-25000">
                <a:latin typeface="Cambria"/>
                <a:ea typeface="Cambria"/>
                <a:cs typeface="Cambria"/>
              </a:rPr>
              <a:t>C</a:t>
            </a:r>
            <a:r>
              <a:rPr sz="2175">
                <a:latin typeface="Cambria"/>
                <a:ea typeface="Cambria"/>
                <a:cs typeface="Cambria"/>
              </a:rPr>
              <a:t>: 37 × 37 × 768</a:t>
            </a:r>
          </a:p>
        </p:txBody>
      </p:sp>
      <p:sp>
        <p:nvSpPr>
          <p:cNvPr id="151" name="dpam-detail">
            <a:extLst xmlns:a="http://schemas.openxmlformats.org/drawingml/2006/main">
              <a:ext uri="{FF2B5EF4-FFF2-40B4-BE49-F238E27FC236}">
                <a16:creationId xmlns:a16="http://schemas.microsoft.com/office/drawing/2014/main" id="{DE8FC68E-DF92-4F95-9783-E53C08C7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715125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Blocks 6–24</a:t>
            </a:r>
          </a:p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v–v attention</a:t>
            </a:r>
          </a:p>
        </p:txBody>
      </p:sp>
      <p:sp>
        <p:nvSpPr>
          <p:cNvPr id="152" name="clip-selection">
            <a:extLst xmlns:a="http://schemas.openxmlformats.org/drawingml/2006/main">
              <a:ext uri="{FF2B5EF4-FFF2-40B4-BE49-F238E27FC236}">
                <a16:creationId xmlns:a16="http://schemas.microsoft.com/office/drawing/2014/main" id="{5CC06B17-5314-4268-B815-E50D491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7810500"/>
            <a:ext cx="8181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Only the final requested layer enters fusion</a:t>
            </a:r>
          </a:p>
        </p:txBody>
      </p:sp>
      <p:sp>
        <p:nvSpPr>
          <p:cNvPr id="153" name="footrule">
            <a:extLst xmlns:a="http://schemas.openxmlformats.org/drawingml/2006/main">
              <a:ext uri="{FF2B5EF4-FFF2-40B4-BE49-F238E27FC236}">
                <a16:creationId xmlns:a16="http://schemas.microsoft.com/office/drawing/2014/main" id="{79FC9178-72C6-466E-9B88-19A37A56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7915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54" name="visual-only">
            <a:extLst xmlns:a="http://schemas.openxmlformats.org/drawingml/2006/main">
              <a:ext uri="{FF2B5EF4-FFF2-40B4-BE49-F238E27FC236}">
                <a16:creationId xmlns:a16="http://schemas.microsoft.com/office/drawing/2014/main" id="{EFC759AE-2B15-49D1-81E1-0D7FCC45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848725"/>
            <a:ext cx="1531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Visual features only; encoders remain frozen for support construction and query inference</a:t>
            </a:r>
          </a:p>
        </p:txBody>
      </p:sp>
    </p:spTree>
    <p:extLst>
      <p:ext uri="{BB962C8B-B14F-4D97-AF65-F5344CB8AC3E}">
        <p14:creationId xmlns:p14="http://schemas.microsoft.com/office/powerpoint/2010/main" val="1897078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title">
            <a:extLst xmlns:a="http://schemas.openxmlformats.org/drawingml/2006/main">
              <a:ext uri="{FF2B5EF4-FFF2-40B4-BE49-F238E27FC236}">
                <a16:creationId xmlns:a16="http://schemas.microsoft.com/office/drawing/2014/main" id="{66BCA7B4-F687-46FA-B0E9-B07D0F6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S2   Matched control for the added visual representation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DF57A9-F29A-4DC2-9627-4F72FAB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Paired inputs and a common scorer isolate the effect of adding calibrated CLIP features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BF20F1AB-DD1B-4A98-9A16-18D83FB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method-title164">
            <a:extLst xmlns:a="http://schemas.openxmlformats.org/drawingml/2006/main">
              <a:ext uri="{FF2B5EF4-FFF2-40B4-BE49-F238E27FC236}">
                <a16:creationId xmlns:a16="http://schemas.microsoft.com/office/drawing/2014/main" id="{D629F3E1-804E-4049-A734-76A7AEB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621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DCFnet</a:t>
            </a:r>
          </a:p>
        </p:txBody>
      </p:sp>
      <p:sp>
        <p:nvSpPr>
          <p:cNvPr id="5" name="dino164">
            <a:extLst xmlns:a="http://schemas.openxmlformats.org/drawingml/2006/main">
              <a:ext uri="{FF2B5EF4-FFF2-40B4-BE49-F238E27FC236}">
                <a16:creationId xmlns:a16="http://schemas.microsoft.com/office/drawing/2014/main" id="{DA2FDCC4-FCB9-4312-AE32-FE2EA31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171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6" name="clip164">
            <a:extLst xmlns:a="http://schemas.openxmlformats.org/drawingml/2006/main">
              <a:ext uri="{FF2B5EF4-FFF2-40B4-BE49-F238E27FC236}">
                <a16:creationId xmlns:a16="http://schemas.microsoft.com/office/drawing/2014/main" id="{3B3E68F7-8D73-48E5-9454-A249FA8C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 + DPAM</a:t>
            </a:r>
          </a:p>
        </p:txBody>
      </p:sp>
      <p:sp>
        <p:nvSpPr>
          <p:cNvPr id="7" name="norm164">
            <a:extLst xmlns:a="http://schemas.openxmlformats.org/drawingml/2006/main">
              <a:ext uri="{FF2B5EF4-FFF2-40B4-BE49-F238E27FC236}">
                <a16:creationId xmlns:a16="http://schemas.microsoft.com/office/drawing/2014/main" id="{031E1FC4-0CDB-4C8E-802F-C087FCBE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 CLIP grid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Branch ℓ₂ norms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0.5 / 0.5 concat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 ℓ₂ norm</a:t>
            </a:r>
          </a:p>
        </p:txBody>
      </p:sp>
      <p:sp>
        <p:nvSpPr>
          <p:cNvPr id="8" name="node174">
            <a:extLst xmlns:a="http://schemas.openxmlformats.org/drawingml/2006/main">
              <a:ext uri="{FF2B5EF4-FFF2-40B4-BE49-F238E27FC236}">
                <a16:creationId xmlns:a16="http://schemas.microsoft.com/office/drawing/2014/main" id="{232AA498-19BD-44AA-A882-E880EE22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" name="node175">
            <a:extLst xmlns:a="http://schemas.openxmlformats.org/drawingml/2006/main">
              <a:ext uri="{FF2B5EF4-FFF2-40B4-BE49-F238E27FC236}">
                <a16:creationId xmlns:a16="http://schemas.microsoft.com/office/drawing/2014/main" id="{DA59D638-D788-4C84-9A80-0799E20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29853" y="246697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" name="node176">
            <a:extLst xmlns:a="http://schemas.openxmlformats.org/drawingml/2006/main">
              <a:ext uri="{FF2B5EF4-FFF2-40B4-BE49-F238E27FC236}">
                <a16:creationId xmlns:a16="http://schemas.microsoft.com/office/drawing/2014/main" id="{F4753829-816B-4DEB-8220-1947E72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310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" name="node177">
            <a:extLst xmlns:a="http://schemas.openxmlformats.org/drawingml/2006/main">
              <a:ext uri="{FF2B5EF4-FFF2-40B4-BE49-F238E27FC236}">
                <a16:creationId xmlns:a16="http://schemas.microsoft.com/office/drawing/2014/main" id="{68910254-2CFF-4734-9DB3-DEA56527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3104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29853" y="31051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" name="desc1640">
            <a:extLst xmlns:a="http://schemas.openxmlformats.org/drawingml/2006/main">
              <a:ext uri="{FF2B5EF4-FFF2-40B4-BE49-F238E27FC236}">
                <a16:creationId xmlns:a16="http://schemas.microsoft.com/office/drawing/2014/main" id="{038FCD4D-43C8-4BD1-B5B8-D45A949B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esc1641">
            <a:extLst xmlns:a="http://schemas.openxmlformats.org/drawingml/2006/main">
              <a:ext uri="{FF2B5EF4-FFF2-40B4-BE49-F238E27FC236}">
                <a16:creationId xmlns:a16="http://schemas.microsoft.com/office/drawing/2014/main" id="{95B018BF-3B70-4DFA-B47D-AFA27D3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esc1642">
            <a:extLst xmlns:a="http://schemas.openxmlformats.org/drawingml/2006/main">
              <a:ext uri="{FF2B5EF4-FFF2-40B4-BE49-F238E27FC236}">
                <a16:creationId xmlns:a16="http://schemas.microsoft.com/office/drawing/2014/main" id="{A230FD1E-5461-4FA8-B919-7C27A697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esc1643">
            <a:extLst xmlns:a="http://schemas.openxmlformats.org/drawingml/2006/main">
              <a:ext uri="{FF2B5EF4-FFF2-40B4-BE49-F238E27FC236}">
                <a16:creationId xmlns:a16="http://schemas.microsoft.com/office/drawing/2014/main" id="{04E7DC7D-CBC3-44AD-AD1E-8E1FA550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desc1644">
            <a:extLst xmlns:a="http://schemas.openxmlformats.org/drawingml/2006/main">
              <a:ext uri="{FF2B5EF4-FFF2-40B4-BE49-F238E27FC236}">
                <a16:creationId xmlns:a16="http://schemas.microsoft.com/office/drawing/2014/main" id="{B2D9F813-925C-4055-96A8-A9D2EB0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desc1645">
            <a:extLst xmlns:a="http://schemas.openxmlformats.org/drawingml/2006/main">
              <a:ext uri="{FF2B5EF4-FFF2-40B4-BE49-F238E27FC236}">
                <a16:creationId xmlns:a16="http://schemas.microsoft.com/office/drawing/2014/main" id="{AEEB5578-F3D1-4691-8130-2D793A8D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0" name="desc1646">
            <a:extLst xmlns:a="http://schemas.openxmlformats.org/drawingml/2006/main">
              <a:ext uri="{FF2B5EF4-FFF2-40B4-BE49-F238E27FC236}">
                <a16:creationId xmlns:a16="http://schemas.microsoft.com/office/drawing/2014/main" id="{C666F7B5-E45A-4D5F-83DD-3029724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" name="desc1647">
            <a:extLst xmlns:a="http://schemas.openxmlformats.org/drawingml/2006/main">
              <a:ext uri="{FF2B5EF4-FFF2-40B4-BE49-F238E27FC236}">
                <a16:creationId xmlns:a16="http://schemas.microsoft.com/office/drawing/2014/main" id="{12C6B729-8895-4817-B95F-0A41105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2" name="desc1648">
            <a:extLst xmlns:a="http://schemas.openxmlformats.org/drawingml/2006/main">
              <a:ext uri="{FF2B5EF4-FFF2-40B4-BE49-F238E27FC236}">
                <a16:creationId xmlns:a16="http://schemas.microsoft.com/office/drawing/2014/main" id="{9E93FB01-4CEE-442C-8497-FB1FC1CB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" name="desc1649">
            <a:extLst xmlns:a="http://schemas.openxmlformats.org/drawingml/2006/main">
              <a:ext uri="{FF2B5EF4-FFF2-40B4-BE49-F238E27FC236}">
                <a16:creationId xmlns:a16="http://schemas.microsoft.com/office/drawing/2014/main" id="{464DD92E-F4C1-4957-A9B2-549E9A9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19375"/>
            <a:ext cx="1619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" name="node178">
            <a:extLst xmlns:a="http://schemas.openxmlformats.org/drawingml/2006/main">
              <a:ext uri="{FF2B5EF4-FFF2-40B4-BE49-F238E27FC236}">
                <a16:creationId xmlns:a16="http://schemas.microsoft.com/office/drawing/2014/main" id="{20E536D4-0E8D-48B0-954D-BB2F70B5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2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" name="node179">
            <a:extLst xmlns:a="http://schemas.openxmlformats.org/drawingml/2006/main">
              <a:ext uri="{FF2B5EF4-FFF2-40B4-BE49-F238E27FC236}">
                <a16:creationId xmlns:a16="http://schemas.microsoft.com/office/drawing/2014/main" id="{673AACCB-E96A-43CA-9576-A8AFE0DD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8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92153" y="2800351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" name="desc-dim164">
            <a:extLst xmlns:a="http://schemas.openxmlformats.org/drawingml/2006/main">
              <a:ext uri="{FF2B5EF4-FFF2-40B4-BE49-F238E27FC236}">
                <a16:creationId xmlns:a16="http://schemas.microsoft.com/office/drawing/2014/main" id="{2C4216C9-11A3-4DDF-966F-C7FDB96D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 unit vector</a:t>
            </a:r>
          </a:p>
        </p:txBody>
      </p:sp>
      <p:sp>
        <p:nvSpPr>
          <p:cNvPr id="28" name="bank164">
            <a:extLst xmlns:a="http://schemas.openxmlformats.org/drawingml/2006/main">
              <a:ext uri="{FF2B5EF4-FFF2-40B4-BE49-F238E27FC236}">
                <a16:creationId xmlns:a16="http://schemas.microsoft.com/office/drawing/2014/main" id="{7F56318E-46A6-4484-9CF6-0FD0F68D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85975"/>
            <a:ext cx="26289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memory16400">
            <a:extLst xmlns:a="http://schemas.openxmlformats.org/drawingml/2006/main">
              <a:ext uri="{FF2B5EF4-FFF2-40B4-BE49-F238E27FC236}">
                <a16:creationId xmlns:a16="http://schemas.microsoft.com/office/drawing/2014/main" id="{89ACCADD-1921-4984-B517-364F229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memory16401">
            <a:extLst xmlns:a="http://schemas.openxmlformats.org/drawingml/2006/main">
              <a:ext uri="{FF2B5EF4-FFF2-40B4-BE49-F238E27FC236}">
                <a16:creationId xmlns:a16="http://schemas.microsoft.com/office/drawing/2014/main" id="{823A29B3-CE8E-4019-A3C4-4C0EE5B4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19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memory16402">
            <a:extLst xmlns:a="http://schemas.openxmlformats.org/drawingml/2006/main">
              <a:ext uri="{FF2B5EF4-FFF2-40B4-BE49-F238E27FC236}">
                <a16:creationId xmlns:a16="http://schemas.microsoft.com/office/drawing/2014/main" id="{596A0DCE-ABC4-4ADC-B8B9-C2D6752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memory16403">
            <a:extLst xmlns:a="http://schemas.openxmlformats.org/drawingml/2006/main">
              <a:ext uri="{FF2B5EF4-FFF2-40B4-BE49-F238E27FC236}">
                <a16:creationId xmlns:a16="http://schemas.microsoft.com/office/drawing/2014/main" id="{56126B88-F74A-4A6B-9FC2-D7CF0EE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3" name="memory16404">
            <a:extLst xmlns:a="http://schemas.openxmlformats.org/drawingml/2006/main">
              <a:ext uri="{FF2B5EF4-FFF2-40B4-BE49-F238E27FC236}">
                <a16:creationId xmlns:a16="http://schemas.microsoft.com/office/drawing/2014/main" id="{2E780FCD-01A1-4F1A-8CD3-2346684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4" name="memory16405">
            <a:extLst xmlns:a="http://schemas.openxmlformats.org/drawingml/2006/main">
              <a:ext uri="{FF2B5EF4-FFF2-40B4-BE49-F238E27FC236}">
                <a16:creationId xmlns:a16="http://schemas.microsoft.com/office/drawing/2014/main" id="{6F05434D-B757-47B1-873C-123A062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memory16406">
            <a:extLst xmlns:a="http://schemas.openxmlformats.org/drawingml/2006/main">
              <a:ext uri="{FF2B5EF4-FFF2-40B4-BE49-F238E27FC236}">
                <a16:creationId xmlns:a16="http://schemas.microsoft.com/office/drawing/2014/main" id="{02723882-CD44-4D40-A487-31670E3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memory16407">
            <a:extLst xmlns:a="http://schemas.openxmlformats.org/drawingml/2006/main">
              <a:ext uri="{FF2B5EF4-FFF2-40B4-BE49-F238E27FC236}">
                <a16:creationId xmlns:a16="http://schemas.microsoft.com/office/drawing/2014/main" id="{178CCDC8-B0D7-40BC-8BB0-98ECEF19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memory16408">
            <a:extLst xmlns:a="http://schemas.openxmlformats.org/drawingml/2006/main">
              <a:ext uri="{FF2B5EF4-FFF2-40B4-BE49-F238E27FC236}">
                <a16:creationId xmlns:a16="http://schemas.microsoft.com/office/drawing/2014/main" id="{39E64533-6477-45E7-AB45-45BEE71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memory16409">
            <a:extLst xmlns:a="http://schemas.openxmlformats.org/drawingml/2006/main">
              <a:ext uri="{FF2B5EF4-FFF2-40B4-BE49-F238E27FC236}">
                <a16:creationId xmlns:a16="http://schemas.microsoft.com/office/drawing/2014/main" id="{9BC581B4-068C-4185-B10D-7024CE48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133" y="21907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memory16410">
            <a:extLst xmlns:a="http://schemas.openxmlformats.org/drawingml/2006/main">
              <a:ext uri="{FF2B5EF4-FFF2-40B4-BE49-F238E27FC236}">
                <a16:creationId xmlns:a16="http://schemas.microsoft.com/office/drawing/2014/main" id="{A7198C4E-DF17-4D1E-8A31-50B16DB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memory16411">
            <a:extLst xmlns:a="http://schemas.openxmlformats.org/drawingml/2006/main">
              <a:ext uri="{FF2B5EF4-FFF2-40B4-BE49-F238E27FC236}">
                <a16:creationId xmlns:a16="http://schemas.microsoft.com/office/drawing/2014/main" id="{E53AF066-E3A5-48F9-BF09-6DBFC98E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19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memory16412">
            <a:extLst xmlns:a="http://schemas.openxmlformats.org/drawingml/2006/main">
              <a:ext uri="{FF2B5EF4-FFF2-40B4-BE49-F238E27FC236}">
                <a16:creationId xmlns:a16="http://schemas.microsoft.com/office/drawing/2014/main" id="{E15DB3D1-9D6B-4B2E-96FA-671E714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memory16413">
            <a:extLst xmlns:a="http://schemas.openxmlformats.org/drawingml/2006/main">
              <a:ext uri="{FF2B5EF4-FFF2-40B4-BE49-F238E27FC236}">
                <a16:creationId xmlns:a16="http://schemas.microsoft.com/office/drawing/2014/main" id="{D4070FA7-34E9-448A-BF27-ECE2640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678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3" name="memory16414">
            <a:extLst xmlns:a="http://schemas.openxmlformats.org/drawingml/2006/main">
              <a:ext uri="{FF2B5EF4-FFF2-40B4-BE49-F238E27FC236}">
                <a16:creationId xmlns:a16="http://schemas.microsoft.com/office/drawing/2014/main" id="{AE7D182E-CC53-4865-B83E-4861A14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memory16415">
            <a:extLst xmlns:a="http://schemas.openxmlformats.org/drawingml/2006/main">
              <a:ext uri="{FF2B5EF4-FFF2-40B4-BE49-F238E27FC236}">
                <a16:creationId xmlns:a16="http://schemas.microsoft.com/office/drawing/2014/main" id="{4427A239-2309-447F-B973-5F22696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memory16416">
            <a:extLst xmlns:a="http://schemas.openxmlformats.org/drawingml/2006/main">
              <a:ext uri="{FF2B5EF4-FFF2-40B4-BE49-F238E27FC236}">
                <a16:creationId xmlns:a16="http://schemas.microsoft.com/office/drawing/2014/main" id="{2CD81933-1F4D-41A1-9387-070C63A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memory16417">
            <a:extLst xmlns:a="http://schemas.openxmlformats.org/drawingml/2006/main">
              <a:ext uri="{FF2B5EF4-FFF2-40B4-BE49-F238E27FC236}">
                <a16:creationId xmlns:a16="http://schemas.microsoft.com/office/drawing/2014/main" id="{08AD8D3C-A2AF-402F-B853-92EFAB3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memory16418">
            <a:extLst xmlns:a="http://schemas.openxmlformats.org/drawingml/2006/main">
              <a:ext uri="{FF2B5EF4-FFF2-40B4-BE49-F238E27FC236}">
                <a16:creationId xmlns:a16="http://schemas.microsoft.com/office/drawing/2014/main" id="{9AC45022-3849-4ED4-91F6-F27E9ED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8" name="memory16419">
            <a:extLst xmlns:a="http://schemas.openxmlformats.org/drawingml/2006/main">
              <a:ext uri="{FF2B5EF4-FFF2-40B4-BE49-F238E27FC236}">
                <a16:creationId xmlns:a16="http://schemas.microsoft.com/office/drawing/2014/main" id="{8DFD4087-A2DA-41EC-8967-314E8E8C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133" y="2457450"/>
            <a:ext cx="22574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bank-name164">
            <a:extLst xmlns:a="http://schemas.openxmlformats.org/drawingml/2006/main">
              <a:ext uri="{FF2B5EF4-FFF2-40B4-BE49-F238E27FC236}">
                <a16:creationId xmlns:a16="http://schemas.microsoft.com/office/drawing/2014/main" id="{E788124A-A172-46D5-B7BF-2EF0680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Own bank: N꜀ × 1536</a:t>
            </a:r>
          </a:p>
        </p:txBody>
      </p:sp>
      <p:sp>
        <p:nvSpPr>
          <p:cNvPr id="50" name="node180">
            <a:extLst xmlns:a="http://schemas.openxmlformats.org/drawingml/2006/main">
              <a:ext uri="{FF2B5EF4-FFF2-40B4-BE49-F238E27FC236}">
                <a16:creationId xmlns:a16="http://schemas.microsoft.com/office/drawing/2014/main" id="{CA59253F-8C5D-4314-BC77-0C30716C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17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1" name="node181">
            <a:extLst xmlns:a="http://schemas.openxmlformats.org/drawingml/2006/main">
              <a:ext uri="{FF2B5EF4-FFF2-40B4-BE49-F238E27FC236}">
                <a16:creationId xmlns:a16="http://schemas.microsoft.com/office/drawing/2014/main" id="{23339339-C75C-4988-B990-BC3130D2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1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859078" y="28003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3" name="node182">
            <a:extLst xmlns:a="http://schemas.openxmlformats.org/drawingml/2006/main">
              <a:ext uri="{FF2B5EF4-FFF2-40B4-BE49-F238E27FC236}">
                <a16:creationId xmlns:a16="http://schemas.microsoft.com/office/drawing/2014/main" id="{840DCE7B-BD82-4B0C-849A-EA73FD1E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4" name="node183">
            <a:extLst xmlns:a="http://schemas.openxmlformats.org/drawingml/2006/main">
              <a:ext uri="{FF2B5EF4-FFF2-40B4-BE49-F238E27FC236}">
                <a16:creationId xmlns:a16="http://schemas.microsoft.com/office/drawing/2014/main" id="{55B839CA-4367-4D6B-BC65-4E95CADB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4" name=""/>
          <p:cNvCxnSpPr>
            <a:stCxn xmlns:a="http://schemas.openxmlformats.org/drawingml/2006/main" id="53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8334376" y="2420303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6" name="node184">
            <a:extLst xmlns:a="http://schemas.openxmlformats.org/drawingml/2006/main">
              <a:ext uri="{FF2B5EF4-FFF2-40B4-BE49-F238E27FC236}">
                <a16:creationId xmlns:a16="http://schemas.microsoft.com/office/drawing/2014/main" id="{26A3B051-7D1D-492D-991B-E8D3EB14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7" name="node185">
            <a:extLst xmlns:a="http://schemas.openxmlformats.org/drawingml/2006/main">
              <a:ext uri="{FF2B5EF4-FFF2-40B4-BE49-F238E27FC236}">
                <a16:creationId xmlns:a16="http://schemas.microsoft.com/office/drawing/2014/main" id="{7D8186D4-3506-44F5-BCCD-195637CF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2418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335328" y="2419351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59" name="support164">
            <a:extLst xmlns:a="http://schemas.openxmlformats.org/drawingml/2006/main">
              <a:ext uri="{FF2B5EF4-FFF2-40B4-BE49-F238E27FC236}">
                <a16:creationId xmlns:a16="http://schemas.microsoft.com/office/drawing/2014/main" id="{73AEE6DB-4796-43C0-B25E-C9F6C632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60" name="search164">
            <a:extLst xmlns:a="http://schemas.openxmlformats.org/drawingml/2006/main">
              <a:ext uri="{FF2B5EF4-FFF2-40B4-BE49-F238E27FC236}">
                <a16:creationId xmlns:a16="http://schemas.microsoft.com/office/drawing/2014/main" id="{93C63AFE-1E32-4E03-9C41-DA0F3D8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43250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61" name="node186">
            <a:extLst xmlns:a="http://schemas.openxmlformats.org/drawingml/2006/main">
              <a:ext uri="{FF2B5EF4-FFF2-40B4-BE49-F238E27FC236}">
                <a16:creationId xmlns:a16="http://schemas.microsoft.com/office/drawing/2014/main" id="{62A20CAE-46E7-4FDB-83A5-66D6CDF6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2" name="node187">
            <a:extLst xmlns:a="http://schemas.openxmlformats.org/drawingml/2006/main">
              <a:ext uri="{FF2B5EF4-FFF2-40B4-BE49-F238E27FC236}">
                <a16:creationId xmlns:a16="http://schemas.microsoft.com/office/drawing/2014/main" id="{C6F88E33-A9A8-46B0-8C51-8E0BAC9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2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0448926" y="2763203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64" name="node188">
            <a:extLst xmlns:a="http://schemas.openxmlformats.org/drawingml/2006/main">
              <a:ext uri="{FF2B5EF4-FFF2-40B4-BE49-F238E27FC236}">
                <a16:creationId xmlns:a16="http://schemas.microsoft.com/office/drawing/2014/main" id="{7EB3283A-614F-4867-89C4-DAE0DD3F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5" name="node189">
            <a:extLst xmlns:a="http://schemas.openxmlformats.org/drawingml/2006/main">
              <a:ext uri="{FF2B5EF4-FFF2-40B4-BE49-F238E27FC236}">
                <a16:creationId xmlns:a16="http://schemas.microsoft.com/office/drawing/2014/main" id="{9DD78767-33FC-401E-9512-ED4A5D4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5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8334376" y="2801303"/>
            <a:ext cx="0" cy="6172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67" name="node190">
            <a:extLst xmlns:a="http://schemas.openxmlformats.org/drawingml/2006/main">
              <a:ext uri="{FF2B5EF4-FFF2-40B4-BE49-F238E27FC236}">
                <a16:creationId xmlns:a16="http://schemas.microsoft.com/office/drawing/2014/main" id="{C211ED97-630D-464F-865D-E6A43E58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8" name="node191">
            <a:extLst xmlns:a="http://schemas.openxmlformats.org/drawingml/2006/main">
              <a:ext uri="{FF2B5EF4-FFF2-40B4-BE49-F238E27FC236}">
                <a16:creationId xmlns:a16="http://schemas.microsoft.com/office/drawing/2014/main" id="{14C5209C-4E49-4B0B-AA58-A434223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8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335328" y="3419476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0" name="query164">
            <a:extLst xmlns:a="http://schemas.openxmlformats.org/drawingml/2006/main">
              <a:ext uri="{FF2B5EF4-FFF2-40B4-BE49-F238E27FC236}">
                <a16:creationId xmlns:a16="http://schemas.microsoft.com/office/drawing/2014/main" id="{F2880489-77DF-4E99-9699-43C1B40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71" name="node192">
            <a:extLst xmlns:a="http://schemas.openxmlformats.org/drawingml/2006/main">
              <a:ext uri="{FF2B5EF4-FFF2-40B4-BE49-F238E27FC236}">
                <a16:creationId xmlns:a16="http://schemas.microsoft.com/office/drawing/2014/main" id="{A7A33C3B-6C1F-4076-A31B-75F8BAB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2" name="node193">
            <a:extLst xmlns:a="http://schemas.openxmlformats.org/drawingml/2006/main">
              <a:ext uri="{FF2B5EF4-FFF2-40B4-BE49-F238E27FC236}">
                <a16:creationId xmlns:a16="http://schemas.microsoft.com/office/drawing/2014/main" id="{430DEDC4-7C46-4C85-9487-4365A0D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1764328" y="3419476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4" name="node194">
            <a:extLst xmlns:a="http://schemas.openxmlformats.org/drawingml/2006/main">
              <a:ext uri="{FF2B5EF4-FFF2-40B4-BE49-F238E27FC236}">
                <a16:creationId xmlns:a16="http://schemas.microsoft.com/office/drawing/2014/main" id="{43E03194-307A-4554-9E72-FCDF2EBE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3418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5" name="node195">
            <a:extLst xmlns:a="http://schemas.openxmlformats.org/drawingml/2006/main">
              <a:ext uri="{FF2B5EF4-FFF2-40B4-BE49-F238E27FC236}">
                <a16:creationId xmlns:a16="http://schemas.microsoft.com/office/drawing/2014/main" id="{A71E3F1B-B5E6-4606-8E4E-D9F549B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5" name=""/>
          <p:cNvCxnSpPr>
            <a:stCxn xmlns:a="http://schemas.openxmlformats.org/drawingml/2006/main" id="74" idx="0"/>
            <a:endCxn xmlns:a="http://schemas.openxmlformats.org/drawingml/2006/main" id="75" idx="2"/>
          </p:cNvCxnSpPr>
          <p:nvPr/>
        </p:nvCxnSpPr>
        <p:spPr>
          <a:xfrm xmlns:a="http://schemas.openxmlformats.org/drawingml/2006/main" flipV="1">
            <a:off x="12573001" y="2629853"/>
            <a:ext cx="0" cy="7886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7" name="node196">
            <a:extLst xmlns:a="http://schemas.openxmlformats.org/drawingml/2006/main">
              <a:ext uri="{FF2B5EF4-FFF2-40B4-BE49-F238E27FC236}">
                <a16:creationId xmlns:a16="http://schemas.microsoft.com/office/drawing/2014/main" id="{267E7AE1-901E-4607-AEE8-A96BB719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8" name="node197">
            <a:extLst xmlns:a="http://schemas.openxmlformats.org/drawingml/2006/main">
              <a:ext uri="{FF2B5EF4-FFF2-40B4-BE49-F238E27FC236}">
                <a16:creationId xmlns:a16="http://schemas.microsoft.com/office/drawing/2014/main" id="{89EA50CF-E16C-4265-BF9E-BE8DE98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2627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8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12573953" y="2628901"/>
            <a:ext cx="1264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0" name="post164">
            <a:extLst xmlns:a="http://schemas.openxmlformats.org/drawingml/2006/main">
              <a:ext uri="{FF2B5EF4-FFF2-40B4-BE49-F238E27FC236}">
                <a16:creationId xmlns:a16="http://schemas.microsoft.com/office/drawing/2014/main" id="{12E519F5-D2D0-4ABF-B71F-5FB4548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943100"/>
            <a:ext cx="185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Common</a:t>
            </a:r>
          </a:p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sp>
        <p:nvSpPr>
          <p:cNvPr id="81" name="method-title423">
            <a:extLst xmlns:a="http://schemas.openxmlformats.org/drawingml/2006/main">
              <a:ext uri="{FF2B5EF4-FFF2-40B4-BE49-F238E27FC236}">
                <a16:creationId xmlns:a16="http://schemas.microsoft.com/office/drawing/2014/main" id="{15AF441E-A09E-4C1A-A8FE-0B1E8EB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29075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DINO-only</a:t>
            </a:r>
          </a:p>
        </p:txBody>
      </p:sp>
      <p:sp>
        <p:nvSpPr>
          <p:cNvPr id="82" name="dino423">
            <a:extLst xmlns:a="http://schemas.openxmlformats.org/drawingml/2006/main">
              <a:ext uri="{FF2B5EF4-FFF2-40B4-BE49-F238E27FC236}">
                <a16:creationId xmlns:a16="http://schemas.microsoft.com/office/drawing/2014/main" id="{D5EC6C1E-BB8C-43B5-B2A0-7F5A15DA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2171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83" name="one-branch">
            <a:extLst xmlns:a="http://schemas.openxmlformats.org/drawingml/2006/main">
              <a:ext uri="{FF2B5EF4-FFF2-40B4-BE49-F238E27FC236}">
                <a16:creationId xmlns:a16="http://schemas.microsoft.com/office/drawing/2014/main" id="{EB888E63-E2DD-4CF8-B30B-C3101F3B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334000"/>
            <a:ext cx="2295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patch features</a:t>
            </a:r>
          </a:p>
        </p:txBody>
      </p:sp>
      <p:sp>
        <p:nvSpPr>
          <p:cNvPr id="84" name="norm423">
            <a:extLst xmlns:a="http://schemas.openxmlformats.org/drawingml/2006/main">
              <a:ext uri="{FF2B5EF4-FFF2-40B4-BE49-F238E27FC236}">
                <a16:creationId xmlns:a16="http://schemas.microsoft.com/office/drawing/2014/main" id="{CA31F568-682B-4D27-8EA1-CD0A082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00575"/>
            <a:ext cx="26860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Patch-wise</a:t>
            </a:r>
          </a:p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normalization</a:t>
            </a:r>
          </a:p>
        </p:txBody>
      </p:sp>
      <p:sp>
        <p:nvSpPr>
          <p:cNvPr id="85" name="node198">
            <a:extLst xmlns:a="http://schemas.openxmlformats.org/drawingml/2006/main">
              <a:ext uri="{FF2B5EF4-FFF2-40B4-BE49-F238E27FC236}">
                <a16:creationId xmlns:a16="http://schemas.microsoft.com/office/drawing/2014/main" id="{29FDF8B4-F832-4D8A-97AE-77680A83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6" name="node199">
            <a:extLst xmlns:a="http://schemas.openxmlformats.org/drawingml/2006/main">
              <a:ext uri="{FF2B5EF4-FFF2-40B4-BE49-F238E27FC236}">
                <a16:creationId xmlns:a16="http://schemas.microsoft.com/office/drawing/2014/main" id="{8BBFE179-17B9-424D-B643-E75646CB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6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2629853" y="493395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8" name="desc4230">
            <a:extLst xmlns:a="http://schemas.openxmlformats.org/drawingml/2006/main">
              <a:ext uri="{FF2B5EF4-FFF2-40B4-BE49-F238E27FC236}">
                <a16:creationId xmlns:a16="http://schemas.microsoft.com/office/drawing/2014/main" id="{ED470E6B-D637-4F0C-A095-E1F2649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89" name="desc4231">
            <a:extLst xmlns:a="http://schemas.openxmlformats.org/drawingml/2006/main">
              <a:ext uri="{FF2B5EF4-FFF2-40B4-BE49-F238E27FC236}">
                <a16:creationId xmlns:a16="http://schemas.microsoft.com/office/drawing/2014/main" id="{A4B03A73-C3E1-43A8-B831-16DF67A5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0" name="desc4232">
            <a:extLst xmlns:a="http://schemas.openxmlformats.org/drawingml/2006/main">
              <a:ext uri="{FF2B5EF4-FFF2-40B4-BE49-F238E27FC236}">
                <a16:creationId xmlns:a16="http://schemas.microsoft.com/office/drawing/2014/main" id="{6EEE801D-D1D5-484E-BB48-7BA11EB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1" name="desc4233">
            <a:extLst xmlns:a="http://schemas.openxmlformats.org/drawingml/2006/main">
              <a:ext uri="{FF2B5EF4-FFF2-40B4-BE49-F238E27FC236}">
                <a16:creationId xmlns:a16="http://schemas.microsoft.com/office/drawing/2014/main" id="{57ABA09D-C32B-4A06-8A2E-D738C113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2" name="desc4234">
            <a:extLst xmlns:a="http://schemas.openxmlformats.org/drawingml/2006/main">
              <a:ext uri="{FF2B5EF4-FFF2-40B4-BE49-F238E27FC236}">
                <a16:creationId xmlns:a16="http://schemas.microsoft.com/office/drawing/2014/main" id="{28C3E685-535A-45B6-8DD3-01D211AB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86350"/>
            <a:ext cx="3238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3" name="node200">
            <a:extLst xmlns:a="http://schemas.openxmlformats.org/drawingml/2006/main">
              <a:ext uri="{FF2B5EF4-FFF2-40B4-BE49-F238E27FC236}">
                <a16:creationId xmlns:a16="http://schemas.microsoft.com/office/drawing/2014/main" id="{15C6FE86-F4F7-4A97-8256-D1E4C71D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248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4" name="node201">
            <a:extLst xmlns:a="http://schemas.openxmlformats.org/drawingml/2006/main">
              <a:ext uri="{FF2B5EF4-FFF2-40B4-BE49-F238E27FC236}">
                <a16:creationId xmlns:a16="http://schemas.microsoft.com/office/drawing/2014/main" id="{45635FF6-EC14-48CE-BD22-4BB4BEB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4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5792153" y="5267326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96" name="desc-dim423">
            <a:extLst xmlns:a="http://schemas.openxmlformats.org/drawingml/2006/main">
              <a:ext uri="{FF2B5EF4-FFF2-40B4-BE49-F238E27FC236}">
                <a16:creationId xmlns:a16="http://schemas.microsoft.com/office/drawing/2014/main" id="{9E4CC641-58EA-4F04-9778-1DAA356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72125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unit vector</a:t>
            </a:r>
          </a:p>
        </p:txBody>
      </p:sp>
      <p:sp>
        <p:nvSpPr>
          <p:cNvPr id="97" name="bank423">
            <a:extLst xmlns:a="http://schemas.openxmlformats.org/drawingml/2006/main">
              <a:ext uri="{FF2B5EF4-FFF2-40B4-BE49-F238E27FC236}">
                <a16:creationId xmlns:a16="http://schemas.microsoft.com/office/drawing/2014/main" id="{90512B00-4DC6-4E12-8D5E-713D5B7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52950"/>
            <a:ext cx="26289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memory42300">
            <a:extLst xmlns:a="http://schemas.openxmlformats.org/drawingml/2006/main">
              <a:ext uri="{FF2B5EF4-FFF2-40B4-BE49-F238E27FC236}">
                <a16:creationId xmlns:a16="http://schemas.microsoft.com/office/drawing/2014/main" id="{457CF637-A69B-47A1-920D-084ADD5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9" name="memory42301">
            <a:extLst xmlns:a="http://schemas.openxmlformats.org/drawingml/2006/main">
              <a:ext uri="{FF2B5EF4-FFF2-40B4-BE49-F238E27FC236}">
                <a16:creationId xmlns:a16="http://schemas.microsoft.com/office/drawing/2014/main" id="{A1AA4AA6-FDA9-4B69-AEAB-9762B54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0" name="memory42302">
            <a:extLst xmlns:a="http://schemas.openxmlformats.org/drawingml/2006/main">
              <a:ext uri="{FF2B5EF4-FFF2-40B4-BE49-F238E27FC236}">
                <a16:creationId xmlns:a16="http://schemas.microsoft.com/office/drawing/2014/main" id="{CA9439CA-43FA-478A-886E-DB4B9C00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1" name="memory42303">
            <a:extLst xmlns:a="http://schemas.openxmlformats.org/drawingml/2006/main">
              <a:ext uri="{FF2B5EF4-FFF2-40B4-BE49-F238E27FC236}">
                <a16:creationId xmlns:a16="http://schemas.microsoft.com/office/drawing/2014/main" id="{AD5E44E6-174C-48EE-9259-CB0BCEF2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2" name="memory42304">
            <a:extLst xmlns:a="http://schemas.openxmlformats.org/drawingml/2006/main">
              <a:ext uri="{FF2B5EF4-FFF2-40B4-BE49-F238E27FC236}">
                <a16:creationId xmlns:a16="http://schemas.microsoft.com/office/drawing/2014/main" id="{76F22E03-431F-4CCA-B6B8-402342B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46577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3" name="memory42310">
            <a:extLst xmlns:a="http://schemas.openxmlformats.org/drawingml/2006/main">
              <a:ext uri="{FF2B5EF4-FFF2-40B4-BE49-F238E27FC236}">
                <a16:creationId xmlns:a16="http://schemas.microsoft.com/office/drawing/2014/main" id="{55B3110C-DD9D-4D56-8B4F-F4EFA2FD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4" name="memory42311">
            <a:extLst xmlns:a="http://schemas.openxmlformats.org/drawingml/2006/main">
              <a:ext uri="{FF2B5EF4-FFF2-40B4-BE49-F238E27FC236}">
                <a16:creationId xmlns:a16="http://schemas.microsoft.com/office/drawing/2014/main" id="{11A361FC-96EE-4064-9BFC-1C7D9AB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5" name="memory42312">
            <a:extLst xmlns:a="http://schemas.openxmlformats.org/drawingml/2006/main">
              <a:ext uri="{FF2B5EF4-FFF2-40B4-BE49-F238E27FC236}">
                <a16:creationId xmlns:a16="http://schemas.microsoft.com/office/drawing/2014/main" id="{51409C2A-830A-41BD-A025-C8B2385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6" name="memory42313">
            <a:extLst xmlns:a="http://schemas.openxmlformats.org/drawingml/2006/main">
              <a:ext uri="{FF2B5EF4-FFF2-40B4-BE49-F238E27FC236}">
                <a16:creationId xmlns:a16="http://schemas.microsoft.com/office/drawing/2014/main" id="{13481003-AD8A-4566-864E-50A6FCC9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905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7" name="memory42314">
            <a:extLst xmlns:a="http://schemas.openxmlformats.org/drawingml/2006/main">
              <a:ext uri="{FF2B5EF4-FFF2-40B4-BE49-F238E27FC236}">
                <a16:creationId xmlns:a16="http://schemas.microsoft.com/office/drawing/2014/main" id="{8157D2A3-A0CB-443D-B6BB-28D41D64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1390" y="4924425"/>
            <a:ext cx="4514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8" name="bank-name423">
            <a:extLst xmlns:a="http://schemas.openxmlformats.org/drawingml/2006/main">
              <a:ext uri="{FF2B5EF4-FFF2-40B4-BE49-F238E27FC236}">
                <a16:creationId xmlns:a16="http://schemas.microsoft.com/office/drawing/2014/main" id="{EA1DDB2A-062E-4199-AEFB-7A1C084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Own bank: N꜀ × 768</a:t>
            </a:r>
          </a:p>
        </p:txBody>
      </p:sp>
      <p:sp>
        <p:nvSpPr>
          <p:cNvPr id="109" name="node202">
            <a:extLst xmlns:a="http://schemas.openxmlformats.org/drawingml/2006/main">
              <a:ext uri="{FF2B5EF4-FFF2-40B4-BE49-F238E27FC236}">
                <a16:creationId xmlns:a16="http://schemas.microsoft.com/office/drawing/2014/main" id="{7693BF57-8D02-4CF8-89D9-35C87EF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17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0" name="node203">
            <a:extLst xmlns:a="http://schemas.openxmlformats.org/drawingml/2006/main">
              <a:ext uri="{FF2B5EF4-FFF2-40B4-BE49-F238E27FC236}">
                <a16:creationId xmlns:a16="http://schemas.microsoft.com/office/drawing/2014/main" id="{7A949CCF-439B-4508-A01F-2E6136C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0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859078" y="526732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2" name="node204">
            <a:extLst xmlns:a="http://schemas.openxmlformats.org/drawingml/2006/main">
              <a:ext uri="{FF2B5EF4-FFF2-40B4-BE49-F238E27FC236}">
                <a16:creationId xmlns:a16="http://schemas.microsoft.com/office/drawing/2014/main" id="{B083942B-AF53-43AF-B7B9-ADF7586C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3" name="node205">
            <a:extLst xmlns:a="http://schemas.openxmlformats.org/drawingml/2006/main">
              <a:ext uri="{FF2B5EF4-FFF2-40B4-BE49-F238E27FC236}">
                <a16:creationId xmlns:a16="http://schemas.microsoft.com/office/drawing/2014/main" id="{E96C1C3E-8E70-4359-AF95-3DC32DC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3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8334376" y="4887278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5" name="node206">
            <a:extLst xmlns:a="http://schemas.openxmlformats.org/drawingml/2006/main">
              <a:ext uri="{FF2B5EF4-FFF2-40B4-BE49-F238E27FC236}">
                <a16:creationId xmlns:a16="http://schemas.microsoft.com/office/drawing/2014/main" id="{0349217B-C4E0-447D-BF88-35C9464D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6" name="node207">
            <a:extLst xmlns:a="http://schemas.openxmlformats.org/drawingml/2006/main">
              <a:ext uri="{FF2B5EF4-FFF2-40B4-BE49-F238E27FC236}">
                <a16:creationId xmlns:a16="http://schemas.microsoft.com/office/drawing/2014/main" id="{27CFA104-6875-4975-A1E5-FE08E5E1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4885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6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335328" y="4886326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8" name="support423">
            <a:extLst xmlns:a="http://schemas.openxmlformats.org/drawingml/2006/main">
              <a:ext uri="{FF2B5EF4-FFF2-40B4-BE49-F238E27FC236}">
                <a16:creationId xmlns:a16="http://schemas.microsoft.com/office/drawing/2014/main" id="{CD710B5E-114F-40C0-ABE6-62784367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19" name="search423">
            <a:extLst xmlns:a="http://schemas.openxmlformats.org/drawingml/2006/main">
              <a:ext uri="{FF2B5EF4-FFF2-40B4-BE49-F238E27FC236}">
                <a16:creationId xmlns:a16="http://schemas.microsoft.com/office/drawing/2014/main" id="{0E2C19E5-E6F7-470A-86C6-3810D75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102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120" name="node208">
            <a:extLst xmlns:a="http://schemas.openxmlformats.org/drawingml/2006/main">
              <a:ext uri="{FF2B5EF4-FFF2-40B4-BE49-F238E27FC236}">
                <a16:creationId xmlns:a16="http://schemas.microsoft.com/office/drawing/2014/main" id="{DC0F2AE7-0C9E-4D47-8391-2ABEAFB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5228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1" name="node209">
            <a:extLst xmlns:a="http://schemas.openxmlformats.org/drawingml/2006/main">
              <a:ext uri="{FF2B5EF4-FFF2-40B4-BE49-F238E27FC236}">
                <a16:creationId xmlns:a16="http://schemas.microsoft.com/office/drawing/2014/main" id="{981D175A-BFA3-4158-9CCA-9ECFB6A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1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448926" y="5230178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23" name="node210">
            <a:extLst xmlns:a="http://schemas.openxmlformats.org/drawingml/2006/main">
              <a:ext uri="{FF2B5EF4-FFF2-40B4-BE49-F238E27FC236}">
                <a16:creationId xmlns:a16="http://schemas.microsoft.com/office/drawing/2014/main" id="{000AEF4A-68F4-41C4-A5CC-E4589A6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266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4" name="node211">
            <a:extLst xmlns:a="http://schemas.openxmlformats.org/drawingml/2006/main">
              <a:ext uri="{FF2B5EF4-FFF2-40B4-BE49-F238E27FC236}">
                <a16:creationId xmlns:a16="http://schemas.microsoft.com/office/drawing/2014/main" id="{F0712CCA-50BB-46E6-BB9C-204E15C7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4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334376" y="5268278"/>
            <a:ext cx="0" cy="6172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6" name="node212">
            <a:extLst xmlns:a="http://schemas.openxmlformats.org/drawingml/2006/main">
              <a:ext uri="{FF2B5EF4-FFF2-40B4-BE49-F238E27FC236}">
                <a16:creationId xmlns:a16="http://schemas.microsoft.com/office/drawing/2014/main" id="{73966FCD-F2DC-4A99-B2C2-6899D21C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7" name="node213">
            <a:extLst xmlns:a="http://schemas.openxmlformats.org/drawingml/2006/main">
              <a:ext uri="{FF2B5EF4-FFF2-40B4-BE49-F238E27FC236}">
                <a16:creationId xmlns:a16="http://schemas.microsoft.com/office/drawing/2014/main" id="{D1FB441D-2240-492A-B83E-ED778C0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7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8335328" y="5886451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9" name="query423">
            <a:extLst xmlns:a="http://schemas.openxmlformats.org/drawingml/2006/main">
              <a:ext uri="{FF2B5EF4-FFF2-40B4-BE49-F238E27FC236}">
                <a16:creationId xmlns:a16="http://schemas.microsoft.com/office/drawing/2014/main" id="{6806332D-1E63-4C2E-A123-6B925EDA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7217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30" name="node214">
            <a:extLst xmlns:a="http://schemas.openxmlformats.org/drawingml/2006/main">
              <a:ext uri="{FF2B5EF4-FFF2-40B4-BE49-F238E27FC236}">
                <a16:creationId xmlns:a16="http://schemas.microsoft.com/office/drawing/2014/main" id="{1A27A708-3186-4BFE-A870-0490A1D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1" name="node215">
            <a:extLst xmlns:a="http://schemas.openxmlformats.org/drawingml/2006/main">
              <a:ext uri="{FF2B5EF4-FFF2-40B4-BE49-F238E27FC236}">
                <a16:creationId xmlns:a16="http://schemas.microsoft.com/office/drawing/2014/main" id="{95C940FB-2ED7-4B32-BCDB-BFC76F4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1" name=""/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11764328" y="588645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3" name="node216">
            <a:extLst xmlns:a="http://schemas.openxmlformats.org/drawingml/2006/main">
              <a:ext uri="{FF2B5EF4-FFF2-40B4-BE49-F238E27FC236}">
                <a16:creationId xmlns:a16="http://schemas.microsoft.com/office/drawing/2014/main" id="{8220D7D2-A7E4-480C-B502-599B907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4" name="node217">
            <a:extLst xmlns:a="http://schemas.openxmlformats.org/drawingml/2006/main">
              <a:ext uri="{FF2B5EF4-FFF2-40B4-BE49-F238E27FC236}">
                <a16:creationId xmlns:a16="http://schemas.microsoft.com/office/drawing/2014/main" id="{9587387C-409E-438E-8271-84247FA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4" name=""/>
          <p:cNvCxnSpPr>
            <a:stCxn xmlns:a="http://schemas.openxmlformats.org/drawingml/2006/main" id="133" idx="0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V="1">
            <a:off x="12573001" y="5096828"/>
            <a:ext cx="0" cy="7886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6" name="node218">
            <a:extLst xmlns:a="http://schemas.openxmlformats.org/drawingml/2006/main">
              <a:ext uri="{FF2B5EF4-FFF2-40B4-BE49-F238E27FC236}">
                <a16:creationId xmlns:a16="http://schemas.microsoft.com/office/drawing/2014/main" id="{DA028221-DF94-457B-9B30-536CAA6B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048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7" name="node219">
            <a:extLst xmlns:a="http://schemas.openxmlformats.org/drawingml/2006/main">
              <a:ext uri="{FF2B5EF4-FFF2-40B4-BE49-F238E27FC236}">
                <a16:creationId xmlns:a16="http://schemas.microsoft.com/office/drawing/2014/main" id="{6E9B2E37-4888-4EB4-AB9D-15C0EB5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873" y="509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7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2573953" y="5095876"/>
            <a:ext cx="1264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39" name="post423">
            <a:extLst xmlns:a="http://schemas.openxmlformats.org/drawingml/2006/main">
              <a:ext uri="{FF2B5EF4-FFF2-40B4-BE49-F238E27FC236}">
                <a16:creationId xmlns:a16="http://schemas.microsoft.com/office/drawing/2014/main" id="{52BABFCE-7545-405C-BEDB-5BD899C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410075"/>
            <a:ext cx="185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Common</a:t>
            </a:r>
          </a:p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post-processing</a:t>
            </a:r>
          </a:p>
        </p:txBody>
      </p:sp>
      <p:pic>
        <p:nvPicPr>
          <p:cNvPr id="299" name="DCFnet paired 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81a79d9b94933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839825" y="2038350"/>
            <a:ext cx="1533525" cy="1533525"/>
          </a:xfrm>
          <a:prstGeom xmlns:a="http://schemas.openxmlformats.org/drawingml/2006/main" prst="rect">
            <a:avLst/>
          </a:prstGeom>
        </p:spPr>
      </p:pic>
      <p:pic>
        <p:nvPicPr>
          <p:cNvPr id="300" name="DINO-only paired 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6f5b0cd334157"/>
          <ns0:srcRect xmlns:ns0="http://schemas.openxmlformats.org/drawingml/2006/main" l="53165" t="22084" r="26827" b="2022"/>
          <a:stretch xmlns:a="http://schemas.openxmlformats.org/drawingml/2006/main"/>
        </p:blipFill>
        <p:spPr>
          <a:xfrm xmlns:a="http://schemas.openxmlformats.org/drawingml/2006/main">
            <a:off x="13839825" y="4505325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142" name="fused-map-name">
            <a:extLst xmlns:a="http://schemas.openxmlformats.org/drawingml/2006/main">
              <a:ext uri="{FF2B5EF4-FFF2-40B4-BE49-F238E27FC236}">
                <a16:creationId xmlns:a16="http://schemas.microsoft.com/office/drawing/2014/main" id="{3F421D5D-240B-45FF-9578-E1BBA4F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909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 map</a:t>
            </a:r>
          </a:p>
        </p:txBody>
      </p:sp>
      <p:sp>
        <p:nvSpPr>
          <p:cNvPr id="143" name="single-map-name">
            <a:extLst xmlns:a="http://schemas.openxmlformats.org/drawingml/2006/main">
              <a:ext uri="{FF2B5EF4-FFF2-40B4-BE49-F238E27FC236}">
                <a16:creationId xmlns:a16="http://schemas.microsoft.com/office/drawing/2014/main" id="{D57D8360-887A-4EAB-BAEF-47656147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057900"/>
            <a:ext cx="2181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DINO-only map</a:t>
            </a:r>
          </a:p>
        </p:txBody>
      </p:sp>
      <p:sp>
        <p:nvSpPr>
          <p:cNvPr id="144" name="row-rule">
            <a:extLst xmlns:a="http://schemas.openxmlformats.org/drawingml/2006/main">
              <a:ext uri="{FF2B5EF4-FFF2-40B4-BE49-F238E27FC236}">
                <a16:creationId xmlns:a16="http://schemas.microsoft.com/office/drawing/2014/main" id="{6B6C1BF3-6326-47FF-8AC2-F83BAD00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909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4DA"/>
            </a:solidFill>
          </a:ln>
        </p:spPr>
      </p:sp>
      <p:sp>
        <p:nvSpPr>
          <p:cNvPr id="145" name="protocol-rule">
            <a:extLst xmlns:a="http://schemas.openxmlformats.org/drawingml/2006/main">
              <a:ext uri="{FF2B5EF4-FFF2-40B4-BE49-F238E27FC236}">
                <a16:creationId xmlns:a16="http://schemas.microsoft.com/office/drawing/2014/main" id="{B390BEE4-BFA0-4DF4-AEA4-1CD232FC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146" name="shared-protocol">
            <a:extLst xmlns:a="http://schemas.openxmlformats.org/drawingml/2006/main">
              <a:ext uri="{FF2B5EF4-FFF2-40B4-BE49-F238E27FC236}">
                <a16:creationId xmlns:a16="http://schemas.microsoft.com/office/drawing/2014/main" id="{48C59104-3492-4BC3-AC7F-4C80284E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57975"/>
            <a:ext cx="15316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(c) Fixed conditions in every paired run</a:t>
            </a:r>
          </a:p>
        </p:txBody>
      </p:sp>
      <p:sp>
        <p:nvSpPr>
          <p:cNvPr id="147" name="protocol-title0">
            <a:extLst xmlns:a="http://schemas.openxmlformats.org/drawingml/2006/main">
              <a:ext uri="{FF2B5EF4-FFF2-40B4-BE49-F238E27FC236}">
                <a16:creationId xmlns:a16="http://schemas.microsoft.com/office/drawing/2014/main" id="{0FD46C80-EFE7-4BBD-A586-A682781F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input manifest</a:t>
            </a:r>
          </a:p>
        </p:txBody>
      </p:sp>
      <p:sp>
        <p:nvSpPr>
          <p:cNvPr id="148" name="protocol-text0">
            <a:extLst xmlns:a="http://schemas.openxmlformats.org/drawingml/2006/main">
              <a:ext uri="{FF2B5EF4-FFF2-40B4-BE49-F238E27FC236}">
                <a16:creationId xmlns:a16="http://schemas.microsoft.com/office/drawing/2014/main" id="{BC322553-452E-4257-BC8C-7010F5D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K = 1, 2, 4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Seeds = 0, 1, 2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support and query IDs</a:t>
            </a:r>
          </a:p>
        </p:txBody>
      </p:sp>
      <p:sp>
        <p:nvSpPr>
          <p:cNvPr id="149" name="protocol-sep0">
            <a:extLst xmlns:a="http://schemas.openxmlformats.org/drawingml/2006/main">
              <a:ext uri="{FF2B5EF4-FFF2-40B4-BE49-F238E27FC236}">
                <a16:creationId xmlns:a16="http://schemas.microsoft.com/office/drawing/2014/main" id="{27169158-D353-4435-A1C9-EF610F0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0" name="protocol-title1">
            <a:extLst xmlns:a="http://schemas.openxmlformats.org/drawingml/2006/main">
              <a:ext uri="{FF2B5EF4-FFF2-40B4-BE49-F238E27FC236}">
                <a16:creationId xmlns:a16="http://schemas.microsoft.com/office/drawing/2014/main" id="{DF403EF2-3B7B-4D05-AFDC-E03813F9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distance</a:t>
            </a:r>
          </a:p>
        </p:txBody>
      </p:sp>
      <p:sp>
        <p:nvSpPr>
          <p:cNvPr id="151" name="protocol-text1">
            <a:extLst xmlns:a="http://schemas.openxmlformats.org/drawingml/2006/main">
              <a:ext uri="{FF2B5EF4-FFF2-40B4-BE49-F238E27FC236}">
                <a16:creationId xmlns:a16="http://schemas.microsoft.com/office/drawing/2014/main" id="{56DB089B-F64F-4A02-8447-20196A1C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All normal support patches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FAISS IndexFlatL2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Nearest squared ℓ₂ / 2</a:t>
            </a:r>
          </a:p>
        </p:txBody>
      </p:sp>
      <p:sp>
        <p:nvSpPr>
          <p:cNvPr id="152" name="protocol-sep1">
            <a:extLst xmlns:a="http://schemas.openxmlformats.org/drawingml/2006/main">
              <a:ext uri="{FF2B5EF4-FFF2-40B4-BE49-F238E27FC236}">
                <a16:creationId xmlns:a16="http://schemas.microsoft.com/office/drawing/2014/main" id="{5BE5F2AE-7D9B-4730-9991-8AE508E1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3" name="protocol-title2">
            <a:extLst xmlns:a="http://schemas.openxmlformats.org/drawingml/2006/main">
              <a:ext uri="{FF2B5EF4-FFF2-40B4-BE49-F238E27FC236}">
                <a16:creationId xmlns:a16="http://schemas.microsoft.com/office/drawing/2014/main" id="{2DAE8101-DCDF-48C5-8A34-D96F89F8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output processing</a:t>
            </a:r>
          </a:p>
        </p:txBody>
      </p:sp>
      <p:sp>
        <p:nvSpPr>
          <p:cNvPr id="154" name="protocol-text2">
            <a:extLst xmlns:a="http://schemas.openxmlformats.org/drawingml/2006/main">
              <a:ext uri="{FF2B5EF4-FFF2-40B4-BE49-F238E27FC236}">
                <a16:creationId xmlns:a16="http://schemas.microsoft.com/office/drawing/2014/main" id="{6C46F00A-989A-4F69-A77B-24E74E4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 to 448 × 448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Spatial max for image score</a:t>
            </a:r>
          </a:p>
        </p:txBody>
      </p:sp>
      <p:sp>
        <p:nvSpPr>
          <p:cNvPr id="155" name="protocol-sep2">
            <a:extLst xmlns:a="http://schemas.openxmlformats.org/drawingml/2006/main">
              <a:ext uri="{FF2B5EF4-FFF2-40B4-BE49-F238E27FC236}">
                <a16:creationId xmlns:a16="http://schemas.microsoft.com/office/drawing/2014/main" id="{75EB957A-B5AF-42C5-BEF4-2C72F14D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7210425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A"/>
            </a:solidFill>
          </a:ln>
        </p:spPr>
      </p:sp>
      <p:sp>
        <p:nvSpPr>
          <p:cNvPr id="156" name="protocol-title3">
            <a:extLst xmlns:a="http://schemas.openxmlformats.org/drawingml/2006/main">
              <a:ext uri="{FF2B5EF4-FFF2-40B4-BE49-F238E27FC236}">
                <a16:creationId xmlns:a16="http://schemas.microsoft.com/office/drawing/2014/main" id="{F5D1B9F2-69C8-4E0F-93EA-E809D64D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162800"/>
            <a:ext cx="3533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4856C"/>
                </a:solidFill>
                <a:latin typeface="Arial"/>
                <a:ea typeface="Arial"/>
                <a:cs typeface="Arial"/>
              </a:rPr>
              <a:t>Same evaluation</a:t>
            </a:r>
          </a:p>
        </p:txBody>
      </p:sp>
      <p:sp>
        <p:nvSpPr>
          <p:cNvPr id="157" name="protocol-text3">
            <a:extLst xmlns:a="http://schemas.openxmlformats.org/drawingml/2006/main">
              <a:ext uri="{FF2B5EF4-FFF2-40B4-BE49-F238E27FC236}">
                <a16:creationId xmlns:a16="http://schemas.microsoft.com/office/drawing/2014/main" id="{C49F7260-C14F-4391-96A5-3155218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591425"/>
            <a:ext cx="3571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category and test split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metric implementation</a:t>
            </a:r>
          </a:p>
          <a:p xmlns:a="http://schemas.openxmlformats.org/drawingml/2006/main">
            <a:pPr algn="l">
              <a:defRPr sz="18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Paired comparison per K / seed</a:t>
            </a:r>
          </a:p>
        </p:txBody>
      </p:sp>
      <p:sp>
        <p:nvSpPr>
          <p:cNvPr id="158" name="cost-note">
            <a:extLst xmlns:a="http://schemas.openxmlformats.org/drawingml/2006/main">
              <a:ext uri="{FF2B5EF4-FFF2-40B4-BE49-F238E27FC236}">
                <a16:creationId xmlns:a16="http://schemas.microsoft.com/office/drawing/2014/main" id="{DF9738E7-0746-469F-8DD3-C94360B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658225"/>
            <a:ext cx="1204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Descriptor storage: DCFnet = 2 × DINO-only for the same number of stored patches</a:t>
            </a:r>
          </a:p>
        </p:txBody>
      </p:sp>
      <p:sp>
        <p:nvSpPr>
          <p:cNvPr id="159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0DD02CCE-FA6A-4028-802B-A1793C2E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658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Maps: MPDD, seed 0, K = 1</a:t>
            </a:r>
          </a:p>
        </p:txBody>
      </p:sp>
    </p:spTree>
    <p:extLst>
      <p:ext uri="{BB962C8B-B14F-4D97-AF65-F5344CB8AC3E}">
        <p14:creationId xmlns:p14="http://schemas.microsoft.com/office/powerpoint/2010/main" val="925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2026-09-10T14:56:27.3020000Z</dcterms:created>
  <dcterms:modified xsi:type="dcterms:W3CDTF">2026-09-10T14:56:27.3020000Z</dcterms:modified>
</coreProperties>
</file>